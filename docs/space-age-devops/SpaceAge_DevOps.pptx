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Lst>
  <p:sldSz cy="5143500" cx="9144000"/>
  <p:notesSz cx="6858000" cy="9144000"/>
  <p:embeddedFontLst>
    <p:embeddedFont>
      <p:font typeface="Cabin"/>
      <p:regular r:id="rId41"/>
      <p:bold r:id="rId42"/>
      <p:italic r:id="rId43"/>
      <p:boldItalic r:id="rId44"/>
    </p:embeddedFont>
    <p:embeddedFont>
      <p:font typeface="Epilogue"/>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font" Target="fonts/Cabin-bold.fntdata"/><Relationship Id="rId41" Type="http://schemas.openxmlformats.org/officeDocument/2006/relationships/font" Target="fonts/Cabin-regular.fntdata"/><Relationship Id="rId22" Type="http://schemas.openxmlformats.org/officeDocument/2006/relationships/slide" Target="slides/slide18.xml"/><Relationship Id="rId44" Type="http://schemas.openxmlformats.org/officeDocument/2006/relationships/font" Target="fonts/Cabin-boldItalic.fntdata"/><Relationship Id="rId21" Type="http://schemas.openxmlformats.org/officeDocument/2006/relationships/slide" Target="slides/slide17.xml"/><Relationship Id="rId43" Type="http://schemas.openxmlformats.org/officeDocument/2006/relationships/font" Target="fonts/Cabin-italic.fntdata"/><Relationship Id="rId24" Type="http://schemas.openxmlformats.org/officeDocument/2006/relationships/slide" Target="slides/slide20.xml"/><Relationship Id="rId46" Type="http://schemas.openxmlformats.org/officeDocument/2006/relationships/font" Target="fonts/Epilogue-bold.fntdata"/><Relationship Id="rId23" Type="http://schemas.openxmlformats.org/officeDocument/2006/relationships/slide" Target="slides/slide19.xml"/><Relationship Id="rId45" Type="http://schemas.openxmlformats.org/officeDocument/2006/relationships/font" Target="fonts/Epilogue-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48" Type="http://schemas.openxmlformats.org/officeDocument/2006/relationships/font" Target="fonts/Epilogue-boldItalic.fntdata"/><Relationship Id="rId25" Type="http://schemas.openxmlformats.org/officeDocument/2006/relationships/slide" Target="slides/slide21.xml"/><Relationship Id="rId47" Type="http://schemas.openxmlformats.org/officeDocument/2006/relationships/font" Target="fonts/Epilogue-italic.fnt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14c2555d3a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14c2555d3ae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14c2555d3ae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14c2555d3ae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aefedb7db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aefedb7db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Μικρότεροι χρόνοι για development + deployment</a:t>
            </a:r>
            <a:endParaRPr/>
          </a:p>
          <a:p>
            <a:pPr indent="-298450" lvl="0" marL="457200" rtl="0" algn="l">
              <a:spcBef>
                <a:spcPts val="0"/>
              </a:spcBef>
              <a:spcAft>
                <a:spcPts val="0"/>
              </a:spcAft>
              <a:buSzPts val="1100"/>
              <a:buChar char="-"/>
            </a:pPr>
            <a:r>
              <a:rPr lang="en"/>
              <a:t>Αυξημένη υπολογιστικη ισχύ σε μικρότερο μέγεθος</a:t>
            </a:r>
            <a:endParaRPr/>
          </a:p>
          <a:p>
            <a:pPr indent="-298450" lvl="0" marL="457200" rtl="0" algn="l">
              <a:spcBef>
                <a:spcPts val="0"/>
              </a:spcBef>
              <a:spcAft>
                <a:spcPts val="0"/>
              </a:spcAft>
              <a:buSzPts val="1100"/>
              <a:buChar char="-"/>
            </a:pPr>
            <a:r>
              <a:rPr lang="en"/>
              <a:t>Παλιο μοντελο πολυετούς ανάπτυξης λογισμικού με πολύ low level programming μπορεί να μην ανταποκρίνεται σε αρκετές περιπτώσεις</a:t>
            </a:r>
            <a:endParaRPr/>
          </a:p>
          <a:p>
            <a:pPr indent="-298450" lvl="0" marL="457200" rtl="0" algn="l">
              <a:spcBef>
                <a:spcPts val="0"/>
              </a:spcBef>
              <a:spcAft>
                <a:spcPts val="0"/>
              </a:spcAft>
              <a:buSzPts val="1100"/>
              <a:buChar char="-"/>
            </a:pPr>
            <a:r>
              <a:rPr lang="en"/>
              <a:t>Constellations</a:t>
            </a:r>
            <a:endParaRPr/>
          </a:p>
          <a:p>
            <a:pPr indent="-298450" lvl="0" marL="457200" rtl="0" algn="l">
              <a:spcBef>
                <a:spcPts val="0"/>
              </a:spcBef>
              <a:spcAft>
                <a:spcPts val="0"/>
              </a:spcAft>
              <a:buSzPts val="1100"/>
              <a:buChar char="-"/>
            </a:pPr>
            <a:r>
              <a:rPr lang="en"/>
              <a:t>Pico/femto sensors + smallsats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aefedb7dbf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3aefedb7dbf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aefedb7dbf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aefedb7dbf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Νέοι παίκτες εκτοξεύουν δορυφόρους (παρότι κυριαρχούν one web + starlink)</a:t>
            </a:r>
            <a:endParaRPr/>
          </a:p>
          <a:p>
            <a:pPr indent="-298450" lvl="0" marL="457200" rtl="0" algn="l">
              <a:spcBef>
                <a:spcPts val="0"/>
              </a:spcBef>
              <a:spcAft>
                <a:spcPts val="0"/>
              </a:spcAft>
              <a:buSzPts val="1100"/>
              <a:buChar char="-"/>
            </a:pPr>
            <a:r>
              <a:rPr lang="en"/>
              <a:t>Commercial αυξηση (και πέρα από τη διάδα) και κάπως gov defence</a:t>
            </a:r>
            <a:endParaRPr/>
          </a:p>
          <a:p>
            <a:pPr indent="-298450" lvl="0" marL="457200" rtl="0" algn="l">
              <a:spcBef>
                <a:spcPts val="0"/>
              </a:spcBef>
              <a:spcAft>
                <a:spcPts val="0"/>
              </a:spcAft>
              <a:buSzPts val="1100"/>
              <a:buChar char="-"/>
            </a:pPr>
            <a:r>
              <a:rPr lang="en"/>
              <a:t>Remote sensing (πέρα από διάδα)</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14c2555d3ae_0_19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14c2555d3ae_0_19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39a2aafc53b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39a2aafc53b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aefedb7dbf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3aefedb7dbf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aefedb7dbf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3aefedb7dbf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Payload switching</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9a2aafc53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39a2aafc53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aefedb7dbf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3aefedb7dbf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Agility: iterative development-deployment -&gt; καλύτερο για smaller cycles of smallsats.</a:t>
            </a:r>
            <a:endParaRPr/>
          </a:p>
          <a:p>
            <a:pPr indent="-298450" lvl="0" marL="457200" rtl="0" algn="l">
              <a:spcBef>
                <a:spcPts val="0"/>
              </a:spcBef>
              <a:spcAft>
                <a:spcPts val="0"/>
              </a:spcAft>
              <a:buSzPts val="1100"/>
              <a:buChar char="-"/>
            </a:pPr>
            <a:r>
              <a:rPr lang="en"/>
              <a:t> Efficiency: Automation (testing, deployment, monitoring) vs manual</a:t>
            </a:r>
            <a:endParaRPr/>
          </a:p>
          <a:p>
            <a:pPr indent="-298450" lvl="0" marL="457200" rtl="0" algn="l">
              <a:spcBef>
                <a:spcPts val="0"/>
              </a:spcBef>
              <a:spcAft>
                <a:spcPts val="0"/>
              </a:spcAft>
              <a:buSzPts val="1100"/>
              <a:buChar char="-"/>
            </a:pPr>
            <a:r>
              <a:rPr lang="en"/>
              <a:t>Adaptability: </a:t>
            </a:r>
            <a:r>
              <a:rPr lang="en">
                <a:solidFill>
                  <a:schemeClr val="dk1"/>
                </a:solidFill>
              </a:rPr>
              <a:t>Payload switching δένει με το iteration του DevOps. Ανεβάζω ένα προσχέδιο και το βελτιώνω στην πορεία</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9a2aafc53b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g39a2aafc53b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"Assembly Line" Analogy like with car </a:t>
            </a:r>
            <a:r>
              <a:rPr b="1" lang="en">
                <a:solidFill>
                  <a:schemeClr val="dk1"/>
                </a:solidFill>
              </a:rPr>
              <a:t>Automated:</a:t>
            </a:r>
            <a:r>
              <a:rPr lang="en">
                <a:solidFill>
                  <a:schemeClr val="dk1"/>
                </a:solidFill>
              </a:rPr>
              <a:t> A script automatically deploys your code.</a:t>
            </a:r>
            <a:r>
              <a:rPr b="1" lang="en">
                <a:solidFill>
                  <a:schemeClr val="dk1"/>
                </a:solidFill>
              </a:rPr>
              <a:t>Fast Feedback:</a:t>
            </a:r>
            <a:r>
              <a:rPr lang="en">
                <a:solidFill>
                  <a:schemeClr val="dk1"/>
                </a:solidFill>
              </a:rPr>
              <a:t> Automated tests tell you it's broken in minutes."</a:t>
            </a:r>
            <a:r>
              <a:rPr b="1" lang="en">
                <a:solidFill>
                  <a:schemeClr val="dk1"/>
                </a:solidFill>
              </a:rPr>
              <a:t>Collaborative:</a:t>
            </a:r>
            <a:r>
              <a:rPr lang="en">
                <a:solidFill>
                  <a:schemeClr val="dk1"/>
                </a:solidFill>
              </a:rPr>
              <a:t> Everyone is responsible for the app's health.</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b12c66b4f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3b12c66b4f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Συνοπτικά για docker/Kubernetes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aefedb7dbf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9" name="Google Shape;749;g3aefedb7dbf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aefedb7dbf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3aefedb7dbf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aefedb7dbf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3aefedb7dbf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3af378a0cf9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3af378a0cf9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a:t>
            </a:r>
            <a:r>
              <a:rPr lang="en"/>
              <a:t>csds : πρωτοκολλα επικοινωνίας μεταξύ των services (MAL, like wsdl)</a:t>
            </a:r>
            <a:endParaRPr/>
          </a:p>
          <a:p>
            <a:pPr indent="-298450" lvl="0" marL="457200" rtl="0" algn="l">
              <a:spcBef>
                <a:spcPts val="0"/>
              </a:spcBef>
              <a:spcAft>
                <a:spcPts val="0"/>
              </a:spcAft>
              <a:buSzPts val="1100"/>
              <a:buChar char="-"/>
            </a:pPr>
            <a:r>
              <a:rPr lang="en"/>
              <a:t>Nmf: java implementation of ccsds -&gt; tested in opssat -&gt; με εργαλείο όπως supervisor, ctt, platform services (specific device implementations)</a:t>
            </a:r>
            <a:endParaRPr/>
          </a:p>
          <a:p>
            <a:pPr indent="-298450" lvl="0" marL="457200" rtl="0" algn="l">
              <a:spcBef>
                <a:spcPts val="0"/>
              </a:spcBef>
              <a:spcAft>
                <a:spcPts val="0"/>
              </a:spcAft>
              <a:buSzPts val="1100"/>
              <a:buChar char="-"/>
            </a:pPr>
            <a:r>
              <a:rPr lang="en"/>
              <a:t>SOA -&gt; coupling με supervisor -&gt; π΄ρωτο καλό βήμα από το μονόλιθο -&gt; ανεβάζω κατεβάζω apps, αλλάζω jars -&gt; διαφορετικοί devs, ops για κάθε service κτλ μεγαλύτερη αυτονομία και ταχύτητα</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af378a0cf9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3af378a0cf9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3af378a0cf9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3af378a0cf9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3af378a0cf9_0_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3af378a0cf9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3af15c26b13_1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3af15c26b13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39a2aafc53b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39a2aafc53b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cases: (flow to be defined but we can start with generic kubernetes traits and end up with the final NMF advantages</a:t>
            </a:r>
            <a:endParaRPr/>
          </a:p>
          <a:p>
            <a:pPr indent="-298450" lvl="0" marL="457200" rtl="0" algn="l">
              <a:spcBef>
                <a:spcPts val="0"/>
              </a:spcBef>
              <a:spcAft>
                <a:spcPts val="0"/>
              </a:spcAft>
              <a:buSzPts val="1100"/>
              <a:buAutoNum type="arabicPeriod"/>
            </a:pPr>
            <a:r>
              <a:rPr lang="en"/>
              <a:t>Nothing exists - deploy exeryting with Jenkins or helm install</a:t>
            </a:r>
            <a:endParaRPr/>
          </a:p>
          <a:p>
            <a:pPr indent="-298450" lvl="0" marL="457200" rtl="0" algn="l">
              <a:spcBef>
                <a:spcPts val="0"/>
              </a:spcBef>
              <a:spcAft>
                <a:spcPts val="0"/>
              </a:spcAft>
              <a:buSzPts val="1100"/>
              <a:buAutoNum type="arabicPeriod"/>
            </a:pPr>
            <a:r>
              <a:rPr lang="en"/>
              <a:t>Showcase version control &amp; rolling update</a:t>
            </a:r>
            <a:endParaRPr/>
          </a:p>
          <a:p>
            <a:pPr indent="-298450" lvl="0" marL="457200" rtl="0" algn="l">
              <a:spcBef>
                <a:spcPts val="0"/>
              </a:spcBef>
              <a:spcAft>
                <a:spcPts val="0"/>
              </a:spcAft>
              <a:buSzPts val="1100"/>
              <a:buAutoNum type="arabicPeriod"/>
            </a:pPr>
            <a:r>
              <a:rPr lang="en"/>
              <a:t>Showcase scaling down of unused services</a:t>
            </a:r>
            <a:endParaRPr/>
          </a:p>
          <a:p>
            <a:pPr indent="-298450" lvl="0" marL="457200" rtl="0" algn="l">
              <a:spcBef>
                <a:spcPts val="0"/>
              </a:spcBef>
              <a:spcAft>
                <a:spcPts val="0"/>
              </a:spcAft>
              <a:buSzPts val="1100"/>
              <a:buAutoNum type="arabicPeriod"/>
            </a:pPr>
            <a:r>
              <a:rPr lang="en"/>
              <a:t>Show logs easy troubleshooting</a:t>
            </a:r>
            <a:endParaRPr/>
          </a:p>
          <a:p>
            <a:pPr indent="-298450" lvl="0" marL="457200" rtl="0" algn="l">
              <a:spcBef>
                <a:spcPts val="0"/>
              </a:spcBef>
              <a:spcAft>
                <a:spcPts val="0"/>
              </a:spcAft>
              <a:buSzPts val="1100"/>
              <a:buAutoNum type="arabicPeriod"/>
            </a:pPr>
            <a:r>
              <a:rPr lang="en"/>
              <a:t>Architecture highlight a pod running without supervisor that was not possible before &amp;&amp; microservices running in different pods</a:t>
            </a:r>
            <a:endParaRPr/>
          </a:p>
          <a:p>
            <a:pPr indent="-298450" lvl="0" marL="457200" rtl="0" algn="l">
              <a:spcBef>
                <a:spcPts val="0"/>
              </a:spcBef>
              <a:spcAft>
                <a:spcPts val="0"/>
              </a:spcAft>
              <a:buSzPts val="1100"/>
              <a:buAutoNum type="arabicPeriod"/>
            </a:pPr>
            <a:r>
              <a:rPr lang="en"/>
              <a:t>Error Control: Upload wrong version and show that it keeps playing</a:t>
            </a:r>
            <a:endParaRPr/>
          </a:p>
          <a:p>
            <a:pPr indent="-298450" lvl="0" marL="457200" rtl="0" algn="l">
              <a:spcBef>
                <a:spcPts val="0"/>
              </a:spcBef>
              <a:spcAft>
                <a:spcPts val="0"/>
              </a:spcAft>
              <a:buSzPts val="1100"/>
              <a:buAutoNum type="arabicPeriod"/>
            </a:pPr>
            <a:r>
              <a:rPr lang="en"/>
              <a:t>Observability? Metrics? ????</a:t>
            </a:r>
            <a:endParaRPr/>
          </a:p>
          <a:p>
            <a:pPr indent="-298450" lvl="0" marL="457200" rtl="0" algn="l">
              <a:spcBef>
                <a:spcPts val="0"/>
              </a:spcBef>
              <a:spcAft>
                <a:spcPts val="0"/>
              </a:spcAft>
              <a:buSzPts val="1100"/>
              <a:buAutoNum type="arabicPeriod"/>
            </a:pPr>
            <a:r>
              <a:rPr lang="en"/>
              <a:t>Take picture with nmf poc nmf space -&gt; ground app</a:t>
            </a:r>
            <a:endParaRPr/>
          </a:p>
          <a:p>
            <a:pPr indent="-298450" lvl="0" marL="457200" rtl="0" algn="l">
              <a:spcBef>
                <a:spcPts val="0"/>
              </a:spcBef>
              <a:spcAft>
                <a:spcPts val="0"/>
              </a:spcAft>
              <a:buSzPts val="1100"/>
              <a:buAutoNum type="arabicPeriod"/>
            </a:pPr>
            <a:r>
              <a:rPr lang="en"/>
              <a:t>Example with language agnostic app</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9a2aafc53b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39a2aafc53b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3af15c26b13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3af15c26b13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VISION: space edge clustered (constellation) architecture, different languages/os/libraries, k8s flacours, deep space or femto/pico (akri)</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af15c26b13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5" name="Google Shape;975;g3af15c26b13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Helps upgrades (java, linux can be done gradually or not completely anyway)</a:t>
            </a:r>
            <a:endParaRPr/>
          </a:p>
          <a:p>
            <a:pPr indent="-298450" lvl="0" marL="457200" rtl="0" algn="l">
              <a:spcBef>
                <a:spcPts val="0"/>
              </a:spcBef>
              <a:spcAft>
                <a:spcPts val="0"/>
              </a:spcAft>
              <a:buSzPts val="1100"/>
              <a:buChar char="-"/>
            </a:pPr>
            <a:r>
              <a:rPr lang="en"/>
              <a:t>Jre lighter or jdk if you want specific other tools (jstat, jstack for monitoring) or jlink</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3af15c26b13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g3af15c26b13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Network isolation, filesystem isolation, loosely coupled with Supervisor in new setup</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af15c26b13_1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3af15c26b13_1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More than one replicas</a:t>
            </a:r>
            <a:endParaRPr/>
          </a:p>
          <a:p>
            <a:pPr indent="-298450" lvl="0" marL="457200" rtl="0" algn="l">
              <a:spcBef>
                <a:spcPts val="0"/>
              </a:spcBef>
              <a:spcAft>
                <a:spcPts val="0"/>
              </a:spcAft>
              <a:buSzPts val="1100"/>
              <a:buChar char="-"/>
            </a:pPr>
            <a:r>
              <a:rPr lang="en"/>
              <a:t>HPA for resource management and autoscaling</a:t>
            </a:r>
            <a:endParaRPr/>
          </a:p>
          <a:p>
            <a:pPr indent="-298450" lvl="0" marL="457200" rtl="0" algn="l">
              <a:spcBef>
                <a:spcPts val="0"/>
              </a:spcBef>
              <a:spcAft>
                <a:spcPts val="0"/>
              </a:spcAft>
              <a:buSzPts val="1100"/>
              <a:buChar char="-"/>
            </a:pPr>
            <a:r>
              <a:rPr lang="en"/>
              <a:t>Configmap for configurations</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3af15c26b13_1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g3af15c26b13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Deployment standardization</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af15c26b13_1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4" name="Google Shape;1074;g3af15c26b13_1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af15c26b13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5" name="Google Shape;1085;g3af15c26b13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g3af378a0cf9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2" name="Google Shape;1102;g3af378a0cf9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3af378a0cf9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0" name="Google Shape;1120;g3af378a0cf9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g3af15c26b13_1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8" name="Google Shape;1138;g3af15c26b13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g39a2aafc53b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5" name="Google Shape;1155;g39a2aafc53b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Future work</a:t>
            </a:r>
            <a:endParaRPr/>
          </a:p>
          <a:p>
            <a:pPr indent="-298450" lvl="0" marL="457200" rtl="0" algn="l">
              <a:spcBef>
                <a:spcPts val="0"/>
              </a:spcBef>
              <a:spcAft>
                <a:spcPts val="0"/>
              </a:spcAft>
              <a:buSzPts val="1100"/>
              <a:buChar char="-"/>
            </a:pPr>
            <a:r>
              <a:rPr lang="en"/>
              <a:t>re-architecting of the NMF Supervisor // lightweight platform service</a:t>
            </a:r>
            <a:endParaRPr/>
          </a:p>
          <a:p>
            <a:pPr indent="-298450" lvl="0" marL="457200" rtl="0" algn="l">
              <a:spcBef>
                <a:spcPts val="0"/>
              </a:spcBef>
              <a:spcAft>
                <a:spcPts val="0"/>
              </a:spcAft>
              <a:buSzPts val="1100"/>
              <a:buChar char="-"/>
            </a:pPr>
            <a:r>
              <a:rPr lang="en"/>
              <a:t>Poc in actual opssat platform</a:t>
            </a:r>
            <a:endParaRPr/>
          </a:p>
          <a:p>
            <a:pPr indent="-298450" lvl="0" marL="457200" rtl="0" algn="l">
              <a:spcBef>
                <a:spcPts val="0"/>
              </a:spcBef>
              <a:spcAft>
                <a:spcPts val="0"/>
              </a:spcAft>
              <a:buSzPts val="1100"/>
              <a:buChar char="-"/>
            </a:pPr>
            <a:r>
              <a:rPr lang="en"/>
              <a:t>Poc with different languages and frameworks</a:t>
            </a:r>
            <a:endParaRPr/>
          </a:p>
          <a:p>
            <a:pPr indent="-298450" lvl="0" marL="457200" rtl="0" algn="l">
              <a:spcBef>
                <a:spcPts val="0"/>
              </a:spcBef>
              <a:spcAft>
                <a:spcPts val="0"/>
              </a:spcAft>
              <a:buSzPts val="1100"/>
              <a:buChar char="-"/>
            </a:pPr>
            <a:r>
              <a:rPr lang="en"/>
              <a:t>Poc Constellation</a:t>
            </a:r>
            <a:endParaRPr/>
          </a:p>
          <a:p>
            <a:pPr indent="-298450" lvl="0" marL="457200" rtl="0" algn="l">
              <a:spcBef>
                <a:spcPts val="0"/>
              </a:spcBef>
              <a:spcAft>
                <a:spcPts val="0"/>
              </a:spcAft>
              <a:buSzPts val="1100"/>
              <a:buChar char="-"/>
            </a:pPr>
            <a:r>
              <a:rPr lang="en"/>
              <a:t>Kubernetes operator</a:t>
            </a:r>
            <a:endParaRPr/>
          </a:p>
          <a:p>
            <a:pPr indent="-298450" lvl="0" marL="457200" rtl="0" algn="l">
              <a:spcBef>
                <a:spcPts val="0"/>
              </a:spcBef>
              <a:spcAft>
                <a:spcPts val="0"/>
              </a:spcAft>
              <a:buSzPts val="1100"/>
              <a:buChar char="-"/>
            </a:pPr>
            <a:r>
              <a:rPr lang="en"/>
              <a:t>cfdp</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14c2555d3ae_0_3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4" name="Google Shape;1184;g14c2555d3ae_0_3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a:off x="520575" y="819150"/>
            <a:ext cx="8079900" cy="3898800"/>
          </a:xfrm>
          <a:prstGeom prst="roundRect">
            <a:avLst>
              <a:gd fmla="val 3542" name="adj"/>
            </a:avLst>
          </a:pr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p:nvPr/>
        </p:nvSpPr>
        <p:spPr>
          <a:xfrm>
            <a:off x="697000" y="1197178"/>
            <a:ext cx="7727022" cy="2792412"/>
          </a:xfrm>
          <a:custGeom>
            <a:rect b="b" l="l" r="r" t="t"/>
            <a:pathLst>
              <a:path extrusionOk="0" h="15117" w="41831">
                <a:moveTo>
                  <a:pt x="1074" y="0"/>
                </a:moveTo>
                <a:lnTo>
                  <a:pt x="40757" y="0"/>
                </a:lnTo>
                <a:cubicBezTo>
                  <a:pt x="41345" y="0"/>
                  <a:pt x="41831" y="483"/>
                  <a:pt x="41831" y="1076"/>
                </a:cubicBezTo>
                <a:lnTo>
                  <a:pt x="41831" y="14043"/>
                </a:lnTo>
                <a:cubicBezTo>
                  <a:pt x="41831" y="14631"/>
                  <a:pt x="41347" y="15116"/>
                  <a:pt x="40757" y="15116"/>
                </a:cubicBezTo>
                <a:lnTo>
                  <a:pt x="1074" y="15116"/>
                </a:lnTo>
                <a:cubicBezTo>
                  <a:pt x="486" y="15116"/>
                  <a:pt x="1" y="14633"/>
                  <a:pt x="1" y="14043"/>
                </a:cubicBezTo>
                <a:lnTo>
                  <a:pt x="1" y="1076"/>
                </a:lnTo>
                <a:cubicBezTo>
                  <a:pt x="1" y="481"/>
                  <a:pt x="484" y="0"/>
                  <a:pt x="1074" y="0"/>
                </a:cubicBezTo>
                <a:close/>
              </a:path>
            </a:pathLst>
          </a:custGeom>
          <a:solidFill>
            <a:srgbClr val="1B22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idx="1" type="subTitle"/>
          </p:nvPr>
        </p:nvSpPr>
        <p:spPr>
          <a:xfrm rot="-546">
            <a:off x="956175" y="4045951"/>
            <a:ext cx="3776700" cy="426300"/>
          </a:xfrm>
          <a:prstGeom prst="rect">
            <a:avLst/>
          </a:prstGeom>
          <a:noFill/>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2" name="Google Shape;12;p2"/>
          <p:cNvSpPr txBox="1"/>
          <p:nvPr>
            <p:ph type="ctrTitle"/>
          </p:nvPr>
        </p:nvSpPr>
        <p:spPr>
          <a:xfrm>
            <a:off x="956175" y="1296625"/>
            <a:ext cx="4732500" cy="2528700"/>
          </a:xfrm>
          <a:prstGeom prst="rect">
            <a:avLst/>
          </a:prstGeom>
        </p:spPr>
        <p:txBody>
          <a:bodyPr anchorCtr="0" anchor="ctr" bIns="91425" lIns="91425" spcFirstLastPara="1" rIns="91425" wrap="square" tIns="91425">
            <a:noAutofit/>
          </a:bodyPr>
          <a:lstStyle>
            <a:lvl1pPr lvl="0" rtl="0">
              <a:lnSpc>
                <a:spcPct val="90000"/>
              </a:lnSpc>
              <a:spcBef>
                <a:spcPts val="0"/>
              </a:spcBef>
              <a:spcAft>
                <a:spcPts val="0"/>
              </a:spcAft>
              <a:buSzPts val="5200"/>
              <a:buNone/>
              <a:defRPr sz="5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grpSp>
        <p:nvGrpSpPr>
          <p:cNvPr id="13" name="Google Shape;13;p2"/>
          <p:cNvGrpSpPr/>
          <p:nvPr/>
        </p:nvGrpSpPr>
        <p:grpSpPr>
          <a:xfrm>
            <a:off x="520563" y="326550"/>
            <a:ext cx="8079900" cy="426900"/>
            <a:chOff x="552450" y="401675"/>
            <a:chExt cx="8079900" cy="426900"/>
          </a:xfrm>
        </p:grpSpPr>
        <p:sp>
          <p:nvSpPr>
            <p:cNvPr id="14" name="Google Shape;14;p2"/>
            <p:cNvSpPr/>
            <p:nvPr/>
          </p:nvSpPr>
          <p:spPr>
            <a:xfrm>
              <a:off x="552450" y="401675"/>
              <a:ext cx="8079900" cy="426900"/>
            </a:xfrm>
            <a:prstGeom prst="roundRect">
              <a:avLst>
                <a:gd fmla="val 22312"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3"/>
          <p:cNvSpPr/>
          <p:nvPr/>
        </p:nvSpPr>
        <p:spPr>
          <a:xfrm>
            <a:off x="520575" y="819150"/>
            <a:ext cx="8079900" cy="3898800"/>
          </a:xfrm>
          <a:prstGeom prst="roundRect">
            <a:avLst>
              <a:gd fmla="val 3542" name="adj"/>
            </a:avLst>
          </a:pr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 name="Google Shape;20;p3"/>
          <p:cNvGrpSpPr/>
          <p:nvPr/>
        </p:nvGrpSpPr>
        <p:grpSpPr>
          <a:xfrm>
            <a:off x="520563" y="326550"/>
            <a:ext cx="8079900" cy="426900"/>
            <a:chOff x="552450" y="401675"/>
            <a:chExt cx="8079900" cy="426900"/>
          </a:xfrm>
        </p:grpSpPr>
        <p:sp>
          <p:nvSpPr>
            <p:cNvPr id="21" name="Google Shape;21;p3"/>
            <p:cNvSpPr/>
            <p:nvPr/>
          </p:nvSpPr>
          <p:spPr>
            <a:xfrm>
              <a:off x="552450" y="401675"/>
              <a:ext cx="8079900" cy="426900"/>
            </a:xfrm>
            <a:prstGeom prst="roundRect">
              <a:avLst>
                <a:gd fmla="val 22312"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 name="Google Shape;25;p3"/>
          <p:cNvSpPr txBox="1"/>
          <p:nvPr>
            <p:ph type="title"/>
          </p:nvPr>
        </p:nvSpPr>
        <p:spPr>
          <a:xfrm>
            <a:off x="4985138" y="2249600"/>
            <a:ext cx="29172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43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6" name="Google Shape;26;p3"/>
          <p:cNvSpPr txBox="1"/>
          <p:nvPr>
            <p:ph idx="1" type="subTitle"/>
          </p:nvPr>
        </p:nvSpPr>
        <p:spPr>
          <a:xfrm rot="462">
            <a:off x="5327088" y="3360687"/>
            <a:ext cx="2233200" cy="630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7" name="Google Shape;27;p3"/>
          <p:cNvSpPr txBox="1"/>
          <p:nvPr>
            <p:ph hasCustomPrompt="1" idx="2" type="title"/>
          </p:nvPr>
        </p:nvSpPr>
        <p:spPr>
          <a:xfrm>
            <a:off x="2750750" y="2312875"/>
            <a:ext cx="1550100" cy="9045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6000"/>
              <a:buNone/>
              <a:defRPr sz="7500">
                <a:solidFill>
                  <a:schemeClr val="lt1"/>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8" name="Google Shape;28;p3"/>
          <p:cNvSpPr/>
          <p:nvPr/>
        </p:nvSpPr>
        <p:spPr>
          <a:xfrm>
            <a:off x="6227500" y="1103025"/>
            <a:ext cx="1232825" cy="153824"/>
          </a:xfrm>
          <a:custGeom>
            <a:rect b="b" l="l" r="r" t="t"/>
            <a:pathLst>
              <a:path extrusionOk="0" h="946" w="7583">
                <a:moveTo>
                  <a:pt x="474" y="0"/>
                </a:moveTo>
                <a:lnTo>
                  <a:pt x="7109" y="0"/>
                </a:lnTo>
                <a:cubicBezTo>
                  <a:pt x="7368" y="0"/>
                  <a:pt x="7582" y="214"/>
                  <a:pt x="7582" y="473"/>
                </a:cubicBezTo>
                <a:lnTo>
                  <a:pt x="7582" y="473"/>
                </a:lnTo>
                <a:cubicBezTo>
                  <a:pt x="7582" y="734"/>
                  <a:pt x="7368" y="946"/>
                  <a:pt x="7109" y="946"/>
                </a:cubicBezTo>
                <a:lnTo>
                  <a:pt x="474" y="946"/>
                </a:lnTo>
                <a:cubicBezTo>
                  <a:pt x="214" y="946"/>
                  <a:pt x="1" y="732"/>
                  <a:pt x="1" y="473"/>
                </a:cubicBezTo>
                <a:lnTo>
                  <a:pt x="1" y="473"/>
                </a:lnTo>
                <a:cubicBezTo>
                  <a:pt x="1" y="214"/>
                  <a:pt x="214" y="0"/>
                  <a:pt x="474"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7539026" y="1103025"/>
            <a:ext cx="556503" cy="153824"/>
          </a:xfrm>
          <a:custGeom>
            <a:rect b="b" l="l" r="r" t="t"/>
            <a:pathLst>
              <a:path extrusionOk="0" h="946" w="3423">
                <a:moveTo>
                  <a:pt x="476" y="0"/>
                </a:moveTo>
                <a:lnTo>
                  <a:pt x="2949" y="0"/>
                </a:lnTo>
                <a:cubicBezTo>
                  <a:pt x="3209" y="0"/>
                  <a:pt x="3422" y="214"/>
                  <a:pt x="3422" y="473"/>
                </a:cubicBezTo>
                <a:lnTo>
                  <a:pt x="3422" y="473"/>
                </a:lnTo>
                <a:cubicBezTo>
                  <a:pt x="3422" y="734"/>
                  <a:pt x="3209" y="946"/>
                  <a:pt x="2949" y="946"/>
                </a:cubicBezTo>
                <a:lnTo>
                  <a:pt x="476" y="946"/>
                </a:lnTo>
                <a:cubicBezTo>
                  <a:pt x="217" y="946"/>
                  <a:pt x="3" y="732"/>
                  <a:pt x="3" y="473"/>
                </a:cubicBezTo>
                <a:lnTo>
                  <a:pt x="3" y="473"/>
                </a:lnTo>
                <a:cubicBezTo>
                  <a:pt x="1" y="214"/>
                  <a:pt x="214" y="0"/>
                  <a:pt x="4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273628" y="3000174"/>
            <a:ext cx="168275" cy="168302"/>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 name="Shape 31"/>
        <p:cNvGrpSpPr/>
        <p:nvPr/>
      </p:nvGrpSpPr>
      <p:grpSpPr>
        <a:xfrm>
          <a:off x="0" y="0"/>
          <a:ext cx="0" cy="0"/>
          <a:chOff x="0" y="0"/>
          <a:chExt cx="0" cy="0"/>
        </a:xfrm>
      </p:grpSpPr>
      <p:sp>
        <p:nvSpPr>
          <p:cNvPr id="32" name="Google Shape;32;p4"/>
          <p:cNvSpPr/>
          <p:nvPr/>
        </p:nvSpPr>
        <p:spPr>
          <a:xfrm>
            <a:off x="520575" y="819150"/>
            <a:ext cx="8079900" cy="3898800"/>
          </a:xfrm>
          <a:prstGeom prst="roundRect">
            <a:avLst>
              <a:gd fmla="val 3542" name="adj"/>
            </a:avLst>
          </a:pr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4"/>
          <p:cNvGrpSpPr/>
          <p:nvPr/>
        </p:nvGrpSpPr>
        <p:grpSpPr>
          <a:xfrm>
            <a:off x="520563" y="326550"/>
            <a:ext cx="8079900" cy="426900"/>
            <a:chOff x="552450" y="401675"/>
            <a:chExt cx="8079900" cy="426900"/>
          </a:xfrm>
        </p:grpSpPr>
        <p:sp>
          <p:nvSpPr>
            <p:cNvPr id="34" name="Google Shape;34;p4"/>
            <p:cNvSpPr/>
            <p:nvPr/>
          </p:nvSpPr>
          <p:spPr>
            <a:xfrm>
              <a:off x="552450" y="401675"/>
              <a:ext cx="8079900" cy="426900"/>
            </a:xfrm>
            <a:prstGeom prst="roundRect">
              <a:avLst>
                <a:gd fmla="val 22312"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 name="Google Shape;38;p4"/>
          <p:cNvSpPr txBox="1"/>
          <p:nvPr>
            <p:ph type="title"/>
          </p:nvPr>
        </p:nvSpPr>
        <p:spPr>
          <a:xfrm>
            <a:off x="720000" y="969225"/>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4"/>
          <p:cNvSpPr txBox="1"/>
          <p:nvPr>
            <p:ph idx="1" type="body"/>
          </p:nvPr>
        </p:nvSpPr>
        <p:spPr>
          <a:xfrm>
            <a:off x="720000" y="1533525"/>
            <a:ext cx="7704000" cy="14541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chemeClr val="accent3"/>
              </a:buClr>
              <a:buSzPts val="1400"/>
              <a:buChar char="●"/>
              <a:defRPr>
                <a:solidFill>
                  <a:srgbClr val="434343"/>
                </a:solidFill>
              </a:defRPr>
            </a:lvl1pPr>
            <a:lvl2pPr indent="-317500" lvl="1" marL="914400" rtl="0">
              <a:lnSpc>
                <a:spcPct val="115000"/>
              </a:lnSpc>
              <a:spcBef>
                <a:spcPts val="0"/>
              </a:spcBef>
              <a:spcAft>
                <a:spcPts val="0"/>
              </a:spcAft>
              <a:buClr>
                <a:srgbClr val="434343"/>
              </a:buClr>
              <a:buSzPts val="1400"/>
              <a:buChar char="○"/>
              <a:defRPr>
                <a:solidFill>
                  <a:srgbClr val="434343"/>
                </a:solidFill>
              </a:defRPr>
            </a:lvl2pPr>
            <a:lvl3pPr indent="-317500" lvl="2" marL="1371600" rtl="0">
              <a:lnSpc>
                <a:spcPct val="115000"/>
              </a:lnSpc>
              <a:spcBef>
                <a:spcPts val="1600"/>
              </a:spcBef>
              <a:spcAft>
                <a:spcPts val="0"/>
              </a:spcAft>
              <a:buClr>
                <a:srgbClr val="434343"/>
              </a:buClr>
              <a:buSzPts val="1400"/>
              <a:buChar char="■"/>
              <a:defRPr>
                <a:solidFill>
                  <a:srgbClr val="434343"/>
                </a:solidFill>
              </a:defRPr>
            </a:lvl3pPr>
            <a:lvl4pPr indent="-317500" lvl="3" marL="1828800" rtl="0">
              <a:lnSpc>
                <a:spcPct val="115000"/>
              </a:lnSpc>
              <a:spcBef>
                <a:spcPts val="1600"/>
              </a:spcBef>
              <a:spcAft>
                <a:spcPts val="0"/>
              </a:spcAft>
              <a:buClr>
                <a:srgbClr val="434343"/>
              </a:buClr>
              <a:buSzPts val="1400"/>
              <a:buChar char="●"/>
              <a:defRPr>
                <a:solidFill>
                  <a:srgbClr val="434343"/>
                </a:solidFill>
              </a:defRPr>
            </a:lvl4pPr>
            <a:lvl5pPr indent="-317500" lvl="4" marL="2286000" rtl="0">
              <a:lnSpc>
                <a:spcPct val="115000"/>
              </a:lnSpc>
              <a:spcBef>
                <a:spcPts val="1600"/>
              </a:spcBef>
              <a:spcAft>
                <a:spcPts val="0"/>
              </a:spcAft>
              <a:buClr>
                <a:srgbClr val="434343"/>
              </a:buClr>
              <a:buSzPts val="1400"/>
              <a:buChar char="○"/>
              <a:defRPr>
                <a:solidFill>
                  <a:srgbClr val="434343"/>
                </a:solidFill>
              </a:defRPr>
            </a:lvl5pPr>
            <a:lvl6pPr indent="-317500" lvl="5" marL="2743200" rtl="0">
              <a:lnSpc>
                <a:spcPct val="115000"/>
              </a:lnSpc>
              <a:spcBef>
                <a:spcPts val="1600"/>
              </a:spcBef>
              <a:spcAft>
                <a:spcPts val="0"/>
              </a:spcAft>
              <a:buClr>
                <a:srgbClr val="434343"/>
              </a:buClr>
              <a:buSzPts val="1400"/>
              <a:buChar char="■"/>
              <a:defRPr>
                <a:solidFill>
                  <a:srgbClr val="434343"/>
                </a:solidFill>
              </a:defRPr>
            </a:lvl6pPr>
            <a:lvl7pPr indent="-317500" lvl="6" marL="3200400" rtl="0">
              <a:lnSpc>
                <a:spcPct val="115000"/>
              </a:lnSpc>
              <a:spcBef>
                <a:spcPts val="1600"/>
              </a:spcBef>
              <a:spcAft>
                <a:spcPts val="0"/>
              </a:spcAft>
              <a:buClr>
                <a:srgbClr val="434343"/>
              </a:buClr>
              <a:buSzPts val="1400"/>
              <a:buChar char="●"/>
              <a:defRPr>
                <a:solidFill>
                  <a:srgbClr val="434343"/>
                </a:solidFill>
              </a:defRPr>
            </a:lvl7pPr>
            <a:lvl8pPr indent="-317500" lvl="7" marL="3657600" rtl="0">
              <a:lnSpc>
                <a:spcPct val="115000"/>
              </a:lnSpc>
              <a:spcBef>
                <a:spcPts val="1600"/>
              </a:spcBef>
              <a:spcAft>
                <a:spcPts val="0"/>
              </a:spcAft>
              <a:buClr>
                <a:srgbClr val="434343"/>
              </a:buClr>
              <a:buSzPts val="1400"/>
              <a:buChar char="○"/>
              <a:defRPr>
                <a:solidFill>
                  <a:srgbClr val="434343"/>
                </a:solidFill>
              </a:defRPr>
            </a:lvl8pPr>
            <a:lvl9pPr indent="-317500" lvl="8" marL="4114800" rtl="0">
              <a:lnSpc>
                <a:spcPct val="115000"/>
              </a:lnSpc>
              <a:spcBef>
                <a:spcPts val="1600"/>
              </a:spcBef>
              <a:spcAft>
                <a:spcPts val="1600"/>
              </a:spcAft>
              <a:buClr>
                <a:srgbClr val="434343"/>
              </a:buClr>
              <a:buSzPts val="1400"/>
              <a:buChar char="■"/>
              <a:defRPr>
                <a:solidFill>
                  <a:srgbClr val="434343"/>
                </a:solidFill>
              </a:defRPr>
            </a:lvl9pPr>
          </a:lstStyle>
          <a:p/>
        </p:txBody>
      </p:sp>
      <p:sp>
        <p:nvSpPr>
          <p:cNvPr id="40" name="Google Shape;40;p4"/>
          <p:cNvSpPr/>
          <p:nvPr/>
        </p:nvSpPr>
        <p:spPr>
          <a:xfrm rot="4304125">
            <a:off x="7672168" y="1031002"/>
            <a:ext cx="1793781" cy="1459569"/>
          </a:xfrm>
          <a:custGeom>
            <a:rect b="b" l="l" r="r" t="t"/>
            <a:pathLst>
              <a:path extrusionOk="0" h="8014" w="9849">
                <a:moveTo>
                  <a:pt x="2143" y="0"/>
                </a:moveTo>
                <a:cubicBezTo>
                  <a:pt x="2606" y="0"/>
                  <a:pt x="2982" y="375"/>
                  <a:pt x="2982" y="837"/>
                </a:cubicBezTo>
                <a:cubicBezTo>
                  <a:pt x="2982" y="946"/>
                  <a:pt x="2961" y="1045"/>
                  <a:pt x="2924" y="1142"/>
                </a:cubicBezTo>
                <a:lnTo>
                  <a:pt x="8300" y="3856"/>
                </a:lnTo>
                <a:cubicBezTo>
                  <a:pt x="8450" y="3622"/>
                  <a:pt x="8711" y="3463"/>
                  <a:pt x="9009" y="3463"/>
                </a:cubicBezTo>
                <a:cubicBezTo>
                  <a:pt x="9472" y="3463"/>
                  <a:pt x="9848" y="3840"/>
                  <a:pt x="9848" y="4302"/>
                </a:cubicBezTo>
                <a:cubicBezTo>
                  <a:pt x="9848" y="4765"/>
                  <a:pt x="9472" y="5139"/>
                  <a:pt x="9009" y="5139"/>
                </a:cubicBezTo>
                <a:cubicBezTo>
                  <a:pt x="8709" y="5139"/>
                  <a:pt x="8444" y="4981"/>
                  <a:pt x="8298" y="4744"/>
                </a:cubicBezTo>
                <a:lnTo>
                  <a:pt x="2756" y="7483"/>
                </a:lnTo>
                <a:cubicBezTo>
                  <a:pt x="2766" y="7520"/>
                  <a:pt x="2770" y="7555"/>
                  <a:pt x="2770" y="7594"/>
                </a:cubicBezTo>
                <a:cubicBezTo>
                  <a:pt x="2770" y="7827"/>
                  <a:pt x="2583" y="8014"/>
                  <a:pt x="2353" y="8014"/>
                </a:cubicBezTo>
                <a:cubicBezTo>
                  <a:pt x="2120" y="8014"/>
                  <a:pt x="1933" y="7827"/>
                  <a:pt x="1933" y="7594"/>
                </a:cubicBezTo>
                <a:cubicBezTo>
                  <a:pt x="1933" y="7395"/>
                  <a:pt x="2071" y="7231"/>
                  <a:pt x="2260" y="7185"/>
                </a:cubicBezTo>
                <a:lnTo>
                  <a:pt x="2089" y="1670"/>
                </a:lnTo>
                <a:cubicBezTo>
                  <a:pt x="1654" y="1641"/>
                  <a:pt x="1306" y="1277"/>
                  <a:pt x="1306" y="835"/>
                </a:cubicBezTo>
                <a:cubicBezTo>
                  <a:pt x="1306" y="375"/>
                  <a:pt x="1680" y="0"/>
                  <a:pt x="2143" y="0"/>
                </a:cubicBezTo>
                <a:close/>
                <a:moveTo>
                  <a:pt x="416" y="4551"/>
                </a:moveTo>
                <a:cubicBezTo>
                  <a:pt x="646" y="4551"/>
                  <a:pt x="833" y="4736"/>
                  <a:pt x="833" y="4969"/>
                </a:cubicBezTo>
                <a:cubicBezTo>
                  <a:pt x="833" y="5199"/>
                  <a:pt x="648" y="5384"/>
                  <a:pt x="416" y="5384"/>
                </a:cubicBezTo>
                <a:cubicBezTo>
                  <a:pt x="187" y="5384"/>
                  <a:pt x="0" y="5199"/>
                  <a:pt x="0" y="4969"/>
                </a:cubicBezTo>
                <a:cubicBezTo>
                  <a:pt x="2" y="4736"/>
                  <a:pt x="187" y="4551"/>
                  <a:pt x="416" y="4551"/>
                </a:cubicBezTo>
                <a:close/>
                <a:moveTo>
                  <a:pt x="6856" y="952"/>
                </a:moveTo>
                <a:cubicBezTo>
                  <a:pt x="6716" y="952"/>
                  <a:pt x="6603" y="1066"/>
                  <a:pt x="6603" y="1205"/>
                </a:cubicBezTo>
                <a:cubicBezTo>
                  <a:pt x="6603" y="1343"/>
                  <a:pt x="6716" y="1456"/>
                  <a:pt x="6856" y="1456"/>
                </a:cubicBezTo>
                <a:cubicBezTo>
                  <a:pt x="6994" y="1456"/>
                  <a:pt x="7107" y="1343"/>
                  <a:pt x="7107" y="1205"/>
                </a:cubicBezTo>
                <a:cubicBezTo>
                  <a:pt x="7105" y="1066"/>
                  <a:pt x="6994" y="952"/>
                  <a:pt x="6856" y="952"/>
                </a:cubicBezTo>
                <a:close/>
                <a:moveTo>
                  <a:pt x="8226" y="4600"/>
                </a:moveTo>
                <a:cubicBezTo>
                  <a:pt x="8189" y="4508"/>
                  <a:pt x="8170" y="4407"/>
                  <a:pt x="8170" y="4302"/>
                </a:cubicBezTo>
                <a:cubicBezTo>
                  <a:pt x="8170" y="4195"/>
                  <a:pt x="8191" y="4093"/>
                  <a:pt x="8228" y="4000"/>
                </a:cubicBezTo>
                <a:lnTo>
                  <a:pt x="2852" y="1286"/>
                </a:lnTo>
                <a:cubicBezTo>
                  <a:pt x="2721" y="1491"/>
                  <a:pt x="2503" y="1637"/>
                  <a:pt x="2252" y="1668"/>
                </a:cubicBezTo>
                <a:lnTo>
                  <a:pt x="2421" y="7183"/>
                </a:lnTo>
                <a:cubicBezTo>
                  <a:pt x="2530" y="7202"/>
                  <a:pt x="2622" y="7261"/>
                  <a:pt x="2686" y="734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rot="7355165">
            <a:off x="8197463" y="1374859"/>
            <a:ext cx="578861" cy="579015"/>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rgbClr val="92D9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2" name="Shape 42"/>
        <p:cNvGrpSpPr/>
        <p:nvPr/>
      </p:nvGrpSpPr>
      <p:grpSpPr>
        <a:xfrm>
          <a:off x="0" y="0"/>
          <a:ext cx="0" cy="0"/>
          <a:chOff x="0" y="0"/>
          <a:chExt cx="0" cy="0"/>
        </a:xfrm>
      </p:grpSpPr>
      <p:sp>
        <p:nvSpPr>
          <p:cNvPr id="43" name="Google Shape;43;p5"/>
          <p:cNvSpPr/>
          <p:nvPr/>
        </p:nvSpPr>
        <p:spPr>
          <a:xfrm>
            <a:off x="520575" y="819150"/>
            <a:ext cx="8079900" cy="3898800"/>
          </a:xfrm>
          <a:prstGeom prst="roundRect">
            <a:avLst>
              <a:gd fmla="val 3542" name="adj"/>
            </a:avLst>
          </a:pr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 name="Google Shape;44;p5"/>
          <p:cNvGrpSpPr/>
          <p:nvPr/>
        </p:nvGrpSpPr>
        <p:grpSpPr>
          <a:xfrm>
            <a:off x="520563" y="326550"/>
            <a:ext cx="8079900" cy="426900"/>
            <a:chOff x="552450" y="401675"/>
            <a:chExt cx="8079900" cy="426900"/>
          </a:xfrm>
        </p:grpSpPr>
        <p:sp>
          <p:nvSpPr>
            <p:cNvPr id="45" name="Google Shape;45;p5"/>
            <p:cNvSpPr/>
            <p:nvPr/>
          </p:nvSpPr>
          <p:spPr>
            <a:xfrm>
              <a:off x="552450" y="401675"/>
              <a:ext cx="8079900" cy="426900"/>
            </a:xfrm>
            <a:prstGeom prst="roundRect">
              <a:avLst>
                <a:gd fmla="val 22312"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5"/>
          <p:cNvSpPr txBox="1"/>
          <p:nvPr>
            <p:ph idx="1" type="subTitle"/>
          </p:nvPr>
        </p:nvSpPr>
        <p:spPr>
          <a:xfrm>
            <a:off x="1436675" y="2384025"/>
            <a:ext cx="2420100" cy="1005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0" name="Google Shape;50;p5"/>
          <p:cNvSpPr txBox="1"/>
          <p:nvPr>
            <p:ph idx="2" type="subTitle"/>
          </p:nvPr>
        </p:nvSpPr>
        <p:spPr>
          <a:xfrm>
            <a:off x="5121272" y="2383425"/>
            <a:ext cx="2423100" cy="1005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1" name="Google Shape;51;p5"/>
          <p:cNvSpPr txBox="1"/>
          <p:nvPr>
            <p:ph type="title"/>
          </p:nvPr>
        </p:nvSpPr>
        <p:spPr>
          <a:xfrm>
            <a:off x="720000" y="969225"/>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 name="Google Shape;52;p5"/>
          <p:cNvSpPr txBox="1"/>
          <p:nvPr>
            <p:ph idx="3" type="title"/>
          </p:nvPr>
        </p:nvSpPr>
        <p:spPr>
          <a:xfrm>
            <a:off x="1441859" y="3389025"/>
            <a:ext cx="24096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18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53" name="Google Shape;53;p5"/>
          <p:cNvSpPr txBox="1"/>
          <p:nvPr>
            <p:ph idx="4" type="title"/>
          </p:nvPr>
        </p:nvSpPr>
        <p:spPr>
          <a:xfrm>
            <a:off x="5125772" y="3389025"/>
            <a:ext cx="24141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4" name="Google Shape;54;p5"/>
          <p:cNvSpPr/>
          <p:nvPr/>
        </p:nvSpPr>
        <p:spPr>
          <a:xfrm>
            <a:off x="7943850" y="714375"/>
            <a:ext cx="1128900" cy="112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 name="Google Shape;55;p5"/>
          <p:cNvGrpSpPr/>
          <p:nvPr/>
        </p:nvGrpSpPr>
        <p:grpSpPr>
          <a:xfrm rot="-846281">
            <a:off x="7879557" y="690583"/>
            <a:ext cx="1078052" cy="1078403"/>
            <a:chOff x="5759760" y="3433415"/>
            <a:chExt cx="583422" cy="583612"/>
          </a:xfrm>
        </p:grpSpPr>
        <p:sp>
          <p:nvSpPr>
            <p:cNvPr id="56" name="Google Shape;56;p5"/>
            <p:cNvSpPr/>
            <p:nvPr/>
          </p:nvSpPr>
          <p:spPr>
            <a:xfrm>
              <a:off x="5759760" y="3433415"/>
              <a:ext cx="583422" cy="583612"/>
            </a:xfrm>
            <a:custGeom>
              <a:rect b="b" l="l" r="r" t="t"/>
              <a:pathLst>
                <a:path extrusionOk="0" h="12306" w="12302">
                  <a:moveTo>
                    <a:pt x="6540" y="217"/>
                  </a:moveTo>
                  <a:cubicBezTo>
                    <a:pt x="9818" y="430"/>
                    <a:pt x="12302" y="3262"/>
                    <a:pt x="12090" y="6542"/>
                  </a:cubicBezTo>
                  <a:cubicBezTo>
                    <a:pt x="11876" y="9820"/>
                    <a:pt x="9042" y="12306"/>
                    <a:pt x="5762" y="12092"/>
                  </a:cubicBezTo>
                  <a:cubicBezTo>
                    <a:pt x="2487" y="11878"/>
                    <a:pt x="1" y="9047"/>
                    <a:pt x="214" y="5767"/>
                  </a:cubicBezTo>
                  <a:cubicBezTo>
                    <a:pt x="426" y="2487"/>
                    <a:pt x="3260" y="1"/>
                    <a:pt x="6540" y="217"/>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5834360" y="3463578"/>
              <a:ext cx="315613" cy="339421"/>
            </a:xfrm>
            <a:custGeom>
              <a:rect b="b" l="l" r="r" t="t"/>
              <a:pathLst>
                <a:path extrusionOk="0" h="7157" w="6655">
                  <a:moveTo>
                    <a:pt x="5732" y="251"/>
                  </a:moveTo>
                  <a:cubicBezTo>
                    <a:pt x="5999" y="269"/>
                    <a:pt x="6233" y="393"/>
                    <a:pt x="6398" y="580"/>
                  </a:cubicBezTo>
                  <a:cubicBezTo>
                    <a:pt x="6562" y="769"/>
                    <a:pt x="6655" y="1016"/>
                    <a:pt x="6636" y="1283"/>
                  </a:cubicBezTo>
                  <a:cubicBezTo>
                    <a:pt x="6620" y="1551"/>
                    <a:pt x="6497" y="1783"/>
                    <a:pt x="6307" y="1947"/>
                  </a:cubicBezTo>
                  <a:cubicBezTo>
                    <a:pt x="6122" y="2112"/>
                    <a:pt x="5874" y="2205"/>
                    <a:pt x="5606" y="2188"/>
                  </a:cubicBezTo>
                  <a:cubicBezTo>
                    <a:pt x="5339" y="2170"/>
                    <a:pt x="5104" y="2046"/>
                    <a:pt x="4940" y="1859"/>
                  </a:cubicBezTo>
                  <a:cubicBezTo>
                    <a:pt x="4775" y="1674"/>
                    <a:pt x="4683" y="1423"/>
                    <a:pt x="4701" y="1156"/>
                  </a:cubicBezTo>
                  <a:cubicBezTo>
                    <a:pt x="4720" y="888"/>
                    <a:pt x="4843" y="656"/>
                    <a:pt x="5030" y="492"/>
                  </a:cubicBezTo>
                  <a:cubicBezTo>
                    <a:pt x="5216" y="329"/>
                    <a:pt x="5464" y="237"/>
                    <a:pt x="5732" y="251"/>
                  </a:cubicBezTo>
                  <a:close/>
                  <a:moveTo>
                    <a:pt x="1535" y="4298"/>
                  </a:moveTo>
                  <a:cubicBezTo>
                    <a:pt x="1925" y="4323"/>
                    <a:pt x="2271" y="4506"/>
                    <a:pt x="2509" y="4777"/>
                  </a:cubicBezTo>
                  <a:cubicBezTo>
                    <a:pt x="2748" y="5051"/>
                    <a:pt x="2884" y="5417"/>
                    <a:pt x="2859" y="5805"/>
                  </a:cubicBezTo>
                  <a:cubicBezTo>
                    <a:pt x="2832" y="6196"/>
                    <a:pt x="2651" y="6541"/>
                    <a:pt x="2378" y="6780"/>
                  </a:cubicBezTo>
                  <a:cubicBezTo>
                    <a:pt x="2106" y="7018"/>
                    <a:pt x="1740" y="7156"/>
                    <a:pt x="1350" y="7129"/>
                  </a:cubicBezTo>
                  <a:cubicBezTo>
                    <a:pt x="959" y="7105"/>
                    <a:pt x="616" y="6922"/>
                    <a:pt x="375" y="6650"/>
                  </a:cubicBezTo>
                  <a:cubicBezTo>
                    <a:pt x="136" y="6377"/>
                    <a:pt x="1" y="6009"/>
                    <a:pt x="25" y="5622"/>
                  </a:cubicBezTo>
                  <a:cubicBezTo>
                    <a:pt x="52" y="5231"/>
                    <a:pt x="235" y="4886"/>
                    <a:pt x="507" y="4647"/>
                  </a:cubicBezTo>
                  <a:cubicBezTo>
                    <a:pt x="780" y="4409"/>
                    <a:pt x="1144" y="4271"/>
                    <a:pt x="1535" y="4298"/>
                  </a:cubicBezTo>
                  <a:close/>
                  <a:moveTo>
                    <a:pt x="2333" y="4937"/>
                  </a:moveTo>
                  <a:cubicBezTo>
                    <a:pt x="2133" y="4711"/>
                    <a:pt x="1845" y="4559"/>
                    <a:pt x="1522" y="4538"/>
                  </a:cubicBezTo>
                  <a:cubicBezTo>
                    <a:pt x="1195" y="4518"/>
                    <a:pt x="893" y="4629"/>
                    <a:pt x="667" y="4830"/>
                  </a:cubicBezTo>
                  <a:cubicBezTo>
                    <a:pt x="441" y="5028"/>
                    <a:pt x="289" y="5316"/>
                    <a:pt x="268" y="5639"/>
                  </a:cubicBezTo>
                  <a:cubicBezTo>
                    <a:pt x="247" y="5966"/>
                    <a:pt x="358" y="6270"/>
                    <a:pt x="558" y="6496"/>
                  </a:cubicBezTo>
                  <a:cubicBezTo>
                    <a:pt x="759" y="6722"/>
                    <a:pt x="1043" y="6872"/>
                    <a:pt x="1368" y="6893"/>
                  </a:cubicBezTo>
                  <a:cubicBezTo>
                    <a:pt x="1695" y="6914"/>
                    <a:pt x="1997" y="6805"/>
                    <a:pt x="2224" y="6603"/>
                  </a:cubicBezTo>
                  <a:cubicBezTo>
                    <a:pt x="2452" y="6406"/>
                    <a:pt x="2602" y="6118"/>
                    <a:pt x="2622" y="5793"/>
                  </a:cubicBezTo>
                  <a:cubicBezTo>
                    <a:pt x="2643" y="5468"/>
                    <a:pt x="2530" y="5164"/>
                    <a:pt x="2333" y="4937"/>
                  </a:cubicBezTo>
                  <a:close/>
                  <a:moveTo>
                    <a:pt x="3468" y="12"/>
                  </a:moveTo>
                  <a:cubicBezTo>
                    <a:pt x="3638" y="23"/>
                    <a:pt x="3788" y="103"/>
                    <a:pt x="3891" y="220"/>
                  </a:cubicBezTo>
                  <a:cubicBezTo>
                    <a:pt x="3998" y="339"/>
                    <a:pt x="4056" y="498"/>
                    <a:pt x="4043" y="668"/>
                  </a:cubicBezTo>
                  <a:cubicBezTo>
                    <a:pt x="4033" y="837"/>
                    <a:pt x="3953" y="987"/>
                    <a:pt x="3836" y="1092"/>
                  </a:cubicBezTo>
                  <a:cubicBezTo>
                    <a:pt x="3716" y="1197"/>
                    <a:pt x="3558" y="1257"/>
                    <a:pt x="3387" y="1244"/>
                  </a:cubicBezTo>
                  <a:cubicBezTo>
                    <a:pt x="3219" y="1234"/>
                    <a:pt x="3069" y="1154"/>
                    <a:pt x="2964" y="1034"/>
                  </a:cubicBezTo>
                  <a:cubicBezTo>
                    <a:pt x="2859" y="917"/>
                    <a:pt x="2799" y="757"/>
                    <a:pt x="2812" y="588"/>
                  </a:cubicBezTo>
                  <a:cubicBezTo>
                    <a:pt x="2826" y="420"/>
                    <a:pt x="2902" y="269"/>
                    <a:pt x="3021" y="165"/>
                  </a:cubicBezTo>
                  <a:cubicBezTo>
                    <a:pt x="3139" y="60"/>
                    <a:pt x="3299" y="0"/>
                    <a:pt x="3468" y="12"/>
                  </a:cubicBezTo>
                  <a:close/>
                  <a:moveTo>
                    <a:pt x="3756" y="339"/>
                  </a:moveTo>
                  <a:cubicBezTo>
                    <a:pt x="3682" y="253"/>
                    <a:pt x="3577" y="198"/>
                    <a:pt x="3455" y="193"/>
                  </a:cubicBezTo>
                  <a:cubicBezTo>
                    <a:pt x="3334" y="185"/>
                    <a:pt x="3221" y="226"/>
                    <a:pt x="3139" y="300"/>
                  </a:cubicBezTo>
                  <a:cubicBezTo>
                    <a:pt x="3054" y="374"/>
                    <a:pt x="2997" y="481"/>
                    <a:pt x="2993" y="601"/>
                  </a:cubicBezTo>
                  <a:cubicBezTo>
                    <a:pt x="2984" y="722"/>
                    <a:pt x="3026" y="835"/>
                    <a:pt x="3100" y="917"/>
                  </a:cubicBezTo>
                  <a:cubicBezTo>
                    <a:pt x="3176" y="1002"/>
                    <a:pt x="3281" y="1055"/>
                    <a:pt x="3402" y="1063"/>
                  </a:cubicBezTo>
                  <a:cubicBezTo>
                    <a:pt x="3521" y="1071"/>
                    <a:pt x="3634" y="1030"/>
                    <a:pt x="3716" y="956"/>
                  </a:cubicBezTo>
                  <a:cubicBezTo>
                    <a:pt x="3803" y="882"/>
                    <a:pt x="3856" y="775"/>
                    <a:pt x="3865" y="656"/>
                  </a:cubicBezTo>
                  <a:cubicBezTo>
                    <a:pt x="3871" y="537"/>
                    <a:pt x="3830" y="424"/>
                    <a:pt x="3756" y="339"/>
                  </a:cubicBezTo>
                  <a:close/>
                  <a:moveTo>
                    <a:pt x="5719" y="432"/>
                  </a:moveTo>
                  <a:cubicBezTo>
                    <a:pt x="5503" y="415"/>
                    <a:pt x="5300" y="492"/>
                    <a:pt x="5150" y="627"/>
                  </a:cubicBezTo>
                  <a:cubicBezTo>
                    <a:pt x="4998" y="761"/>
                    <a:pt x="4895" y="950"/>
                    <a:pt x="4882" y="1170"/>
                  </a:cubicBezTo>
                  <a:cubicBezTo>
                    <a:pt x="4866" y="1386"/>
                    <a:pt x="4944" y="1588"/>
                    <a:pt x="5078" y="1740"/>
                  </a:cubicBezTo>
                  <a:cubicBezTo>
                    <a:pt x="5211" y="1892"/>
                    <a:pt x="5401" y="1995"/>
                    <a:pt x="5619" y="2007"/>
                  </a:cubicBezTo>
                  <a:cubicBezTo>
                    <a:pt x="5834" y="2024"/>
                    <a:pt x="6038" y="1945"/>
                    <a:pt x="6190" y="1812"/>
                  </a:cubicBezTo>
                  <a:cubicBezTo>
                    <a:pt x="6342" y="1678"/>
                    <a:pt x="6445" y="1487"/>
                    <a:pt x="6458" y="1269"/>
                  </a:cubicBezTo>
                  <a:cubicBezTo>
                    <a:pt x="6486" y="835"/>
                    <a:pt x="6157" y="459"/>
                    <a:pt x="5719" y="432"/>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5815058" y="3536707"/>
              <a:ext cx="519161" cy="470788"/>
            </a:xfrm>
            <a:custGeom>
              <a:rect b="b" l="l" r="r" t="t"/>
              <a:pathLst>
                <a:path extrusionOk="0" h="9927" w="10947">
                  <a:moveTo>
                    <a:pt x="9412" y="0"/>
                  </a:moveTo>
                  <a:cubicBezTo>
                    <a:pt x="10165" y="837"/>
                    <a:pt x="10679" y="1886"/>
                    <a:pt x="10860" y="3038"/>
                  </a:cubicBezTo>
                  <a:lnTo>
                    <a:pt x="10887" y="3219"/>
                  </a:lnTo>
                  <a:cubicBezTo>
                    <a:pt x="10934" y="3591"/>
                    <a:pt x="10946" y="3973"/>
                    <a:pt x="10922" y="4364"/>
                  </a:cubicBezTo>
                  <a:cubicBezTo>
                    <a:pt x="10899" y="4714"/>
                    <a:pt x="10848" y="5053"/>
                    <a:pt x="10768" y="5380"/>
                  </a:cubicBezTo>
                  <a:lnTo>
                    <a:pt x="10722" y="5555"/>
                  </a:lnTo>
                  <a:cubicBezTo>
                    <a:pt x="10054" y="7998"/>
                    <a:pt x="7878" y="9778"/>
                    <a:pt x="5316" y="9916"/>
                  </a:cubicBezTo>
                  <a:cubicBezTo>
                    <a:pt x="5324" y="9875"/>
                    <a:pt x="5326" y="9834"/>
                    <a:pt x="5328" y="9793"/>
                  </a:cubicBezTo>
                  <a:cubicBezTo>
                    <a:pt x="5355" y="9408"/>
                    <a:pt x="5222" y="9048"/>
                    <a:pt x="4985" y="8779"/>
                  </a:cubicBezTo>
                  <a:cubicBezTo>
                    <a:pt x="4749" y="8507"/>
                    <a:pt x="4409" y="8329"/>
                    <a:pt x="4023" y="8302"/>
                  </a:cubicBezTo>
                  <a:cubicBezTo>
                    <a:pt x="3638" y="8277"/>
                    <a:pt x="3278" y="8411"/>
                    <a:pt x="3009" y="8647"/>
                  </a:cubicBezTo>
                  <a:cubicBezTo>
                    <a:pt x="2785" y="8843"/>
                    <a:pt x="2626" y="9106"/>
                    <a:pt x="2561" y="9410"/>
                  </a:cubicBezTo>
                  <a:cubicBezTo>
                    <a:pt x="1508" y="8939"/>
                    <a:pt x="622" y="8174"/>
                    <a:pt x="0" y="7222"/>
                  </a:cubicBezTo>
                  <a:cubicBezTo>
                    <a:pt x="2532" y="7506"/>
                    <a:pt x="3509" y="7043"/>
                    <a:pt x="4434" y="5147"/>
                  </a:cubicBezTo>
                  <a:cubicBezTo>
                    <a:pt x="5417" y="3138"/>
                    <a:pt x="7218" y="5590"/>
                    <a:pt x="8004" y="2400"/>
                  </a:cubicBezTo>
                  <a:cubicBezTo>
                    <a:pt x="8370" y="893"/>
                    <a:pt x="8929" y="253"/>
                    <a:pt x="9412" y="0"/>
                  </a:cubicBezTo>
                  <a:close/>
                  <a:moveTo>
                    <a:pt x="5131" y="9922"/>
                  </a:moveTo>
                  <a:cubicBezTo>
                    <a:pt x="5139" y="9875"/>
                    <a:pt x="5148" y="9828"/>
                    <a:pt x="5150" y="9778"/>
                  </a:cubicBezTo>
                  <a:cubicBezTo>
                    <a:pt x="5170" y="9441"/>
                    <a:pt x="5055" y="9126"/>
                    <a:pt x="4849" y="8894"/>
                  </a:cubicBezTo>
                  <a:cubicBezTo>
                    <a:pt x="4644" y="8660"/>
                    <a:pt x="4348" y="8503"/>
                    <a:pt x="4010" y="8479"/>
                  </a:cubicBezTo>
                  <a:cubicBezTo>
                    <a:pt x="3673" y="8458"/>
                    <a:pt x="3361" y="8575"/>
                    <a:pt x="3124" y="8781"/>
                  </a:cubicBezTo>
                  <a:cubicBezTo>
                    <a:pt x="2921" y="8958"/>
                    <a:pt x="2777" y="9203"/>
                    <a:pt x="2729" y="9482"/>
                  </a:cubicBezTo>
                  <a:cubicBezTo>
                    <a:pt x="3309" y="9719"/>
                    <a:pt x="3936" y="9871"/>
                    <a:pt x="4594" y="9912"/>
                  </a:cubicBezTo>
                  <a:cubicBezTo>
                    <a:pt x="4777" y="9924"/>
                    <a:pt x="4954" y="9926"/>
                    <a:pt x="5131" y="9922"/>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6114357" y="3762165"/>
              <a:ext cx="55724" cy="55630"/>
            </a:xfrm>
            <a:custGeom>
              <a:rect b="b" l="l" r="r" t="t"/>
              <a:pathLst>
                <a:path extrusionOk="0" h="1173" w="1175">
                  <a:moveTo>
                    <a:pt x="626" y="19"/>
                  </a:moveTo>
                  <a:cubicBezTo>
                    <a:pt x="936" y="40"/>
                    <a:pt x="1175" y="309"/>
                    <a:pt x="1154" y="624"/>
                  </a:cubicBezTo>
                  <a:cubicBezTo>
                    <a:pt x="1133" y="934"/>
                    <a:pt x="864" y="1173"/>
                    <a:pt x="552" y="1152"/>
                  </a:cubicBezTo>
                  <a:cubicBezTo>
                    <a:pt x="237" y="1132"/>
                    <a:pt x="0" y="862"/>
                    <a:pt x="21" y="550"/>
                  </a:cubicBezTo>
                  <a:cubicBezTo>
                    <a:pt x="42" y="237"/>
                    <a:pt x="311" y="1"/>
                    <a:pt x="626" y="1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accent2"/>
        </a:solidFill>
      </p:bgPr>
    </p:bg>
    <p:spTree>
      <p:nvGrpSpPr>
        <p:cNvPr id="60" name="Shape 60"/>
        <p:cNvGrpSpPr/>
        <p:nvPr/>
      </p:nvGrpSpPr>
      <p:grpSpPr>
        <a:xfrm>
          <a:off x="0" y="0"/>
          <a:ext cx="0" cy="0"/>
          <a:chOff x="0" y="0"/>
          <a:chExt cx="0" cy="0"/>
        </a:xfrm>
      </p:grpSpPr>
      <p:grpSp>
        <p:nvGrpSpPr>
          <p:cNvPr id="61" name="Google Shape;61;p6"/>
          <p:cNvGrpSpPr/>
          <p:nvPr/>
        </p:nvGrpSpPr>
        <p:grpSpPr>
          <a:xfrm>
            <a:off x="520563" y="326550"/>
            <a:ext cx="8079900" cy="426900"/>
            <a:chOff x="552450" y="401675"/>
            <a:chExt cx="8079900" cy="426900"/>
          </a:xfrm>
        </p:grpSpPr>
        <p:sp>
          <p:nvSpPr>
            <p:cNvPr id="62" name="Google Shape;62;p6"/>
            <p:cNvSpPr/>
            <p:nvPr/>
          </p:nvSpPr>
          <p:spPr>
            <a:xfrm>
              <a:off x="552450" y="401675"/>
              <a:ext cx="8079900" cy="426900"/>
            </a:xfrm>
            <a:prstGeom prst="roundRect">
              <a:avLst>
                <a:gd fmla="val 22312"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6"/>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6"/>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6"/>
          <p:cNvSpPr/>
          <p:nvPr/>
        </p:nvSpPr>
        <p:spPr>
          <a:xfrm>
            <a:off x="520575" y="819150"/>
            <a:ext cx="8079900" cy="3898800"/>
          </a:xfrm>
          <a:prstGeom prst="roundRect">
            <a:avLst>
              <a:gd fmla="val 354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txBox="1"/>
          <p:nvPr>
            <p:ph type="title"/>
          </p:nvPr>
        </p:nvSpPr>
        <p:spPr>
          <a:xfrm>
            <a:off x="720000" y="969225"/>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8" name="Shape 68"/>
        <p:cNvGrpSpPr/>
        <p:nvPr/>
      </p:nvGrpSpPr>
      <p:grpSpPr>
        <a:xfrm>
          <a:off x="0" y="0"/>
          <a:ext cx="0" cy="0"/>
          <a:chOff x="0" y="0"/>
          <a:chExt cx="0" cy="0"/>
        </a:xfrm>
      </p:grpSpPr>
      <p:sp>
        <p:nvSpPr>
          <p:cNvPr id="69" name="Google Shape;69;p7"/>
          <p:cNvSpPr/>
          <p:nvPr/>
        </p:nvSpPr>
        <p:spPr>
          <a:xfrm>
            <a:off x="520575" y="819150"/>
            <a:ext cx="8079900" cy="3898800"/>
          </a:xfrm>
          <a:prstGeom prst="roundRect">
            <a:avLst>
              <a:gd fmla="val 3542" name="adj"/>
            </a:avLst>
          </a:pr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7"/>
          <p:cNvSpPr/>
          <p:nvPr/>
        </p:nvSpPr>
        <p:spPr>
          <a:xfrm>
            <a:off x="697000" y="930800"/>
            <a:ext cx="7727022" cy="3340403"/>
          </a:xfrm>
          <a:custGeom>
            <a:rect b="b" l="l" r="r" t="t"/>
            <a:pathLst>
              <a:path extrusionOk="0" h="15117" w="41831">
                <a:moveTo>
                  <a:pt x="1074" y="0"/>
                </a:moveTo>
                <a:lnTo>
                  <a:pt x="40757" y="0"/>
                </a:lnTo>
                <a:cubicBezTo>
                  <a:pt x="41345" y="0"/>
                  <a:pt x="41831" y="483"/>
                  <a:pt x="41831" y="1076"/>
                </a:cubicBezTo>
                <a:lnTo>
                  <a:pt x="41831" y="14043"/>
                </a:lnTo>
                <a:cubicBezTo>
                  <a:pt x="41831" y="14631"/>
                  <a:pt x="41347" y="15116"/>
                  <a:pt x="40757" y="15116"/>
                </a:cubicBezTo>
                <a:lnTo>
                  <a:pt x="1074" y="15116"/>
                </a:lnTo>
                <a:cubicBezTo>
                  <a:pt x="486" y="15116"/>
                  <a:pt x="1" y="14633"/>
                  <a:pt x="1" y="14043"/>
                </a:cubicBezTo>
                <a:lnTo>
                  <a:pt x="1" y="1076"/>
                </a:lnTo>
                <a:cubicBezTo>
                  <a:pt x="1" y="481"/>
                  <a:pt x="484" y="0"/>
                  <a:pt x="1074" y="0"/>
                </a:cubicBezTo>
                <a:close/>
              </a:path>
            </a:pathLst>
          </a:custGeom>
          <a:solidFill>
            <a:srgbClr val="1B22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 name="Google Shape;71;p7"/>
          <p:cNvGrpSpPr/>
          <p:nvPr/>
        </p:nvGrpSpPr>
        <p:grpSpPr>
          <a:xfrm>
            <a:off x="520563" y="326550"/>
            <a:ext cx="8079900" cy="426900"/>
            <a:chOff x="552450" y="401675"/>
            <a:chExt cx="8079900" cy="426900"/>
          </a:xfrm>
        </p:grpSpPr>
        <p:sp>
          <p:nvSpPr>
            <p:cNvPr id="72" name="Google Shape;72;p7"/>
            <p:cNvSpPr/>
            <p:nvPr/>
          </p:nvSpPr>
          <p:spPr>
            <a:xfrm>
              <a:off x="552450" y="401675"/>
              <a:ext cx="8079900" cy="426900"/>
            </a:xfrm>
            <a:prstGeom prst="roundRect">
              <a:avLst>
                <a:gd fmla="val 2231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7"/>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rgbClr val="6DC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7"/>
          <p:cNvSpPr txBox="1"/>
          <p:nvPr>
            <p:ph type="title"/>
          </p:nvPr>
        </p:nvSpPr>
        <p:spPr>
          <a:xfrm>
            <a:off x="1016088" y="1227200"/>
            <a:ext cx="3975300" cy="5742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7"/>
          <p:cNvSpPr txBox="1"/>
          <p:nvPr>
            <p:ph idx="1" type="subTitle"/>
          </p:nvPr>
        </p:nvSpPr>
        <p:spPr>
          <a:xfrm rot="-259">
            <a:off x="1016087" y="1874950"/>
            <a:ext cx="3975300" cy="20412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a:lvl1pPr>
            <a:lvl2pPr lvl="1" rtl="0" algn="ctr">
              <a:lnSpc>
                <a:spcPct val="100000"/>
              </a:lnSpc>
              <a:spcBef>
                <a:spcPts val="0"/>
              </a:spcBef>
              <a:spcAft>
                <a:spcPts val="0"/>
              </a:spcAft>
              <a:buSzPts val="1400"/>
              <a:buChar char="○"/>
              <a:defRPr/>
            </a:lvl2pPr>
            <a:lvl3pPr lvl="2" rtl="0" algn="ctr">
              <a:lnSpc>
                <a:spcPct val="100000"/>
              </a:lnSpc>
              <a:spcBef>
                <a:spcPts val="1600"/>
              </a:spcBef>
              <a:spcAft>
                <a:spcPts val="0"/>
              </a:spcAft>
              <a:buSzPts val="1400"/>
              <a:buChar char="■"/>
              <a:defRPr/>
            </a:lvl3pPr>
            <a:lvl4pPr lvl="3" rtl="0" algn="ctr">
              <a:lnSpc>
                <a:spcPct val="100000"/>
              </a:lnSpc>
              <a:spcBef>
                <a:spcPts val="1600"/>
              </a:spcBef>
              <a:spcAft>
                <a:spcPts val="0"/>
              </a:spcAft>
              <a:buSzPts val="1400"/>
              <a:buChar char="●"/>
              <a:defRPr/>
            </a:lvl4pPr>
            <a:lvl5pPr lvl="4" rtl="0" algn="ctr">
              <a:lnSpc>
                <a:spcPct val="100000"/>
              </a:lnSpc>
              <a:spcBef>
                <a:spcPts val="1600"/>
              </a:spcBef>
              <a:spcAft>
                <a:spcPts val="0"/>
              </a:spcAft>
              <a:buSzPts val="1400"/>
              <a:buChar char="○"/>
              <a:defRPr/>
            </a:lvl5pPr>
            <a:lvl6pPr lvl="5" rtl="0" algn="ctr">
              <a:lnSpc>
                <a:spcPct val="100000"/>
              </a:lnSpc>
              <a:spcBef>
                <a:spcPts val="1600"/>
              </a:spcBef>
              <a:spcAft>
                <a:spcPts val="0"/>
              </a:spcAft>
              <a:buSzPts val="1400"/>
              <a:buChar char="■"/>
              <a:defRPr/>
            </a:lvl6pPr>
            <a:lvl7pPr lvl="6" rtl="0" algn="ctr">
              <a:lnSpc>
                <a:spcPct val="100000"/>
              </a:lnSpc>
              <a:spcBef>
                <a:spcPts val="1600"/>
              </a:spcBef>
              <a:spcAft>
                <a:spcPts val="0"/>
              </a:spcAft>
              <a:buSzPts val="1400"/>
              <a:buChar char="●"/>
              <a:defRPr/>
            </a:lvl7pPr>
            <a:lvl8pPr lvl="7" rtl="0" algn="ctr">
              <a:lnSpc>
                <a:spcPct val="100000"/>
              </a:lnSpc>
              <a:spcBef>
                <a:spcPts val="1600"/>
              </a:spcBef>
              <a:spcAft>
                <a:spcPts val="0"/>
              </a:spcAft>
              <a:buSzPts val="1400"/>
              <a:buChar char="○"/>
              <a:defRPr/>
            </a:lvl8pPr>
            <a:lvl9pPr lvl="8" rtl="0" algn="ctr">
              <a:lnSpc>
                <a:spcPct val="100000"/>
              </a:lnSpc>
              <a:spcBef>
                <a:spcPts val="1600"/>
              </a:spcBef>
              <a:spcAft>
                <a:spcPts val="1600"/>
              </a:spcAft>
              <a:buSzPts val="1400"/>
              <a:buChar char="■"/>
              <a:defRPr/>
            </a:lvl9pPr>
          </a:lstStyle>
          <a:p/>
        </p:txBody>
      </p:sp>
      <p:sp>
        <p:nvSpPr>
          <p:cNvPr id="78" name="Google Shape;78;p7"/>
          <p:cNvSpPr/>
          <p:nvPr/>
        </p:nvSpPr>
        <p:spPr>
          <a:xfrm>
            <a:off x="7197192" y="1089921"/>
            <a:ext cx="780642" cy="123424"/>
          </a:xfrm>
          <a:custGeom>
            <a:rect b="b" l="l" r="r" t="t"/>
            <a:pathLst>
              <a:path extrusionOk="0" h="978" w="6186">
                <a:moveTo>
                  <a:pt x="488" y="1"/>
                </a:moveTo>
                <a:lnTo>
                  <a:pt x="5699" y="1"/>
                </a:lnTo>
                <a:cubicBezTo>
                  <a:pt x="5966" y="1"/>
                  <a:pt x="6186" y="221"/>
                  <a:pt x="6186" y="488"/>
                </a:cubicBezTo>
                <a:lnTo>
                  <a:pt x="6186" y="488"/>
                </a:lnTo>
                <a:cubicBezTo>
                  <a:pt x="6186" y="755"/>
                  <a:pt x="5966" y="978"/>
                  <a:pt x="5699" y="978"/>
                </a:cubicBezTo>
                <a:lnTo>
                  <a:pt x="488" y="978"/>
                </a:lnTo>
                <a:cubicBezTo>
                  <a:pt x="221" y="978"/>
                  <a:pt x="0" y="755"/>
                  <a:pt x="0" y="488"/>
                </a:cubicBezTo>
                <a:lnTo>
                  <a:pt x="0" y="488"/>
                </a:lnTo>
                <a:cubicBezTo>
                  <a:pt x="0" y="219"/>
                  <a:pt x="218" y="1"/>
                  <a:pt x="48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7"/>
          <p:cNvSpPr/>
          <p:nvPr/>
        </p:nvSpPr>
        <p:spPr>
          <a:xfrm>
            <a:off x="5967911" y="1162865"/>
            <a:ext cx="627568" cy="119511"/>
          </a:xfrm>
          <a:custGeom>
            <a:rect b="b" l="l" r="r" t="t"/>
            <a:pathLst>
              <a:path extrusionOk="0" h="947" w="4973">
                <a:moveTo>
                  <a:pt x="474" y="1"/>
                </a:moveTo>
                <a:lnTo>
                  <a:pt x="4500" y="1"/>
                </a:lnTo>
                <a:cubicBezTo>
                  <a:pt x="4759" y="1"/>
                  <a:pt x="4973" y="214"/>
                  <a:pt x="4973" y="474"/>
                </a:cubicBezTo>
                <a:lnTo>
                  <a:pt x="4973" y="474"/>
                </a:lnTo>
                <a:cubicBezTo>
                  <a:pt x="4973" y="733"/>
                  <a:pt x="4759" y="947"/>
                  <a:pt x="4500" y="947"/>
                </a:cubicBezTo>
                <a:lnTo>
                  <a:pt x="474" y="947"/>
                </a:lnTo>
                <a:cubicBezTo>
                  <a:pt x="214" y="947"/>
                  <a:pt x="1" y="733"/>
                  <a:pt x="1" y="474"/>
                </a:cubicBezTo>
                <a:lnTo>
                  <a:pt x="1" y="474"/>
                </a:lnTo>
                <a:cubicBezTo>
                  <a:pt x="1" y="214"/>
                  <a:pt x="214" y="1"/>
                  <a:pt x="474" y="1"/>
                </a:cubicBezTo>
                <a:close/>
              </a:path>
            </a:pathLst>
          </a:custGeom>
          <a:solidFill>
            <a:srgbClr val="92D9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7"/>
          <p:cNvSpPr/>
          <p:nvPr/>
        </p:nvSpPr>
        <p:spPr>
          <a:xfrm>
            <a:off x="6651770" y="1162865"/>
            <a:ext cx="431587" cy="119511"/>
          </a:xfrm>
          <a:custGeom>
            <a:rect b="b" l="l" r="r" t="t"/>
            <a:pathLst>
              <a:path extrusionOk="0" h="947" w="3420">
                <a:moveTo>
                  <a:pt x="473" y="1"/>
                </a:moveTo>
                <a:lnTo>
                  <a:pt x="2947" y="1"/>
                </a:lnTo>
                <a:cubicBezTo>
                  <a:pt x="3206" y="1"/>
                  <a:pt x="3420" y="214"/>
                  <a:pt x="3420" y="474"/>
                </a:cubicBezTo>
                <a:lnTo>
                  <a:pt x="3420" y="474"/>
                </a:lnTo>
                <a:cubicBezTo>
                  <a:pt x="3420" y="733"/>
                  <a:pt x="3206" y="947"/>
                  <a:pt x="2947" y="947"/>
                </a:cubicBezTo>
                <a:lnTo>
                  <a:pt x="473" y="947"/>
                </a:lnTo>
                <a:cubicBezTo>
                  <a:pt x="214" y="947"/>
                  <a:pt x="0" y="733"/>
                  <a:pt x="0" y="474"/>
                </a:cubicBezTo>
                <a:lnTo>
                  <a:pt x="0" y="474"/>
                </a:lnTo>
                <a:cubicBezTo>
                  <a:pt x="0" y="214"/>
                  <a:pt x="212" y="1"/>
                  <a:pt x="473" y="1"/>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7"/>
          <p:cNvSpPr/>
          <p:nvPr/>
        </p:nvSpPr>
        <p:spPr>
          <a:xfrm>
            <a:off x="7139015" y="1162865"/>
            <a:ext cx="592107" cy="119511"/>
          </a:xfrm>
          <a:custGeom>
            <a:rect b="b" l="l" r="r" t="t"/>
            <a:pathLst>
              <a:path extrusionOk="0" h="947" w="4692">
                <a:moveTo>
                  <a:pt x="474" y="1"/>
                </a:moveTo>
                <a:lnTo>
                  <a:pt x="4218" y="1"/>
                </a:lnTo>
                <a:cubicBezTo>
                  <a:pt x="4478" y="1"/>
                  <a:pt x="4691" y="214"/>
                  <a:pt x="4691" y="474"/>
                </a:cubicBezTo>
                <a:lnTo>
                  <a:pt x="4691" y="474"/>
                </a:lnTo>
                <a:cubicBezTo>
                  <a:pt x="4691" y="733"/>
                  <a:pt x="4478" y="947"/>
                  <a:pt x="4218" y="947"/>
                </a:cubicBezTo>
                <a:lnTo>
                  <a:pt x="474" y="947"/>
                </a:lnTo>
                <a:cubicBezTo>
                  <a:pt x="215" y="947"/>
                  <a:pt x="1" y="733"/>
                  <a:pt x="1" y="474"/>
                </a:cubicBezTo>
                <a:lnTo>
                  <a:pt x="1" y="474"/>
                </a:lnTo>
                <a:cubicBezTo>
                  <a:pt x="1" y="214"/>
                  <a:pt x="215" y="1"/>
                  <a:pt x="474" y="1"/>
                </a:cubicBezTo>
                <a:close/>
              </a:path>
            </a:pathLst>
          </a:custGeom>
          <a:solidFill>
            <a:srgbClr val="6D6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7"/>
          <p:cNvSpPr/>
          <p:nvPr/>
        </p:nvSpPr>
        <p:spPr>
          <a:xfrm>
            <a:off x="7824893" y="1144692"/>
            <a:ext cx="158249" cy="145761"/>
          </a:xfrm>
          <a:custGeom>
            <a:rect b="b" l="l" r="r" t="t"/>
            <a:pathLst>
              <a:path extrusionOk="0" h="1155" w="1254">
                <a:moveTo>
                  <a:pt x="725" y="50"/>
                </a:moveTo>
                <a:lnTo>
                  <a:pt x="87" y="1154"/>
                </a:lnTo>
                <a:lnTo>
                  <a:pt x="1" y="1105"/>
                </a:lnTo>
                <a:lnTo>
                  <a:pt x="638" y="1"/>
                </a:lnTo>
                <a:close/>
                <a:moveTo>
                  <a:pt x="1253" y="50"/>
                </a:moveTo>
                <a:lnTo>
                  <a:pt x="1169" y="1"/>
                </a:lnTo>
                <a:lnTo>
                  <a:pt x="531" y="1105"/>
                </a:lnTo>
                <a:lnTo>
                  <a:pt x="616" y="1154"/>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
          <p:cNvSpPr/>
          <p:nvPr/>
        </p:nvSpPr>
        <p:spPr>
          <a:xfrm>
            <a:off x="5967911" y="1420820"/>
            <a:ext cx="119507" cy="119259"/>
          </a:xfrm>
          <a:custGeom>
            <a:rect b="b" l="l" r="r" t="t"/>
            <a:pathLst>
              <a:path extrusionOk="0" h="945" w="947">
                <a:moveTo>
                  <a:pt x="474" y="1"/>
                </a:moveTo>
                <a:lnTo>
                  <a:pt x="474" y="1"/>
                </a:lnTo>
                <a:cubicBezTo>
                  <a:pt x="735" y="1"/>
                  <a:pt x="947" y="212"/>
                  <a:pt x="947" y="474"/>
                </a:cubicBezTo>
                <a:lnTo>
                  <a:pt x="947" y="474"/>
                </a:lnTo>
                <a:cubicBezTo>
                  <a:pt x="947" y="733"/>
                  <a:pt x="735" y="944"/>
                  <a:pt x="474" y="944"/>
                </a:cubicBezTo>
                <a:lnTo>
                  <a:pt x="474" y="944"/>
                </a:lnTo>
                <a:cubicBezTo>
                  <a:pt x="214" y="944"/>
                  <a:pt x="1" y="733"/>
                  <a:pt x="1" y="474"/>
                </a:cubicBezTo>
                <a:lnTo>
                  <a:pt x="1" y="474"/>
                </a:lnTo>
                <a:cubicBezTo>
                  <a:pt x="1" y="212"/>
                  <a:pt x="214" y="1"/>
                  <a:pt x="474" y="1"/>
                </a:cubicBezTo>
                <a:close/>
              </a:path>
            </a:pathLst>
          </a:custGeom>
          <a:solidFill>
            <a:srgbClr val="6D6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7"/>
          <p:cNvSpPr/>
          <p:nvPr/>
        </p:nvSpPr>
        <p:spPr>
          <a:xfrm>
            <a:off x="6182824" y="1420820"/>
            <a:ext cx="119759" cy="119511"/>
          </a:xfrm>
          <a:custGeom>
            <a:rect b="b" l="l" r="r" t="t"/>
            <a:pathLst>
              <a:path extrusionOk="0" h="947" w="949">
                <a:moveTo>
                  <a:pt x="473" y="1"/>
                </a:moveTo>
                <a:lnTo>
                  <a:pt x="948" y="947"/>
                </a:lnTo>
                <a:lnTo>
                  <a:pt x="0" y="947"/>
                </a:ln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7"/>
          <p:cNvSpPr/>
          <p:nvPr/>
        </p:nvSpPr>
        <p:spPr>
          <a:xfrm>
            <a:off x="6408842" y="1420820"/>
            <a:ext cx="387040" cy="119259"/>
          </a:xfrm>
          <a:custGeom>
            <a:rect b="b" l="l" r="r" t="t"/>
            <a:pathLst>
              <a:path extrusionOk="0" h="945" w="3067">
                <a:moveTo>
                  <a:pt x="473" y="1"/>
                </a:moveTo>
                <a:lnTo>
                  <a:pt x="2593" y="1"/>
                </a:lnTo>
                <a:cubicBezTo>
                  <a:pt x="2855" y="1"/>
                  <a:pt x="3066" y="212"/>
                  <a:pt x="3066" y="474"/>
                </a:cubicBezTo>
                <a:lnTo>
                  <a:pt x="3066" y="474"/>
                </a:lnTo>
                <a:cubicBezTo>
                  <a:pt x="3066" y="733"/>
                  <a:pt x="2855" y="944"/>
                  <a:pt x="2593" y="944"/>
                </a:cubicBezTo>
                <a:lnTo>
                  <a:pt x="473" y="944"/>
                </a:lnTo>
                <a:cubicBezTo>
                  <a:pt x="214" y="944"/>
                  <a:pt x="0" y="733"/>
                  <a:pt x="0" y="474"/>
                </a:cubicBezTo>
                <a:lnTo>
                  <a:pt x="0" y="474"/>
                </a:lnTo>
                <a:cubicBezTo>
                  <a:pt x="0" y="212"/>
                  <a:pt x="214" y="1"/>
                  <a:pt x="473" y="1"/>
                </a:cubicBezTo>
                <a:close/>
              </a:path>
            </a:pathLst>
          </a:custGeom>
          <a:solidFill>
            <a:srgbClr val="6D6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6" name="Shape 86"/>
        <p:cNvGrpSpPr/>
        <p:nvPr/>
      </p:nvGrpSpPr>
      <p:grpSpPr>
        <a:xfrm>
          <a:off x="0" y="0"/>
          <a:ext cx="0" cy="0"/>
          <a:chOff x="0" y="0"/>
          <a:chExt cx="0" cy="0"/>
        </a:xfrm>
      </p:grpSpPr>
      <p:sp>
        <p:nvSpPr>
          <p:cNvPr id="87" name="Google Shape;87;p8"/>
          <p:cNvSpPr/>
          <p:nvPr/>
        </p:nvSpPr>
        <p:spPr>
          <a:xfrm>
            <a:off x="520575" y="819150"/>
            <a:ext cx="8079900" cy="3898800"/>
          </a:xfrm>
          <a:prstGeom prst="roundRect">
            <a:avLst>
              <a:gd fmla="val 3542" name="adj"/>
            </a:avLst>
          </a:pr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7000" y="1027900"/>
            <a:ext cx="7727022" cy="3134510"/>
          </a:xfrm>
          <a:custGeom>
            <a:rect b="b" l="l" r="r" t="t"/>
            <a:pathLst>
              <a:path extrusionOk="0" h="15117" w="41831">
                <a:moveTo>
                  <a:pt x="1074" y="0"/>
                </a:moveTo>
                <a:lnTo>
                  <a:pt x="40757" y="0"/>
                </a:lnTo>
                <a:cubicBezTo>
                  <a:pt x="41345" y="0"/>
                  <a:pt x="41831" y="483"/>
                  <a:pt x="41831" y="1076"/>
                </a:cubicBezTo>
                <a:lnTo>
                  <a:pt x="41831" y="14043"/>
                </a:lnTo>
                <a:cubicBezTo>
                  <a:pt x="41831" y="14631"/>
                  <a:pt x="41347" y="15116"/>
                  <a:pt x="40757" y="15116"/>
                </a:cubicBezTo>
                <a:lnTo>
                  <a:pt x="1074" y="15116"/>
                </a:lnTo>
                <a:cubicBezTo>
                  <a:pt x="486" y="15116"/>
                  <a:pt x="1" y="14633"/>
                  <a:pt x="1" y="14043"/>
                </a:cubicBezTo>
                <a:lnTo>
                  <a:pt x="1" y="1076"/>
                </a:lnTo>
                <a:cubicBezTo>
                  <a:pt x="1" y="481"/>
                  <a:pt x="484" y="0"/>
                  <a:pt x="1074" y="0"/>
                </a:cubicBezTo>
                <a:close/>
              </a:path>
            </a:pathLst>
          </a:custGeom>
          <a:solidFill>
            <a:srgbClr val="1B22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 name="Google Shape;89;p8"/>
          <p:cNvGrpSpPr/>
          <p:nvPr/>
        </p:nvGrpSpPr>
        <p:grpSpPr>
          <a:xfrm>
            <a:off x="520563" y="326550"/>
            <a:ext cx="8079900" cy="426900"/>
            <a:chOff x="552450" y="401675"/>
            <a:chExt cx="8079900" cy="426900"/>
          </a:xfrm>
        </p:grpSpPr>
        <p:sp>
          <p:nvSpPr>
            <p:cNvPr id="90" name="Google Shape;90;p8"/>
            <p:cNvSpPr/>
            <p:nvPr/>
          </p:nvSpPr>
          <p:spPr>
            <a:xfrm>
              <a:off x="552450" y="401675"/>
              <a:ext cx="8079900" cy="426900"/>
            </a:xfrm>
            <a:prstGeom prst="roundRect">
              <a:avLst>
                <a:gd fmla="val 2231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rgbClr val="6DC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 name="Google Shape;94;p8"/>
          <p:cNvSpPr txBox="1"/>
          <p:nvPr>
            <p:ph type="title"/>
          </p:nvPr>
        </p:nvSpPr>
        <p:spPr>
          <a:xfrm>
            <a:off x="1442700" y="1323975"/>
            <a:ext cx="6258600" cy="2542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96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grpSp>
        <p:nvGrpSpPr>
          <p:cNvPr id="95" name="Google Shape;95;p8"/>
          <p:cNvGrpSpPr/>
          <p:nvPr/>
        </p:nvGrpSpPr>
        <p:grpSpPr>
          <a:xfrm>
            <a:off x="6180562" y="4095502"/>
            <a:ext cx="2148254" cy="426910"/>
            <a:chOff x="2633694" y="2674236"/>
            <a:chExt cx="1790958" cy="355877"/>
          </a:xfrm>
        </p:grpSpPr>
        <p:sp>
          <p:nvSpPr>
            <p:cNvPr id="96" name="Google Shape;96;p8"/>
            <p:cNvSpPr/>
            <p:nvPr/>
          </p:nvSpPr>
          <p:spPr>
            <a:xfrm>
              <a:off x="2633694" y="2808212"/>
              <a:ext cx="1790958" cy="221902"/>
            </a:xfrm>
            <a:custGeom>
              <a:rect b="b" l="l" r="r" t="t"/>
              <a:pathLst>
                <a:path extrusionOk="0" h="4679" w="37764">
                  <a:moveTo>
                    <a:pt x="2339" y="0"/>
                  </a:moveTo>
                  <a:lnTo>
                    <a:pt x="35423" y="0"/>
                  </a:lnTo>
                  <a:cubicBezTo>
                    <a:pt x="36710" y="0"/>
                    <a:pt x="37763" y="1053"/>
                    <a:pt x="37763" y="2339"/>
                  </a:cubicBezTo>
                  <a:lnTo>
                    <a:pt x="37763" y="2339"/>
                  </a:lnTo>
                  <a:cubicBezTo>
                    <a:pt x="37763" y="3628"/>
                    <a:pt x="36708" y="4679"/>
                    <a:pt x="35423" y="4679"/>
                  </a:cubicBezTo>
                  <a:lnTo>
                    <a:pt x="2339" y="4679"/>
                  </a:lnTo>
                  <a:cubicBezTo>
                    <a:pt x="1051" y="4679"/>
                    <a:pt x="0" y="3624"/>
                    <a:pt x="0" y="2339"/>
                  </a:cubicBezTo>
                  <a:lnTo>
                    <a:pt x="0" y="2339"/>
                  </a:lnTo>
                  <a:cubicBezTo>
                    <a:pt x="0" y="1051"/>
                    <a:pt x="1051" y="0"/>
                    <a:pt x="233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8"/>
            <p:cNvSpPr/>
            <p:nvPr/>
          </p:nvSpPr>
          <p:spPr>
            <a:xfrm>
              <a:off x="2661675" y="2831592"/>
              <a:ext cx="1369065" cy="175141"/>
            </a:xfrm>
            <a:custGeom>
              <a:rect b="b" l="l" r="r" t="t"/>
              <a:pathLst>
                <a:path extrusionOk="0" h="3693" w="28868">
                  <a:moveTo>
                    <a:pt x="1847" y="1"/>
                  </a:moveTo>
                  <a:lnTo>
                    <a:pt x="27021" y="1"/>
                  </a:lnTo>
                  <a:cubicBezTo>
                    <a:pt x="28037" y="1"/>
                    <a:pt x="28868" y="832"/>
                    <a:pt x="28868" y="1846"/>
                  </a:cubicBezTo>
                  <a:lnTo>
                    <a:pt x="28868" y="1846"/>
                  </a:lnTo>
                  <a:cubicBezTo>
                    <a:pt x="28868" y="2861"/>
                    <a:pt x="28037" y="3692"/>
                    <a:pt x="27021" y="3692"/>
                  </a:cubicBezTo>
                  <a:lnTo>
                    <a:pt x="1847" y="3692"/>
                  </a:lnTo>
                  <a:cubicBezTo>
                    <a:pt x="831" y="3692"/>
                    <a:pt x="1" y="2861"/>
                    <a:pt x="1" y="1846"/>
                  </a:cubicBezTo>
                  <a:lnTo>
                    <a:pt x="1" y="1846"/>
                  </a:lnTo>
                  <a:cubicBezTo>
                    <a:pt x="1" y="830"/>
                    <a:pt x="831" y="1"/>
                    <a:pt x="1847" y="1"/>
                  </a:cubicBezTo>
                  <a:close/>
                </a:path>
              </a:pathLst>
            </a:custGeom>
            <a:solidFill>
              <a:srgbClr val="92D9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p:nvPr/>
          </p:nvSpPr>
          <p:spPr>
            <a:xfrm>
              <a:off x="2661675" y="2831592"/>
              <a:ext cx="104904" cy="167885"/>
            </a:xfrm>
            <a:custGeom>
              <a:rect b="b" l="l" r="r" t="t"/>
              <a:pathLst>
                <a:path extrusionOk="0" h="3540" w="2212">
                  <a:moveTo>
                    <a:pt x="1115" y="3540"/>
                  </a:moveTo>
                  <a:lnTo>
                    <a:pt x="2211" y="1"/>
                  </a:lnTo>
                  <a:lnTo>
                    <a:pt x="1847" y="1"/>
                  </a:lnTo>
                  <a:cubicBezTo>
                    <a:pt x="831" y="1"/>
                    <a:pt x="1" y="832"/>
                    <a:pt x="1" y="1846"/>
                  </a:cubicBezTo>
                  <a:cubicBezTo>
                    <a:pt x="1" y="2602"/>
                    <a:pt x="461" y="3254"/>
                    <a:pt x="1115" y="3540"/>
                  </a:cubicBezTo>
                  <a:close/>
                </a:path>
              </a:pathLst>
            </a:custGeom>
            <a:solidFill>
              <a:srgbClr val="6BB6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8"/>
            <p:cNvSpPr/>
            <p:nvPr/>
          </p:nvSpPr>
          <p:spPr>
            <a:xfrm>
              <a:off x="2883434" y="2831592"/>
              <a:ext cx="225316" cy="175141"/>
            </a:xfrm>
            <a:custGeom>
              <a:rect b="b" l="l" r="r" t="t"/>
              <a:pathLst>
                <a:path extrusionOk="0" h="3693" w="4751">
                  <a:moveTo>
                    <a:pt x="1144" y="1"/>
                  </a:moveTo>
                  <a:lnTo>
                    <a:pt x="1" y="3692"/>
                  </a:lnTo>
                  <a:lnTo>
                    <a:pt x="3610" y="3692"/>
                  </a:lnTo>
                  <a:lnTo>
                    <a:pt x="4751" y="1"/>
                  </a:lnTo>
                  <a:close/>
                </a:path>
              </a:pathLst>
            </a:custGeom>
            <a:solidFill>
              <a:srgbClr val="6BB6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8"/>
            <p:cNvSpPr/>
            <p:nvPr/>
          </p:nvSpPr>
          <p:spPr>
            <a:xfrm>
              <a:off x="3225653" y="2831592"/>
              <a:ext cx="225411" cy="175141"/>
            </a:xfrm>
            <a:custGeom>
              <a:rect b="b" l="l" r="r" t="t"/>
              <a:pathLst>
                <a:path extrusionOk="0" h="3693" w="4753">
                  <a:moveTo>
                    <a:pt x="1144" y="1"/>
                  </a:moveTo>
                  <a:lnTo>
                    <a:pt x="0" y="3692"/>
                  </a:lnTo>
                  <a:lnTo>
                    <a:pt x="3609" y="3692"/>
                  </a:lnTo>
                  <a:lnTo>
                    <a:pt x="4753" y="1"/>
                  </a:lnTo>
                  <a:close/>
                </a:path>
              </a:pathLst>
            </a:custGeom>
            <a:solidFill>
              <a:srgbClr val="6BB6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8"/>
            <p:cNvSpPr/>
            <p:nvPr/>
          </p:nvSpPr>
          <p:spPr>
            <a:xfrm>
              <a:off x="3567966" y="2831592"/>
              <a:ext cx="225316" cy="175141"/>
            </a:xfrm>
            <a:custGeom>
              <a:rect b="b" l="l" r="r" t="t"/>
              <a:pathLst>
                <a:path extrusionOk="0" h="3693" w="4751">
                  <a:moveTo>
                    <a:pt x="1144" y="1"/>
                  </a:moveTo>
                  <a:lnTo>
                    <a:pt x="0" y="3692"/>
                  </a:lnTo>
                  <a:lnTo>
                    <a:pt x="3609" y="3692"/>
                  </a:lnTo>
                  <a:lnTo>
                    <a:pt x="4750" y="1"/>
                  </a:lnTo>
                  <a:close/>
                </a:path>
              </a:pathLst>
            </a:custGeom>
            <a:solidFill>
              <a:srgbClr val="6BB6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8"/>
            <p:cNvSpPr/>
            <p:nvPr/>
          </p:nvSpPr>
          <p:spPr>
            <a:xfrm>
              <a:off x="3910138" y="2834058"/>
              <a:ext cx="120697" cy="172674"/>
            </a:xfrm>
            <a:custGeom>
              <a:rect b="b" l="l" r="r" t="t"/>
              <a:pathLst>
                <a:path extrusionOk="0" h="3641" w="2545">
                  <a:moveTo>
                    <a:pt x="1128" y="0"/>
                  </a:moveTo>
                  <a:lnTo>
                    <a:pt x="1" y="3640"/>
                  </a:lnTo>
                  <a:lnTo>
                    <a:pt x="696" y="3640"/>
                  </a:lnTo>
                  <a:cubicBezTo>
                    <a:pt x="1712" y="3640"/>
                    <a:pt x="2543" y="2809"/>
                    <a:pt x="2543" y="1794"/>
                  </a:cubicBezTo>
                  <a:cubicBezTo>
                    <a:pt x="2545" y="928"/>
                    <a:pt x="1938" y="196"/>
                    <a:pt x="1128" y="0"/>
                  </a:cubicBezTo>
                  <a:close/>
                </a:path>
              </a:pathLst>
            </a:custGeom>
            <a:solidFill>
              <a:srgbClr val="6BB6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8"/>
            <p:cNvSpPr/>
            <p:nvPr/>
          </p:nvSpPr>
          <p:spPr>
            <a:xfrm>
              <a:off x="3915923" y="2674236"/>
              <a:ext cx="99877" cy="70806"/>
            </a:xfrm>
            <a:custGeom>
              <a:rect b="b" l="l" r="r" t="t"/>
              <a:pathLst>
                <a:path extrusionOk="0" h="1493" w="2106">
                  <a:moveTo>
                    <a:pt x="163" y="740"/>
                  </a:moveTo>
                  <a:lnTo>
                    <a:pt x="747" y="1324"/>
                  </a:lnTo>
                  <a:cubicBezTo>
                    <a:pt x="917" y="1493"/>
                    <a:pt x="1191" y="1493"/>
                    <a:pt x="1362" y="1324"/>
                  </a:cubicBezTo>
                  <a:lnTo>
                    <a:pt x="1944" y="740"/>
                  </a:lnTo>
                  <a:cubicBezTo>
                    <a:pt x="2073" y="613"/>
                    <a:pt x="2106" y="434"/>
                    <a:pt x="2036" y="267"/>
                  </a:cubicBezTo>
                  <a:cubicBezTo>
                    <a:pt x="1968" y="101"/>
                    <a:pt x="1814" y="0"/>
                    <a:pt x="1635" y="0"/>
                  </a:cubicBezTo>
                  <a:lnTo>
                    <a:pt x="469" y="0"/>
                  </a:lnTo>
                  <a:cubicBezTo>
                    <a:pt x="288" y="0"/>
                    <a:pt x="138" y="103"/>
                    <a:pt x="68" y="267"/>
                  </a:cubicBezTo>
                  <a:cubicBezTo>
                    <a:pt x="0" y="432"/>
                    <a:pt x="37" y="615"/>
                    <a:pt x="163" y="740"/>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8"/>
          <p:cNvSpPr/>
          <p:nvPr/>
        </p:nvSpPr>
        <p:spPr>
          <a:xfrm>
            <a:off x="719991" y="4282275"/>
            <a:ext cx="260940" cy="240148"/>
          </a:xfrm>
          <a:custGeom>
            <a:rect b="b" l="l" r="r" t="t"/>
            <a:pathLst>
              <a:path extrusionOk="0" h="1155" w="1255">
                <a:moveTo>
                  <a:pt x="722" y="50"/>
                </a:moveTo>
                <a:lnTo>
                  <a:pt x="85" y="1154"/>
                </a:lnTo>
                <a:lnTo>
                  <a:pt x="0" y="1107"/>
                </a:lnTo>
                <a:lnTo>
                  <a:pt x="638" y="1"/>
                </a:lnTo>
                <a:close/>
                <a:moveTo>
                  <a:pt x="1255" y="50"/>
                </a:moveTo>
                <a:lnTo>
                  <a:pt x="1170" y="1"/>
                </a:lnTo>
                <a:lnTo>
                  <a:pt x="533" y="1107"/>
                </a:lnTo>
                <a:lnTo>
                  <a:pt x="617" y="1154"/>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8"/>
          <p:cNvSpPr/>
          <p:nvPr/>
        </p:nvSpPr>
        <p:spPr>
          <a:xfrm>
            <a:off x="1056825" y="4303691"/>
            <a:ext cx="625008" cy="196900"/>
          </a:xfrm>
          <a:custGeom>
            <a:rect b="b" l="l" r="r" t="t"/>
            <a:pathLst>
              <a:path extrusionOk="0" h="947" w="3006">
                <a:moveTo>
                  <a:pt x="474" y="0"/>
                </a:moveTo>
                <a:lnTo>
                  <a:pt x="2532" y="0"/>
                </a:lnTo>
                <a:cubicBezTo>
                  <a:pt x="2791" y="0"/>
                  <a:pt x="3005" y="214"/>
                  <a:pt x="3005" y="473"/>
                </a:cubicBezTo>
                <a:lnTo>
                  <a:pt x="3005" y="473"/>
                </a:lnTo>
                <a:cubicBezTo>
                  <a:pt x="3005" y="733"/>
                  <a:pt x="2791" y="946"/>
                  <a:pt x="2532" y="946"/>
                </a:cubicBezTo>
                <a:lnTo>
                  <a:pt x="474" y="946"/>
                </a:lnTo>
                <a:cubicBezTo>
                  <a:pt x="215" y="946"/>
                  <a:pt x="1" y="733"/>
                  <a:pt x="1" y="473"/>
                </a:cubicBezTo>
                <a:lnTo>
                  <a:pt x="1" y="473"/>
                </a:lnTo>
                <a:cubicBezTo>
                  <a:pt x="1" y="214"/>
                  <a:pt x="215" y="0"/>
                  <a:pt x="474" y="0"/>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8"/>
          <p:cNvSpPr/>
          <p:nvPr/>
        </p:nvSpPr>
        <p:spPr>
          <a:xfrm>
            <a:off x="1850464" y="4303691"/>
            <a:ext cx="428107" cy="196900"/>
          </a:xfrm>
          <a:custGeom>
            <a:rect b="b" l="l" r="r" t="t"/>
            <a:pathLst>
              <a:path extrusionOk="0" h="947" w="2059">
                <a:moveTo>
                  <a:pt x="475" y="0"/>
                </a:moveTo>
                <a:lnTo>
                  <a:pt x="1586" y="0"/>
                </a:lnTo>
                <a:cubicBezTo>
                  <a:pt x="1845" y="0"/>
                  <a:pt x="2059" y="214"/>
                  <a:pt x="2059" y="473"/>
                </a:cubicBezTo>
                <a:lnTo>
                  <a:pt x="2059" y="473"/>
                </a:lnTo>
                <a:cubicBezTo>
                  <a:pt x="2059" y="733"/>
                  <a:pt x="1845" y="946"/>
                  <a:pt x="1586" y="946"/>
                </a:cubicBezTo>
                <a:lnTo>
                  <a:pt x="475" y="946"/>
                </a:lnTo>
                <a:cubicBezTo>
                  <a:pt x="216" y="946"/>
                  <a:pt x="2" y="733"/>
                  <a:pt x="2" y="473"/>
                </a:cubicBezTo>
                <a:lnTo>
                  <a:pt x="2" y="473"/>
                </a:lnTo>
                <a:cubicBezTo>
                  <a:pt x="0" y="214"/>
                  <a:pt x="214" y="0"/>
                  <a:pt x="47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accent2"/>
        </a:solidFill>
      </p:bgPr>
    </p:bg>
    <p:spTree>
      <p:nvGrpSpPr>
        <p:cNvPr id="107" name="Shape 107"/>
        <p:cNvGrpSpPr/>
        <p:nvPr/>
      </p:nvGrpSpPr>
      <p:grpSpPr>
        <a:xfrm>
          <a:off x="0" y="0"/>
          <a:ext cx="0" cy="0"/>
          <a:chOff x="0" y="0"/>
          <a:chExt cx="0" cy="0"/>
        </a:xfrm>
      </p:grpSpPr>
      <p:sp>
        <p:nvSpPr>
          <p:cNvPr id="108" name="Google Shape;108;p9"/>
          <p:cNvSpPr/>
          <p:nvPr/>
        </p:nvSpPr>
        <p:spPr>
          <a:xfrm>
            <a:off x="520575" y="819150"/>
            <a:ext cx="8079900" cy="3898800"/>
          </a:xfrm>
          <a:prstGeom prst="roundRect">
            <a:avLst>
              <a:gd fmla="val 3542" name="adj"/>
            </a:avLst>
          </a:prstGeom>
          <a:solidFill>
            <a:srgbClr val="1B22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 name="Google Shape;109;p9"/>
          <p:cNvGrpSpPr/>
          <p:nvPr/>
        </p:nvGrpSpPr>
        <p:grpSpPr>
          <a:xfrm>
            <a:off x="520563" y="326550"/>
            <a:ext cx="8079900" cy="426900"/>
            <a:chOff x="552450" y="401675"/>
            <a:chExt cx="8079900" cy="426900"/>
          </a:xfrm>
        </p:grpSpPr>
        <p:sp>
          <p:nvSpPr>
            <p:cNvPr id="110" name="Google Shape;110;p9"/>
            <p:cNvSpPr/>
            <p:nvPr/>
          </p:nvSpPr>
          <p:spPr>
            <a:xfrm>
              <a:off x="552450" y="401675"/>
              <a:ext cx="8079900" cy="426900"/>
            </a:xfrm>
            <a:prstGeom prst="roundRect">
              <a:avLst>
                <a:gd fmla="val 2231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9"/>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9"/>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9"/>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rgbClr val="6DC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4" name="Google Shape;114;p9"/>
          <p:cNvSpPr txBox="1"/>
          <p:nvPr>
            <p:ph type="title"/>
          </p:nvPr>
        </p:nvSpPr>
        <p:spPr>
          <a:xfrm>
            <a:off x="2490600" y="1614600"/>
            <a:ext cx="4162800" cy="9231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600"/>
              <a:buNone/>
              <a:defRPr sz="6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15" name="Google Shape;115;p9"/>
          <p:cNvSpPr txBox="1"/>
          <p:nvPr>
            <p:ph idx="1" type="subTitle"/>
          </p:nvPr>
        </p:nvSpPr>
        <p:spPr>
          <a:xfrm>
            <a:off x="2479125" y="2734850"/>
            <a:ext cx="4162800" cy="1047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6" name="Google Shape;116;p9"/>
          <p:cNvSpPr/>
          <p:nvPr/>
        </p:nvSpPr>
        <p:spPr>
          <a:xfrm>
            <a:off x="8038964" y="2136263"/>
            <a:ext cx="200227" cy="199811"/>
          </a:xfrm>
          <a:custGeom>
            <a:rect b="b" l="l" r="r" t="t"/>
            <a:pathLst>
              <a:path extrusionOk="0" h="961" w="963">
                <a:moveTo>
                  <a:pt x="482" y="960"/>
                </a:moveTo>
                <a:cubicBezTo>
                  <a:pt x="747" y="960"/>
                  <a:pt x="963" y="745"/>
                  <a:pt x="963" y="481"/>
                </a:cubicBezTo>
                <a:cubicBezTo>
                  <a:pt x="963" y="216"/>
                  <a:pt x="747" y="0"/>
                  <a:pt x="482" y="0"/>
                </a:cubicBezTo>
                <a:cubicBezTo>
                  <a:pt x="217" y="0"/>
                  <a:pt x="1" y="216"/>
                  <a:pt x="1" y="481"/>
                </a:cubicBezTo>
                <a:cubicBezTo>
                  <a:pt x="1" y="742"/>
                  <a:pt x="219" y="960"/>
                  <a:pt x="482" y="960"/>
                </a:cubicBezTo>
                <a:close/>
              </a:path>
            </a:pathLst>
          </a:custGeom>
          <a:solidFill>
            <a:srgbClr val="92D9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9"/>
          <p:cNvSpPr/>
          <p:nvPr/>
        </p:nvSpPr>
        <p:spPr>
          <a:xfrm rot="4304125">
            <a:off x="7672168" y="1031002"/>
            <a:ext cx="1793781" cy="1459569"/>
          </a:xfrm>
          <a:custGeom>
            <a:rect b="b" l="l" r="r" t="t"/>
            <a:pathLst>
              <a:path extrusionOk="0" h="8014" w="9849">
                <a:moveTo>
                  <a:pt x="2143" y="0"/>
                </a:moveTo>
                <a:cubicBezTo>
                  <a:pt x="2606" y="0"/>
                  <a:pt x="2982" y="375"/>
                  <a:pt x="2982" y="837"/>
                </a:cubicBezTo>
                <a:cubicBezTo>
                  <a:pt x="2982" y="946"/>
                  <a:pt x="2961" y="1045"/>
                  <a:pt x="2924" y="1142"/>
                </a:cubicBezTo>
                <a:lnTo>
                  <a:pt x="8300" y="3856"/>
                </a:lnTo>
                <a:cubicBezTo>
                  <a:pt x="8450" y="3622"/>
                  <a:pt x="8711" y="3463"/>
                  <a:pt x="9009" y="3463"/>
                </a:cubicBezTo>
                <a:cubicBezTo>
                  <a:pt x="9472" y="3463"/>
                  <a:pt x="9848" y="3840"/>
                  <a:pt x="9848" y="4302"/>
                </a:cubicBezTo>
                <a:cubicBezTo>
                  <a:pt x="9848" y="4765"/>
                  <a:pt x="9472" y="5139"/>
                  <a:pt x="9009" y="5139"/>
                </a:cubicBezTo>
                <a:cubicBezTo>
                  <a:pt x="8709" y="5139"/>
                  <a:pt x="8444" y="4981"/>
                  <a:pt x="8298" y="4744"/>
                </a:cubicBezTo>
                <a:lnTo>
                  <a:pt x="2756" y="7483"/>
                </a:lnTo>
                <a:cubicBezTo>
                  <a:pt x="2766" y="7520"/>
                  <a:pt x="2770" y="7555"/>
                  <a:pt x="2770" y="7594"/>
                </a:cubicBezTo>
                <a:cubicBezTo>
                  <a:pt x="2770" y="7827"/>
                  <a:pt x="2583" y="8014"/>
                  <a:pt x="2353" y="8014"/>
                </a:cubicBezTo>
                <a:cubicBezTo>
                  <a:pt x="2120" y="8014"/>
                  <a:pt x="1933" y="7827"/>
                  <a:pt x="1933" y="7594"/>
                </a:cubicBezTo>
                <a:cubicBezTo>
                  <a:pt x="1933" y="7395"/>
                  <a:pt x="2071" y="7231"/>
                  <a:pt x="2260" y="7185"/>
                </a:cubicBezTo>
                <a:lnTo>
                  <a:pt x="2089" y="1670"/>
                </a:lnTo>
                <a:cubicBezTo>
                  <a:pt x="1654" y="1641"/>
                  <a:pt x="1306" y="1277"/>
                  <a:pt x="1306" y="835"/>
                </a:cubicBezTo>
                <a:cubicBezTo>
                  <a:pt x="1306" y="375"/>
                  <a:pt x="1680" y="0"/>
                  <a:pt x="2143" y="0"/>
                </a:cubicBezTo>
                <a:close/>
                <a:moveTo>
                  <a:pt x="416" y="4551"/>
                </a:moveTo>
                <a:cubicBezTo>
                  <a:pt x="646" y="4551"/>
                  <a:pt x="833" y="4736"/>
                  <a:pt x="833" y="4969"/>
                </a:cubicBezTo>
                <a:cubicBezTo>
                  <a:pt x="833" y="5199"/>
                  <a:pt x="648" y="5384"/>
                  <a:pt x="416" y="5384"/>
                </a:cubicBezTo>
                <a:cubicBezTo>
                  <a:pt x="187" y="5384"/>
                  <a:pt x="0" y="5199"/>
                  <a:pt x="0" y="4969"/>
                </a:cubicBezTo>
                <a:cubicBezTo>
                  <a:pt x="2" y="4736"/>
                  <a:pt x="187" y="4551"/>
                  <a:pt x="416" y="4551"/>
                </a:cubicBezTo>
                <a:close/>
                <a:moveTo>
                  <a:pt x="6856" y="952"/>
                </a:moveTo>
                <a:cubicBezTo>
                  <a:pt x="6716" y="952"/>
                  <a:pt x="6603" y="1066"/>
                  <a:pt x="6603" y="1205"/>
                </a:cubicBezTo>
                <a:cubicBezTo>
                  <a:pt x="6603" y="1343"/>
                  <a:pt x="6716" y="1456"/>
                  <a:pt x="6856" y="1456"/>
                </a:cubicBezTo>
                <a:cubicBezTo>
                  <a:pt x="6994" y="1456"/>
                  <a:pt x="7107" y="1343"/>
                  <a:pt x="7107" y="1205"/>
                </a:cubicBezTo>
                <a:cubicBezTo>
                  <a:pt x="7105" y="1066"/>
                  <a:pt x="6994" y="952"/>
                  <a:pt x="6856" y="952"/>
                </a:cubicBezTo>
                <a:close/>
                <a:moveTo>
                  <a:pt x="8226" y="4600"/>
                </a:moveTo>
                <a:cubicBezTo>
                  <a:pt x="8189" y="4508"/>
                  <a:pt x="8170" y="4407"/>
                  <a:pt x="8170" y="4302"/>
                </a:cubicBezTo>
                <a:cubicBezTo>
                  <a:pt x="8170" y="4195"/>
                  <a:pt x="8191" y="4093"/>
                  <a:pt x="8228" y="4000"/>
                </a:cubicBezTo>
                <a:lnTo>
                  <a:pt x="2852" y="1286"/>
                </a:lnTo>
                <a:cubicBezTo>
                  <a:pt x="2721" y="1491"/>
                  <a:pt x="2503" y="1637"/>
                  <a:pt x="2252" y="1668"/>
                </a:cubicBezTo>
                <a:lnTo>
                  <a:pt x="2421" y="7183"/>
                </a:lnTo>
                <a:cubicBezTo>
                  <a:pt x="2530" y="7202"/>
                  <a:pt x="2622" y="7261"/>
                  <a:pt x="2686" y="734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9"/>
          <p:cNvSpPr/>
          <p:nvPr/>
        </p:nvSpPr>
        <p:spPr>
          <a:xfrm rot="7355165">
            <a:off x="8197463" y="1374859"/>
            <a:ext cx="578861" cy="579015"/>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rgbClr val="92D9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9"/>
          <p:cNvSpPr/>
          <p:nvPr/>
        </p:nvSpPr>
        <p:spPr>
          <a:xfrm>
            <a:off x="720009" y="4386686"/>
            <a:ext cx="88589" cy="216812"/>
          </a:xfrm>
          <a:custGeom>
            <a:rect b="b" l="l" r="r" t="t"/>
            <a:pathLst>
              <a:path extrusionOk="0" h="1718" w="702">
                <a:moveTo>
                  <a:pt x="701" y="281"/>
                </a:moveTo>
                <a:lnTo>
                  <a:pt x="278" y="281"/>
                </a:lnTo>
                <a:lnTo>
                  <a:pt x="278" y="1438"/>
                </a:lnTo>
                <a:lnTo>
                  <a:pt x="701" y="1438"/>
                </a:lnTo>
                <a:lnTo>
                  <a:pt x="701" y="1718"/>
                </a:lnTo>
                <a:lnTo>
                  <a:pt x="0" y="1718"/>
                </a:lnTo>
                <a:lnTo>
                  <a:pt x="0" y="1"/>
                </a:lnTo>
                <a:lnTo>
                  <a:pt x="70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9"/>
          <p:cNvSpPr/>
          <p:nvPr/>
        </p:nvSpPr>
        <p:spPr>
          <a:xfrm>
            <a:off x="873842" y="4435273"/>
            <a:ext cx="592107" cy="119511"/>
          </a:xfrm>
          <a:custGeom>
            <a:rect b="b" l="l" r="r" t="t"/>
            <a:pathLst>
              <a:path extrusionOk="0" h="947" w="4692">
                <a:moveTo>
                  <a:pt x="473" y="0"/>
                </a:moveTo>
                <a:lnTo>
                  <a:pt x="4218" y="0"/>
                </a:lnTo>
                <a:cubicBezTo>
                  <a:pt x="4477" y="0"/>
                  <a:pt x="4691" y="214"/>
                  <a:pt x="4691" y="473"/>
                </a:cubicBezTo>
                <a:lnTo>
                  <a:pt x="4691" y="473"/>
                </a:lnTo>
                <a:cubicBezTo>
                  <a:pt x="4691" y="735"/>
                  <a:pt x="4477" y="946"/>
                  <a:pt x="4218" y="946"/>
                </a:cubicBezTo>
                <a:lnTo>
                  <a:pt x="473" y="946"/>
                </a:lnTo>
                <a:cubicBezTo>
                  <a:pt x="212" y="946"/>
                  <a:pt x="1" y="735"/>
                  <a:pt x="1" y="473"/>
                </a:cubicBezTo>
                <a:lnTo>
                  <a:pt x="1" y="473"/>
                </a:lnTo>
                <a:cubicBezTo>
                  <a:pt x="1" y="214"/>
                  <a:pt x="212" y="0"/>
                  <a:pt x="473" y="0"/>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9"/>
          <p:cNvSpPr/>
          <p:nvPr/>
        </p:nvSpPr>
        <p:spPr>
          <a:xfrm>
            <a:off x="1530695" y="4435273"/>
            <a:ext cx="296180" cy="119511"/>
          </a:xfrm>
          <a:custGeom>
            <a:rect b="b" l="l" r="r" t="t"/>
            <a:pathLst>
              <a:path extrusionOk="0" h="947" w="2347">
                <a:moveTo>
                  <a:pt x="475" y="0"/>
                </a:moveTo>
                <a:lnTo>
                  <a:pt x="1873" y="0"/>
                </a:lnTo>
                <a:cubicBezTo>
                  <a:pt x="2133" y="0"/>
                  <a:pt x="2346" y="214"/>
                  <a:pt x="2346" y="473"/>
                </a:cubicBezTo>
                <a:lnTo>
                  <a:pt x="2346" y="473"/>
                </a:lnTo>
                <a:cubicBezTo>
                  <a:pt x="2346" y="735"/>
                  <a:pt x="2133" y="946"/>
                  <a:pt x="1873" y="946"/>
                </a:cubicBezTo>
                <a:lnTo>
                  <a:pt x="475" y="946"/>
                </a:lnTo>
                <a:cubicBezTo>
                  <a:pt x="216" y="946"/>
                  <a:pt x="2" y="735"/>
                  <a:pt x="2" y="473"/>
                </a:cubicBezTo>
                <a:lnTo>
                  <a:pt x="2" y="473"/>
                </a:lnTo>
                <a:cubicBezTo>
                  <a:pt x="0" y="214"/>
                  <a:pt x="214" y="0"/>
                  <a:pt x="475" y="0"/>
                </a:cubicBezTo>
                <a:close/>
              </a:path>
            </a:pathLst>
          </a:custGeom>
          <a:solidFill>
            <a:srgbClr val="6D6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9"/>
          <p:cNvSpPr/>
          <p:nvPr/>
        </p:nvSpPr>
        <p:spPr>
          <a:xfrm>
            <a:off x="1891870" y="4386686"/>
            <a:ext cx="88841" cy="216812"/>
          </a:xfrm>
          <a:custGeom>
            <a:rect b="b" l="l" r="r" t="t"/>
            <a:pathLst>
              <a:path extrusionOk="0" h="1718" w="704">
                <a:moveTo>
                  <a:pt x="1" y="1"/>
                </a:moveTo>
                <a:lnTo>
                  <a:pt x="704" y="1"/>
                </a:lnTo>
                <a:lnTo>
                  <a:pt x="704" y="1718"/>
                </a:lnTo>
                <a:lnTo>
                  <a:pt x="1" y="1718"/>
                </a:lnTo>
                <a:lnTo>
                  <a:pt x="1" y="1438"/>
                </a:lnTo>
                <a:lnTo>
                  <a:pt x="426" y="1438"/>
                </a:lnTo>
                <a:lnTo>
                  <a:pt x="426" y="281"/>
                </a:lnTo>
                <a:lnTo>
                  <a:pt x="1" y="28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9"/>
          <p:cNvSpPr/>
          <p:nvPr/>
        </p:nvSpPr>
        <p:spPr>
          <a:xfrm>
            <a:off x="3545106" y="4136625"/>
            <a:ext cx="940826" cy="716932"/>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104775">
              <a:srgbClr val="1B222D"/>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9"/>
          <p:cNvSpPr/>
          <p:nvPr/>
        </p:nvSpPr>
        <p:spPr>
          <a:xfrm>
            <a:off x="4683586" y="4136625"/>
            <a:ext cx="940826" cy="716932"/>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104775">
              <a:srgbClr val="1B222D"/>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9"/>
          <p:cNvSpPr/>
          <p:nvPr/>
        </p:nvSpPr>
        <p:spPr>
          <a:xfrm>
            <a:off x="2406625" y="4136625"/>
            <a:ext cx="940826" cy="716932"/>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104775">
              <a:srgbClr val="1B222D"/>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9"/>
          <p:cNvSpPr/>
          <p:nvPr/>
        </p:nvSpPr>
        <p:spPr>
          <a:xfrm>
            <a:off x="5822061" y="4136625"/>
            <a:ext cx="940826" cy="716932"/>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104775">
              <a:srgbClr val="1B222D"/>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7" name="Shape 127"/>
        <p:cNvGrpSpPr/>
        <p:nvPr/>
      </p:nvGrpSpPr>
      <p:grpSpPr>
        <a:xfrm>
          <a:off x="0" y="0"/>
          <a:ext cx="0" cy="0"/>
          <a:chOff x="0" y="0"/>
          <a:chExt cx="0" cy="0"/>
        </a:xfrm>
      </p:grpSpPr>
      <p:sp>
        <p:nvSpPr>
          <p:cNvPr id="128" name="Google Shape;128;p10"/>
          <p:cNvSpPr txBox="1"/>
          <p:nvPr>
            <p:ph type="title"/>
          </p:nvPr>
        </p:nvSpPr>
        <p:spPr>
          <a:xfrm>
            <a:off x="1052775" y="1880325"/>
            <a:ext cx="2404800" cy="183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2800"/>
              <a:buNone/>
              <a:defRPr sz="2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9" name="Shape 129"/>
        <p:cNvGrpSpPr/>
        <p:nvPr/>
      </p:nvGrpSpPr>
      <p:grpSpPr>
        <a:xfrm>
          <a:off x="0" y="0"/>
          <a:ext cx="0" cy="0"/>
          <a:chOff x="0" y="0"/>
          <a:chExt cx="0" cy="0"/>
        </a:xfrm>
      </p:grpSpPr>
      <p:sp>
        <p:nvSpPr>
          <p:cNvPr id="130" name="Google Shape;130;p11"/>
          <p:cNvSpPr/>
          <p:nvPr/>
        </p:nvSpPr>
        <p:spPr>
          <a:xfrm>
            <a:off x="763375" y="1018325"/>
            <a:ext cx="3070200" cy="2298600"/>
          </a:xfrm>
          <a:prstGeom prst="roundRect">
            <a:avLst>
              <a:gd fmla="val 6976" name="adj"/>
            </a:avLst>
          </a:pr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1"/>
          <p:cNvSpPr/>
          <p:nvPr/>
        </p:nvSpPr>
        <p:spPr>
          <a:xfrm>
            <a:off x="1651528" y="2440091"/>
            <a:ext cx="704339" cy="704399"/>
          </a:xfrm>
          <a:custGeom>
            <a:rect b="b" l="l" r="r" t="t"/>
            <a:pathLst>
              <a:path extrusionOk="0" h="1862" w="1862">
                <a:moveTo>
                  <a:pt x="932" y="1862"/>
                </a:moveTo>
                <a:cubicBezTo>
                  <a:pt x="1446" y="1862"/>
                  <a:pt x="1861" y="1442"/>
                  <a:pt x="1861" y="933"/>
                </a:cubicBezTo>
                <a:cubicBezTo>
                  <a:pt x="1861" y="418"/>
                  <a:pt x="1444" y="1"/>
                  <a:pt x="932" y="1"/>
                </a:cubicBezTo>
                <a:cubicBezTo>
                  <a:pt x="418" y="1"/>
                  <a:pt x="0" y="420"/>
                  <a:pt x="0" y="933"/>
                </a:cubicBezTo>
                <a:cubicBezTo>
                  <a:pt x="4" y="1447"/>
                  <a:pt x="420" y="1862"/>
                  <a:pt x="932" y="1862"/>
                </a:cubicBezTo>
                <a:close/>
              </a:path>
            </a:pathLst>
          </a:custGeom>
          <a:solidFill>
            <a:srgbClr val="92D9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2" name="Google Shape;132;p11"/>
          <p:cNvGrpSpPr/>
          <p:nvPr/>
        </p:nvGrpSpPr>
        <p:grpSpPr>
          <a:xfrm>
            <a:off x="763292" y="516200"/>
            <a:ext cx="3070200" cy="426900"/>
            <a:chOff x="552455" y="401675"/>
            <a:chExt cx="3070200" cy="426900"/>
          </a:xfrm>
        </p:grpSpPr>
        <p:sp>
          <p:nvSpPr>
            <p:cNvPr id="133" name="Google Shape;133;p11"/>
            <p:cNvSpPr/>
            <p:nvPr/>
          </p:nvSpPr>
          <p:spPr>
            <a:xfrm>
              <a:off x="552455" y="401675"/>
              <a:ext cx="3070200" cy="426900"/>
            </a:xfrm>
            <a:prstGeom prst="roundRect">
              <a:avLst>
                <a:gd fmla="val 2231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1"/>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1"/>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rgbClr val="6DC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7" name="Google Shape;137;p11"/>
          <p:cNvSpPr/>
          <p:nvPr/>
        </p:nvSpPr>
        <p:spPr>
          <a:xfrm>
            <a:off x="2142800" y="1617400"/>
            <a:ext cx="6237900" cy="3116400"/>
          </a:xfrm>
          <a:prstGeom prst="roundRect">
            <a:avLst>
              <a:gd fmla="val 3542" name="adj"/>
            </a:avLst>
          </a:pr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1"/>
          <p:cNvSpPr/>
          <p:nvPr/>
        </p:nvSpPr>
        <p:spPr>
          <a:xfrm>
            <a:off x="1009820" y="2519449"/>
            <a:ext cx="278164" cy="278164"/>
          </a:xfrm>
          <a:custGeom>
            <a:rect b="b" l="l" r="r" t="t"/>
            <a:pathLst>
              <a:path extrusionOk="0" h="1862" w="1862">
                <a:moveTo>
                  <a:pt x="932" y="1862"/>
                </a:moveTo>
                <a:cubicBezTo>
                  <a:pt x="1446" y="1862"/>
                  <a:pt x="1861" y="1442"/>
                  <a:pt x="1861" y="933"/>
                </a:cubicBezTo>
                <a:cubicBezTo>
                  <a:pt x="1861" y="418"/>
                  <a:pt x="1444" y="1"/>
                  <a:pt x="932" y="1"/>
                </a:cubicBezTo>
                <a:cubicBezTo>
                  <a:pt x="418" y="1"/>
                  <a:pt x="0" y="420"/>
                  <a:pt x="0" y="933"/>
                </a:cubicBezTo>
                <a:cubicBezTo>
                  <a:pt x="4" y="1447"/>
                  <a:pt x="420" y="1862"/>
                  <a:pt x="932" y="1862"/>
                </a:cubicBezTo>
                <a:close/>
              </a:path>
            </a:pathLst>
          </a:cu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9" name="Google Shape;139;p11"/>
          <p:cNvGrpSpPr/>
          <p:nvPr/>
        </p:nvGrpSpPr>
        <p:grpSpPr>
          <a:xfrm>
            <a:off x="993542" y="1255176"/>
            <a:ext cx="1085590" cy="1085963"/>
            <a:chOff x="-3274611" y="2338122"/>
            <a:chExt cx="866462" cy="866760"/>
          </a:xfrm>
        </p:grpSpPr>
        <p:sp>
          <p:nvSpPr>
            <p:cNvPr id="140" name="Google Shape;140;p11"/>
            <p:cNvSpPr/>
            <p:nvPr/>
          </p:nvSpPr>
          <p:spPr>
            <a:xfrm>
              <a:off x="-3274611" y="2338122"/>
              <a:ext cx="866462" cy="866462"/>
            </a:xfrm>
            <a:custGeom>
              <a:rect b="b" l="l" r="r" t="t"/>
              <a:pathLst>
                <a:path extrusionOk="0" h="5800" w="5800">
                  <a:moveTo>
                    <a:pt x="2900" y="5799"/>
                  </a:moveTo>
                  <a:cubicBezTo>
                    <a:pt x="4498" y="5799"/>
                    <a:pt x="5800" y="4496"/>
                    <a:pt x="5800" y="2900"/>
                  </a:cubicBezTo>
                  <a:cubicBezTo>
                    <a:pt x="5800" y="1300"/>
                    <a:pt x="4496" y="1"/>
                    <a:pt x="2900" y="1"/>
                  </a:cubicBezTo>
                  <a:cubicBezTo>
                    <a:pt x="1300" y="1"/>
                    <a:pt x="1" y="1304"/>
                    <a:pt x="1" y="2900"/>
                  </a:cubicBezTo>
                  <a:cubicBezTo>
                    <a:pt x="1" y="4496"/>
                    <a:pt x="1302" y="5799"/>
                    <a:pt x="2900" y="579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1"/>
            <p:cNvSpPr/>
            <p:nvPr/>
          </p:nvSpPr>
          <p:spPr>
            <a:xfrm>
              <a:off x="-3172279" y="2383237"/>
              <a:ext cx="460271" cy="499411"/>
            </a:xfrm>
            <a:custGeom>
              <a:rect b="b" l="l" r="r" t="t"/>
              <a:pathLst>
                <a:path extrusionOk="0" h="3343" w="3081">
                  <a:moveTo>
                    <a:pt x="2608" y="1"/>
                  </a:moveTo>
                  <a:cubicBezTo>
                    <a:pt x="2739" y="1"/>
                    <a:pt x="2855" y="52"/>
                    <a:pt x="2941" y="141"/>
                  </a:cubicBezTo>
                  <a:cubicBezTo>
                    <a:pt x="3027" y="225"/>
                    <a:pt x="3081" y="344"/>
                    <a:pt x="3081" y="474"/>
                  </a:cubicBezTo>
                  <a:cubicBezTo>
                    <a:pt x="3081" y="605"/>
                    <a:pt x="3029" y="721"/>
                    <a:pt x="2941" y="809"/>
                  </a:cubicBezTo>
                  <a:cubicBezTo>
                    <a:pt x="2855" y="895"/>
                    <a:pt x="2739" y="947"/>
                    <a:pt x="2608" y="947"/>
                  </a:cubicBezTo>
                  <a:cubicBezTo>
                    <a:pt x="2476" y="947"/>
                    <a:pt x="2361" y="895"/>
                    <a:pt x="2273" y="809"/>
                  </a:cubicBezTo>
                  <a:cubicBezTo>
                    <a:pt x="2188" y="725"/>
                    <a:pt x="2135" y="605"/>
                    <a:pt x="2135" y="474"/>
                  </a:cubicBezTo>
                  <a:cubicBezTo>
                    <a:pt x="2135" y="344"/>
                    <a:pt x="2186" y="227"/>
                    <a:pt x="2273" y="141"/>
                  </a:cubicBezTo>
                  <a:cubicBezTo>
                    <a:pt x="2361" y="56"/>
                    <a:pt x="2478" y="1"/>
                    <a:pt x="2608" y="1"/>
                  </a:cubicBezTo>
                  <a:close/>
                  <a:moveTo>
                    <a:pt x="994" y="2308"/>
                  </a:moveTo>
                  <a:cubicBezTo>
                    <a:pt x="1138" y="2308"/>
                    <a:pt x="1265" y="2364"/>
                    <a:pt x="1358" y="2458"/>
                  </a:cubicBezTo>
                  <a:cubicBezTo>
                    <a:pt x="1454" y="2555"/>
                    <a:pt x="1510" y="2682"/>
                    <a:pt x="1510" y="2826"/>
                  </a:cubicBezTo>
                  <a:cubicBezTo>
                    <a:pt x="1510" y="2970"/>
                    <a:pt x="1454" y="3100"/>
                    <a:pt x="1358" y="3192"/>
                  </a:cubicBezTo>
                  <a:cubicBezTo>
                    <a:pt x="1265" y="3287"/>
                    <a:pt x="1136" y="3342"/>
                    <a:pt x="992" y="3342"/>
                  </a:cubicBezTo>
                  <a:cubicBezTo>
                    <a:pt x="846" y="3342"/>
                    <a:pt x="718" y="3287"/>
                    <a:pt x="626" y="3192"/>
                  </a:cubicBezTo>
                  <a:cubicBezTo>
                    <a:pt x="533" y="3096"/>
                    <a:pt x="473" y="2968"/>
                    <a:pt x="473" y="2824"/>
                  </a:cubicBezTo>
                  <a:cubicBezTo>
                    <a:pt x="473" y="2680"/>
                    <a:pt x="531" y="2551"/>
                    <a:pt x="626" y="2458"/>
                  </a:cubicBezTo>
                  <a:cubicBezTo>
                    <a:pt x="720" y="2366"/>
                    <a:pt x="852" y="2308"/>
                    <a:pt x="994" y="2308"/>
                  </a:cubicBezTo>
                  <a:close/>
                  <a:moveTo>
                    <a:pt x="1300" y="2524"/>
                  </a:moveTo>
                  <a:cubicBezTo>
                    <a:pt x="1222" y="2446"/>
                    <a:pt x="1115" y="2396"/>
                    <a:pt x="996" y="2396"/>
                  </a:cubicBezTo>
                  <a:cubicBezTo>
                    <a:pt x="876" y="2396"/>
                    <a:pt x="769" y="2446"/>
                    <a:pt x="691" y="2524"/>
                  </a:cubicBezTo>
                  <a:cubicBezTo>
                    <a:pt x="615" y="2600"/>
                    <a:pt x="566" y="2709"/>
                    <a:pt x="566" y="2826"/>
                  </a:cubicBezTo>
                  <a:cubicBezTo>
                    <a:pt x="566" y="2946"/>
                    <a:pt x="615" y="3052"/>
                    <a:pt x="691" y="3131"/>
                  </a:cubicBezTo>
                  <a:cubicBezTo>
                    <a:pt x="769" y="3207"/>
                    <a:pt x="876" y="3256"/>
                    <a:pt x="996" y="3256"/>
                  </a:cubicBezTo>
                  <a:cubicBezTo>
                    <a:pt x="1115" y="3256"/>
                    <a:pt x="1222" y="3207"/>
                    <a:pt x="1300" y="3131"/>
                  </a:cubicBezTo>
                  <a:cubicBezTo>
                    <a:pt x="1376" y="3052"/>
                    <a:pt x="1425" y="2946"/>
                    <a:pt x="1425" y="2826"/>
                  </a:cubicBezTo>
                  <a:cubicBezTo>
                    <a:pt x="1425" y="2709"/>
                    <a:pt x="1376" y="2600"/>
                    <a:pt x="1300" y="2524"/>
                  </a:cubicBezTo>
                  <a:close/>
                  <a:moveTo>
                    <a:pt x="301" y="1451"/>
                  </a:moveTo>
                  <a:cubicBezTo>
                    <a:pt x="383" y="1451"/>
                    <a:pt x="461" y="1486"/>
                    <a:pt x="515" y="1539"/>
                  </a:cubicBezTo>
                  <a:cubicBezTo>
                    <a:pt x="570" y="1592"/>
                    <a:pt x="603" y="1671"/>
                    <a:pt x="603" y="1753"/>
                  </a:cubicBezTo>
                  <a:cubicBezTo>
                    <a:pt x="603" y="1835"/>
                    <a:pt x="568" y="1911"/>
                    <a:pt x="515" y="1965"/>
                  </a:cubicBezTo>
                  <a:cubicBezTo>
                    <a:pt x="461" y="2020"/>
                    <a:pt x="383" y="2053"/>
                    <a:pt x="301" y="2053"/>
                  </a:cubicBezTo>
                  <a:cubicBezTo>
                    <a:pt x="220" y="2053"/>
                    <a:pt x="142" y="2020"/>
                    <a:pt x="89" y="1965"/>
                  </a:cubicBezTo>
                  <a:cubicBezTo>
                    <a:pt x="33" y="1911"/>
                    <a:pt x="0" y="1835"/>
                    <a:pt x="0" y="1753"/>
                  </a:cubicBezTo>
                  <a:cubicBezTo>
                    <a:pt x="0" y="1671"/>
                    <a:pt x="35" y="1592"/>
                    <a:pt x="89" y="1539"/>
                  </a:cubicBezTo>
                  <a:cubicBezTo>
                    <a:pt x="144" y="1486"/>
                    <a:pt x="220" y="1451"/>
                    <a:pt x="301" y="1451"/>
                  </a:cubicBezTo>
                  <a:close/>
                  <a:moveTo>
                    <a:pt x="451" y="1601"/>
                  </a:moveTo>
                  <a:cubicBezTo>
                    <a:pt x="412" y="1562"/>
                    <a:pt x="358" y="1537"/>
                    <a:pt x="301" y="1537"/>
                  </a:cubicBezTo>
                  <a:cubicBezTo>
                    <a:pt x="243" y="1537"/>
                    <a:pt x="190" y="1560"/>
                    <a:pt x="153" y="1601"/>
                  </a:cubicBezTo>
                  <a:cubicBezTo>
                    <a:pt x="114" y="1640"/>
                    <a:pt x="89" y="1691"/>
                    <a:pt x="89" y="1749"/>
                  </a:cubicBezTo>
                  <a:cubicBezTo>
                    <a:pt x="89" y="1808"/>
                    <a:pt x="111" y="1862"/>
                    <a:pt x="153" y="1899"/>
                  </a:cubicBezTo>
                  <a:cubicBezTo>
                    <a:pt x="192" y="1938"/>
                    <a:pt x="245" y="1961"/>
                    <a:pt x="301" y="1961"/>
                  </a:cubicBezTo>
                  <a:cubicBezTo>
                    <a:pt x="360" y="1961"/>
                    <a:pt x="414" y="1938"/>
                    <a:pt x="451" y="1899"/>
                  </a:cubicBezTo>
                  <a:cubicBezTo>
                    <a:pt x="490" y="1860"/>
                    <a:pt x="515" y="1806"/>
                    <a:pt x="515" y="1749"/>
                  </a:cubicBezTo>
                  <a:cubicBezTo>
                    <a:pt x="515" y="1693"/>
                    <a:pt x="492" y="1642"/>
                    <a:pt x="451" y="1601"/>
                  </a:cubicBezTo>
                  <a:close/>
                  <a:moveTo>
                    <a:pt x="2608" y="89"/>
                  </a:moveTo>
                  <a:cubicBezTo>
                    <a:pt x="2503" y="89"/>
                    <a:pt x="2404" y="132"/>
                    <a:pt x="2334" y="202"/>
                  </a:cubicBezTo>
                  <a:cubicBezTo>
                    <a:pt x="2267" y="272"/>
                    <a:pt x="2221" y="369"/>
                    <a:pt x="2221" y="474"/>
                  </a:cubicBezTo>
                  <a:cubicBezTo>
                    <a:pt x="2221" y="581"/>
                    <a:pt x="2267" y="677"/>
                    <a:pt x="2334" y="747"/>
                  </a:cubicBezTo>
                  <a:cubicBezTo>
                    <a:pt x="2404" y="815"/>
                    <a:pt x="2503" y="860"/>
                    <a:pt x="2608" y="860"/>
                  </a:cubicBezTo>
                  <a:cubicBezTo>
                    <a:pt x="2713" y="860"/>
                    <a:pt x="2811" y="817"/>
                    <a:pt x="2879" y="747"/>
                  </a:cubicBezTo>
                  <a:cubicBezTo>
                    <a:pt x="2949" y="677"/>
                    <a:pt x="2992" y="581"/>
                    <a:pt x="2992" y="474"/>
                  </a:cubicBezTo>
                  <a:cubicBezTo>
                    <a:pt x="2992" y="262"/>
                    <a:pt x="2820" y="89"/>
                    <a:pt x="2608" y="89"/>
                  </a:cubicBezTo>
                  <a:close/>
                </a:path>
              </a:pathLst>
            </a:cu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
            <p:cNvSpPr/>
            <p:nvPr/>
          </p:nvSpPr>
          <p:spPr>
            <a:xfrm>
              <a:off x="-3188264" y="2461666"/>
              <a:ext cx="780115" cy="743215"/>
            </a:xfrm>
            <a:custGeom>
              <a:rect b="b" l="l" r="r" t="t"/>
              <a:pathLst>
                <a:path extrusionOk="0" h="4975" w="5222">
                  <a:moveTo>
                    <a:pt x="4350" y="0"/>
                  </a:moveTo>
                  <a:cubicBezTo>
                    <a:pt x="4742" y="385"/>
                    <a:pt x="5026" y="878"/>
                    <a:pt x="5152" y="1433"/>
                  </a:cubicBezTo>
                  <a:cubicBezTo>
                    <a:pt x="5010" y="1448"/>
                    <a:pt x="4880" y="1512"/>
                    <a:pt x="4786" y="1610"/>
                  </a:cubicBezTo>
                  <a:cubicBezTo>
                    <a:pt x="4675" y="1721"/>
                    <a:pt x="4607" y="1876"/>
                    <a:pt x="4607" y="2046"/>
                  </a:cubicBezTo>
                  <a:cubicBezTo>
                    <a:pt x="4607" y="2217"/>
                    <a:pt x="4675" y="2371"/>
                    <a:pt x="4786" y="2484"/>
                  </a:cubicBezTo>
                  <a:cubicBezTo>
                    <a:pt x="4886" y="2585"/>
                    <a:pt x="5018" y="2649"/>
                    <a:pt x="5164" y="2661"/>
                  </a:cubicBezTo>
                  <a:cubicBezTo>
                    <a:pt x="4917" y="3870"/>
                    <a:pt x="3918" y="4806"/>
                    <a:pt x="2674" y="4954"/>
                  </a:cubicBezTo>
                  <a:cubicBezTo>
                    <a:pt x="2676" y="4933"/>
                    <a:pt x="2676" y="4913"/>
                    <a:pt x="2676" y="4894"/>
                  </a:cubicBezTo>
                  <a:cubicBezTo>
                    <a:pt x="2676" y="4705"/>
                    <a:pt x="2600" y="4534"/>
                    <a:pt x="2476" y="4411"/>
                  </a:cubicBezTo>
                  <a:cubicBezTo>
                    <a:pt x="2353" y="4288"/>
                    <a:pt x="2180" y="4212"/>
                    <a:pt x="1993" y="4212"/>
                  </a:cubicBezTo>
                  <a:cubicBezTo>
                    <a:pt x="1802" y="4212"/>
                    <a:pt x="1633" y="4288"/>
                    <a:pt x="1510" y="4411"/>
                  </a:cubicBezTo>
                  <a:cubicBezTo>
                    <a:pt x="1407" y="4514"/>
                    <a:pt x="1337" y="4648"/>
                    <a:pt x="1317" y="4798"/>
                  </a:cubicBezTo>
                  <a:cubicBezTo>
                    <a:pt x="790" y="4602"/>
                    <a:pt x="334" y="4257"/>
                    <a:pt x="0" y="3815"/>
                  </a:cubicBezTo>
                  <a:cubicBezTo>
                    <a:pt x="1238" y="3872"/>
                    <a:pt x="1701" y="3615"/>
                    <a:pt x="2090" y="2667"/>
                  </a:cubicBezTo>
                  <a:cubicBezTo>
                    <a:pt x="2503" y="1660"/>
                    <a:pt x="3457" y="2795"/>
                    <a:pt x="3737" y="1218"/>
                  </a:cubicBezTo>
                  <a:cubicBezTo>
                    <a:pt x="3871" y="467"/>
                    <a:pt x="4121" y="138"/>
                    <a:pt x="4350" y="0"/>
                  </a:cubicBezTo>
                  <a:close/>
                  <a:moveTo>
                    <a:pt x="5166" y="1518"/>
                  </a:moveTo>
                  <a:cubicBezTo>
                    <a:pt x="5043" y="1530"/>
                    <a:pt x="4930" y="1588"/>
                    <a:pt x="4845" y="1670"/>
                  </a:cubicBezTo>
                  <a:cubicBezTo>
                    <a:pt x="4751" y="1765"/>
                    <a:pt x="4691" y="1898"/>
                    <a:pt x="4691" y="2042"/>
                  </a:cubicBezTo>
                  <a:cubicBezTo>
                    <a:pt x="4691" y="2188"/>
                    <a:pt x="4751" y="2320"/>
                    <a:pt x="4845" y="2414"/>
                  </a:cubicBezTo>
                  <a:cubicBezTo>
                    <a:pt x="4932" y="2503"/>
                    <a:pt x="5049" y="2558"/>
                    <a:pt x="5176" y="2567"/>
                  </a:cubicBezTo>
                  <a:cubicBezTo>
                    <a:pt x="5205" y="2404"/>
                    <a:pt x="5219" y="2238"/>
                    <a:pt x="5219" y="2067"/>
                  </a:cubicBezTo>
                  <a:cubicBezTo>
                    <a:pt x="5222" y="1882"/>
                    <a:pt x="5203" y="1697"/>
                    <a:pt x="5166" y="1518"/>
                  </a:cubicBezTo>
                  <a:close/>
                  <a:moveTo>
                    <a:pt x="2581" y="4962"/>
                  </a:moveTo>
                  <a:cubicBezTo>
                    <a:pt x="2583" y="4940"/>
                    <a:pt x="2585" y="4915"/>
                    <a:pt x="2585" y="4892"/>
                  </a:cubicBezTo>
                  <a:cubicBezTo>
                    <a:pt x="2585" y="4728"/>
                    <a:pt x="2520" y="4580"/>
                    <a:pt x="2411" y="4471"/>
                  </a:cubicBezTo>
                  <a:cubicBezTo>
                    <a:pt x="2304" y="4364"/>
                    <a:pt x="2153" y="4296"/>
                    <a:pt x="1989" y="4296"/>
                  </a:cubicBezTo>
                  <a:cubicBezTo>
                    <a:pt x="1824" y="4296"/>
                    <a:pt x="1676" y="4364"/>
                    <a:pt x="1567" y="4471"/>
                  </a:cubicBezTo>
                  <a:cubicBezTo>
                    <a:pt x="1475" y="4563"/>
                    <a:pt x="1413" y="4687"/>
                    <a:pt x="1399" y="4826"/>
                  </a:cubicBezTo>
                  <a:cubicBezTo>
                    <a:pt x="1689" y="4923"/>
                    <a:pt x="1997" y="4975"/>
                    <a:pt x="2320" y="4975"/>
                  </a:cubicBezTo>
                  <a:cubicBezTo>
                    <a:pt x="2408" y="4972"/>
                    <a:pt x="2497" y="4970"/>
                    <a:pt x="2581" y="4962"/>
                  </a:cubicBezTo>
                  <a:close/>
                </a:path>
              </a:pathLst>
            </a:cu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1"/>
            <p:cNvSpPr/>
            <p:nvPr/>
          </p:nvSpPr>
          <p:spPr>
            <a:xfrm>
              <a:off x="-2737558" y="2820050"/>
              <a:ext cx="83061" cy="83210"/>
            </a:xfrm>
            <a:custGeom>
              <a:rect b="b" l="l" r="r" t="t"/>
              <a:pathLst>
                <a:path extrusionOk="0" h="557" w="556">
                  <a:moveTo>
                    <a:pt x="278" y="556"/>
                  </a:moveTo>
                  <a:cubicBezTo>
                    <a:pt x="430" y="556"/>
                    <a:pt x="555" y="433"/>
                    <a:pt x="555" y="279"/>
                  </a:cubicBezTo>
                  <a:cubicBezTo>
                    <a:pt x="555" y="126"/>
                    <a:pt x="432" y="1"/>
                    <a:pt x="278" y="1"/>
                  </a:cubicBezTo>
                  <a:cubicBezTo>
                    <a:pt x="128" y="1"/>
                    <a:pt x="0" y="124"/>
                    <a:pt x="0" y="279"/>
                  </a:cubicBezTo>
                  <a:cubicBezTo>
                    <a:pt x="0" y="429"/>
                    <a:pt x="128" y="556"/>
                    <a:pt x="278" y="55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 name="Google Shape;144;p11"/>
          <p:cNvGrpSpPr/>
          <p:nvPr/>
        </p:nvGrpSpPr>
        <p:grpSpPr>
          <a:xfrm>
            <a:off x="2142783" y="1237080"/>
            <a:ext cx="6237683" cy="329567"/>
            <a:chOff x="552450" y="401675"/>
            <a:chExt cx="8079900" cy="426900"/>
          </a:xfrm>
        </p:grpSpPr>
        <p:sp>
          <p:nvSpPr>
            <p:cNvPr id="145" name="Google Shape;145;p11"/>
            <p:cNvSpPr/>
            <p:nvPr/>
          </p:nvSpPr>
          <p:spPr>
            <a:xfrm>
              <a:off x="552450" y="401675"/>
              <a:ext cx="8079900" cy="426900"/>
            </a:xfrm>
            <a:prstGeom prst="roundRect">
              <a:avLst>
                <a:gd fmla="val 2231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1"/>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rgbClr val="6DC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9" name="Google Shape;149;p11"/>
          <p:cNvSpPr txBox="1"/>
          <p:nvPr>
            <p:ph hasCustomPrompt="1" type="title"/>
          </p:nvPr>
        </p:nvSpPr>
        <p:spPr>
          <a:xfrm rot="294">
            <a:off x="3412800" y="2218300"/>
            <a:ext cx="3513600" cy="15111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9600"/>
              <a:buNone/>
              <a:defRPr sz="9600">
                <a:solidFill>
                  <a:schemeClr val="lt1"/>
                </a:solidFill>
              </a:defRPr>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150" name="Google Shape;150;p11"/>
          <p:cNvSpPr txBox="1"/>
          <p:nvPr>
            <p:ph idx="1" type="subTitle"/>
          </p:nvPr>
        </p:nvSpPr>
        <p:spPr>
          <a:xfrm>
            <a:off x="3623675" y="3899100"/>
            <a:ext cx="3091800" cy="7044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51" name="Shape 15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52" name="Shape 152"/>
        <p:cNvGrpSpPr/>
        <p:nvPr/>
      </p:nvGrpSpPr>
      <p:grpSpPr>
        <a:xfrm>
          <a:off x="0" y="0"/>
          <a:ext cx="0" cy="0"/>
          <a:chOff x="0" y="0"/>
          <a:chExt cx="0" cy="0"/>
        </a:xfrm>
      </p:grpSpPr>
      <p:grpSp>
        <p:nvGrpSpPr>
          <p:cNvPr id="153" name="Google Shape;153;p13"/>
          <p:cNvGrpSpPr/>
          <p:nvPr/>
        </p:nvGrpSpPr>
        <p:grpSpPr>
          <a:xfrm>
            <a:off x="520563" y="326550"/>
            <a:ext cx="8079900" cy="426900"/>
            <a:chOff x="552450" y="401675"/>
            <a:chExt cx="8079900" cy="426900"/>
          </a:xfrm>
        </p:grpSpPr>
        <p:sp>
          <p:nvSpPr>
            <p:cNvPr id="154" name="Google Shape;154;p13"/>
            <p:cNvSpPr/>
            <p:nvPr/>
          </p:nvSpPr>
          <p:spPr>
            <a:xfrm>
              <a:off x="552450" y="401675"/>
              <a:ext cx="8079900" cy="426900"/>
            </a:xfrm>
            <a:prstGeom prst="roundRect">
              <a:avLst>
                <a:gd fmla="val 22312"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3"/>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3"/>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3"/>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8" name="Google Shape;158;p13"/>
          <p:cNvSpPr/>
          <p:nvPr/>
        </p:nvSpPr>
        <p:spPr>
          <a:xfrm>
            <a:off x="520575" y="819150"/>
            <a:ext cx="8079900" cy="3898800"/>
          </a:xfrm>
          <a:prstGeom prst="roundRect">
            <a:avLst>
              <a:gd fmla="val 3542" name="adj"/>
            </a:avLst>
          </a:pr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3"/>
          <p:cNvSpPr txBox="1"/>
          <p:nvPr>
            <p:ph type="title"/>
          </p:nvPr>
        </p:nvSpPr>
        <p:spPr>
          <a:xfrm>
            <a:off x="2240456" y="1985865"/>
            <a:ext cx="1883700" cy="4023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400"/>
              <a:buNone/>
              <a:defRPr sz="20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160" name="Google Shape;160;p13"/>
          <p:cNvSpPr txBox="1"/>
          <p:nvPr>
            <p:ph idx="1" type="subTitle"/>
          </p:nvPr>
        </p:nvSpPr>
        <p:spPr>
          <a:xfrm>
            <a:off x="2079550" y="2426200"/>
            <a:ext cx="2229600" cy="52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r">
              <a:lnSpc>
                <a:spcPct val="100000"/>
              </a:lnSpc>
              <a:spcBef>
                <a:spcPts val="0"/>
              </a:spcBef>
              <a:spcAft>
                <a:spcPts val="0"/>
              </a:spcAft>
              <a:buSzPts val="1400"/>
              <a:buNone/>
              <a:defRPr/>
            </a:lvl2pPr>
            <a:lvl3pPr lvl="2" rtl="0" algn="r">
              <a:lnSpc>
                <a:spcPct val="100000"/>
              </a:lnSpc>
              <a:spcBef>
                <a:spcPts val="1600"/>
              </a:spcBef>
              <a:spcAft>
                <a:spcPts val="0"/>
              </a:spcAft>
              <a:buSzPts val="1400"/>
              <a:buNone/>
              <a:defRPr/>
            </a:lvl3pPr>
            <a:lvl4pPr lvl="3" rtl="0" algn="r">
              <a:lnSpc>
                <a:spcPct val="100000"/>
              </a:lnSpc>
              <a:spcBef>
                <a:spcPts val="1600"/>
              </a:spcBef>
              <a:spcAft>
                <a:spcPts val="0"/>
              </a:spcAft>
              <a:buSzPts val="1400"/>
              <a:buNone/>
              <a:defRPr/>
            </a:lvl4pPr>
            <a:lvl5pPr lvl="4" rtl="0" algn="r">
              <a:lnSpc>
                <a:spcPct val="100000"/>
              </a:lnSpc>
              <a:spcBef>
                <a:spcPts val="1600"/>
              </a:spcBef>
              <a:spcAft>
                <a:spcPts val="0"/>
              </a:spcAft>
              <a:buSzPts val="1400"/>
              <a:buNone/>
              <a:defRPr/>
            </a:lvl5pPr>
            <a:lvl6pPr lvl="5" rtl="0" algn="r">
              <a:lnSpc>
                <a:spcPct val="100000"/>
              </a:lnSpc>
              <a:spcBef>
                <a:spcPts val="1600"/>
              </a:spcBef>
              <a:spcAft>
                <a:spcPts val="0"/>
              </a:spcAft>
              <a:buSzPts val="1400"/>
              <a:buNone/>
              <a:defRPr/>
            </a:lvl6pPr>
            <a:lvl7pPr lvl="6" rtl="0" algn="r">
              <a:lnSpc>
                <a:spcPct val="100000"/>
              </a:lnSpc>
              <a:spcBef>
                <a:spcPts val="1600"/>
              </a:spcBef>
              <a:spcAft>
                <a:spcPts val="0"/>
              </a:spcAft>
              <a:buSzPts val="1400"/>
              <a:buNone/>
              <a:defRPr/>
            </a:lvl7pPr>
            <a:lvl8pPr lvl="7" rtl="0" algn="r">
              <a:lnSpc>
                <a:spcPct val="100000"/>
              </a:lnSpc>
              <a:spcBef>
                <a:spcPts val="1600"/>
              </a:spcBef>
              <a:spcAft>
                <a:spcPts val="0"/>
              </a:spcAft>
              <a:buSzPts val="1400"/>
              <a:buNone/>
              <a:defRPr/>
            </a:lvl8pPr>
            <a:lvl9pPr lvl="8" rtl="0" algn="r">
              <a:lnSpc>
                <a:spcPct val="100000"/>
              </a:lnSpc>
              <a:spcBef>
                <a:spcPts val="1600"/>
              </a:spcBef>
              <a:spcAft>
                <a:spcPts val="1600"/>
              </a:spcAft>
              <a:buSzPts val="1400"/>
              <a:buNone/>
              <a:defRPr/>
            </a:lvl9pPr>
          </a:lstStyle>
          <a:p/>
        </p:txBody>
      </p:sp>
      <p:sp>
        <p:nvSpPr>
          <p:cNvPr id="161" name="Google Shape;161;p13"/>
          <p:cNvSpPr txBox="1"/>
          <p:nvPr>
            <p:ph hasCustomPrompt="1" idx="2" type="title"/>
          </p:nvPr>
        </p:nvSpPr>
        <p:spPr>
          <a:xfrm rot="1296">
            <a:off x="4795982" y="3370397"/>
            <a:ext cx="795600" cy="593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62" name="Google Shape;162;p13"/>
          <p:cNvSpPr txBox="1"/>
          <p:nvPr>
            <p:ph hasCustomPrompt="1" idx="3" type="title"/>
          </p:nvPr>
        </p:nvSpPr>
        <p:spPr>
          <a:xfrm>
            <a:off x="881056" y="3370847"/>
            <a:ext cx="795600" cy="5934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63" name="Google Shape;163;p13"/>
          <p:cNvSpPr txBox="1"/>
          <p:nvPr>
            <p:ph idx="4" type="title"/>
          </p:nvPr>
        </p:nvSpPr>
        <p:spPr>
          <a:xfrm>
            <a:off x="2242402" y="3341825"/>
            <a:ext cx="1879800" cy="4002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400"/>
              <a:buNone/>
              <a:defRPr sz="20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164" name="Google Shape;164;p13"/>
          <p:cNvSpPr txBox="1"/>
          <p:nvPr>
            <p:ph idx="5" type="subTitle"/>
          </p:nvPr>
        </p:nvSpPr>
        <p:spPr>
          <a:xfrm>
            <a:off x="2087410" y="3782550"/>
            <a:ext cx="2229600" cy="530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r">
              <a:lnSpc>
                <a:spcPct val="100000"/>
              </a:lnSpc>
              <a:spcBef>
                <a:spcPts val="0"/>
              </a:spcBef>
              <a:spcAft>
                <a:spcPts val="0"/>
              </a:spcAft>
              <a:buSzPts val="1400"/>
              <a:buNone/>
              <a:defRPr/>
            </a:lvl2pPr>
            <a:lvl3pPr lvl="2" rtl="0" algn="r">
              <a:lnSpc>
                <a:spcPct val="100000"/>
              </a:lnSpc>
              <a:spcBef>
                <a:spcPts val="1600"/>
              </a:spcBef>
              <a:spcAft>
                <a:spcPts val="0"/>
              </a:spcAft>
              <a:buSzPts val="1400"/>
              <a:buNone/>
              <a:defRPr/>
            </a:lvl3pPr>
            <a:lvl4pPr lvl="3" rtl="0" algn="r">
              <a:lnSpc>
                <a:spcPct val="100000"/>
              </a:lnSpc>
              <a:spcBef>
                <a:spcPts val="1600"/>
              </a:spcBef>
              <a:spcAft>
                <a:spcPts val="0"/>
              </a:spcAft>
              <a:buSzPts val="1400"/>
              <a:buNone/>
              <a:defRPr/>
            </a:lvl4pPr>
            <a:lvl5pPr lvl="4" rtl="0" algn="r">
              <a:lnSpc>
                <a:spcPct val="100000"/>
              </a:lnSpc>
              <a:spcBef>
                <a:spcPts val="1600"/>
              </a:spcBef>
              <a:spcAft>
                <a:spcPts val="0"/>
              </a:spcAft>
              <a:buSzPts val="1400"/>
              <a:buNone/>
              <a:defRPr/>
            </a:lvl5pPr>
            <a:lvl6pPr lvl="5" rtl="0" algn="r">
              <a:lnSpc>
                <a:spcPct val="100000"/>
              </a:lnSpc>
              <a:spcBef>
                <a:spcPts val="1600"/>
              </a:spcBef>
              <a:spcAft>
                <a:spcPts val="0"/>
              </a:spcAft>
              <a:buSzPts val="1400"/>
              <a:buNone/>
              <a:defRPr/>
            </a:lvl6pPr>
            <a:lvl7pPr lvl="6" rtl="0" algn="r">
              <a:lnSpc>
                <a:spcPct val="100000"/>
              </a:lnSpc>
              <a:spcBef>
                <a:spcPts val="1600"/>
              </a:spcBef>
              <a:spcAft>
                <a:spcPts val="0"/>
              </a:spcAft>
              <a:buSzPts val="1400"/>
              <a:buNone/>
              <a:defRPr/>
            </a:lvl7pPr>
            <a:lvl8pPr lvl="7" rtl="0" algn="r">
              <a:lnSpc>
                <a:spcPct val="100000"/>
              </a:lnSpc>
              <a:spcBef>
                <a:spcPts val="1600"/>
              </a:spcBef>
              <a:spcAft>
                <a:spcPts val="0"/>
              </a:spcAft>
              <a:buSzPts val="1400"/>
              <a:buNone/>
              <a:defRPr/>
            </a:lvl8pPr>
            <a:lvl9pPr lvl="8" rtl="0" algn="r">
              <a:lnSpc>
                <a:spcPct val="100000"/>
              </a:lnSpc>
              <a:spcBef>
                <a:spcPts val="1600"/>
              </a:spcBef>
              <a:spcAft>
                <a:spcPts val="1600"/>
              </a:spcAft>
              <a:buSzPts val="1400"/>
              <a:buNone/>
              <a:defRPr/>
            </a:lvl9pPr>
          </a:lstStyle>
          <a:p/>
        </p:txBody>
      </p:sp>
      <p:sp>
        <p:nvSpPr>
          <p:cNvPr id="165" name="Google Shape;165;p13"/>
          <p:cNvSpPr txBox="1"/>
          <p:nvPr>
            <p:ph idx="6" type="title"/>
          </p:nvPr>
        </p:nvSpPr>
        <p:spPr>
          <a:xfrm>
            <a:off x="6109156" y="3339725"/>
            <a:ext cx="1883700" cy="4023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66" name="Google Shape;166;p13"/>
          <p:cNvSpPr txBox="1"/>
          <p:nvPr>
            <p:ph idx="7" type="subTitle"/>
          </p:nvPr>
        </p:nvSpPr>
        <p:spPr>
          <a:xfrm>
            <a:off x="5932350" y="3782554"/>
            <a:ext cx="2237400" cy="530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67" name="Google Shape;167;p13"/>
          <p:cNvSpPr txBox="1"/>
          <p:nvPr>
            <p:ph idx="8" type="title"/>
          </p:nvPr>
        </p:nvSpPr>
        <p:spPr>
          <a:xfrm>
            <a:off x="6109156" y="1985865"/>
            <a:ext cx="1883700" cy="4023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400"/>
              <a:buNone/>
              <a:defRPr sz="20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68" name="Google Shape;168;p13"/>
          <p:cNvSpPr txBox="1"/>
          <p:nvPr>
            <p:ph idx="9" type="subTitle"/>
          </p:nvPr>
        </p:nvSpPr>
        <p:spPr>
          <a:xfrm>
            <a:off x="5932362" y="2424850"/>
            <a:ext cx="2237400" cy="530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69" name="Google Shape;169;p13"/>
          <p:cNvSpPr txBox="1"/>
          <p:nvPr>
            <p:ph hasCustomPrompt="1" idx="13" type="title"/>
          </p:nvPr>
        </p:nvSpPr>
        <p:spPr>
          <a:xfrm rot="1296">
            <a:off x="4795981" y="1964342"/>
            <a:ext cx="795600" cy="5931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70" name="Google Shape;170;p13"/>
          <p:cNvSpPr txBox="1"/>
          <p:nvPr>
            <p:ph hasCustomPrompt="1" idx="14" type="title"/>
          </p:nvPr>
        </p:nvSpPr>
        <p:spPr>
          <a:xfrm rot="1302">
            <a:off x="882700" y="1964200"/>
            <a:ext cx="792300" cy="5934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000">
                <a:solidFill>
                  <a:schemeClr val="lt1"/>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71" name="Google Shape;171;p13"/>
          <p:cNvSpPr txBox="1"/>
          <p:nvPr>
            <p:ph idx="15" type="title"/>
          </p:nvPr>
        </p:nvSpPr>
        <p:spPr>
          <a:xfrm>
            <a:off x="720000" y="935913"/>
            <a:ext cx="7704000" cy="5643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72" name="Google Shape;172;p13"/>
          <p:cNvGrpSpPr/>
          <p:nvPr/>
        </p:nvGrpSpPr>
        <p:grpSpPr>
          <a:xfrm>
            <a:off x="7764407" y="575481"/>
            <a:ext cx="1308352" cy="1308606"/>
            <a:chOff x="7764407" y="575481"/>
            <a:chExt cx="1308352" cy="1308606"/>
          </a:xfrm>
        </p:grpSpPr>
        <p:sp>
          <p:nvSpPr>
            <p:cNvPr id="173" name="Google Shape;173;p13"/>
            <p:cNvSpPr/>
            <p:nvPr/>
          </p:nvSpPr>
          <p:spPr>
            <a:xfrm>
              <a:off x="7943850" y="714375"/>
              <a:ext cx="1128900" cy="112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4" name="Google Shape;174;p13"/>
            <p:cNvGrpSpPr/>
            <p:nvPr/>
          </p:nvGrpSpPr>
          <p:grpSpPr>
            <a:xfrm rot="-846281">
              <a:off x="7879557" y="690583"/>
              <a:ext cx="1078052" cy="1078403"/>
              <a:chOff x="5759760" y="3433415"/>
              <a:chExt cx="583422" cy="583612"/>
            </a:xfrm>
          </p:grpSpPr>
          <p:sp>
            <p:nvSpPr>
              <p:cNvPr id="175" name="Google Shape;175;p13"/>
              <p:cNvSpPr/>
              <p:nvPr/>
            </p:nvSpPr>
            <p:spPr>
              <a:xfrm>
                <a:off x="5759760" y="3433415"/>
                <a:ext cx="583422" cy="583612"/>
              </a:xfrm>
              <a:custGeom>
                <a:rect b="b" l="l" r="r" t="t"/>
                <a:pathLst>
                  <a:path extrusionOk="0" h="12306" w="12302">
                    <a:moveTo>
                      <a:pt x="6540" y="217"/>
                    </a:moveTo>
                    <a:cubicBezTo>
                      <a:pt x="9818" y="430"/>
                      <a:pt x="12302" y="3262"/>
                      <a:pt x="12090" y="6542"/>
                    </a:cubicBezTo>
                    <a:cubicBezTo>
                      <a:pt x="11876" y="9820"/>
                      <a:pt x="9042" y="12306"/>
                      <a:pt x="5762" y="12092"/>
                    </a:cubicBezTo>
                    <a:cubicBezTo>
                      <a:pt x="2487" y="11878"/>
                      <a:pt x="1" y="9047"/>
                      <a:pt x="214" y="5767"/>
                    </a:cubicBezTo>
                    <a:cubicBezTo>
                      <a:pt x="426" y="2487"/>
                      <a:pt x="3260" y="1"/>
                      <a:pt x="6540" y="217"/>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3"/>
              <p:cNvSpPr/>
              <p:nvPr/>
            </p:nvSpPr>
            <p:spPr>
              <a:xfrm>
                <a:off x="5834360" y="3463578"/>
                <a:ext cx="315613" cy="339421"/>
              </a:xfrm>
              <a:custGeom>
                <a:rect b="b" l="l" r="r" t="t"/>
                <a:pathLst>
                  <a:path extrusionOk="0" h="7157" w="6655">
                    <a:moveTo>
                      <a:pt x="5732" y="251"/>
                    </a:moveTo>
                    <a:cubicBezTo>
                      <a:pt x="5999" y="269"/>
                      <a:pt x="6233" y="393"/>
                      <a:pt x="6398" y="580"/>
                    </a:cubicBezTo>
                    <a:cubicBezTo>
                      <a:pt x="6562" y="769"/>
                      <a:pt x="6655" y="1016"/>
                      <a:pt x="6636" y="1283"/>
                    </a:cubicBezTo>
                    <a:cubicBezTo>
                      <a:pt x="6620" y="1551"/>
                      <a:pt x="6497" y="1783"/>
                      <a:pt x="6307" y="1947"/>
                    </a:cubicBezTo>
                    <a:cubicBezTo>
                      <a:pt x="6122" y="2112"/>
                      <a:pt x="5874" y="2205"/>
                      <a:pt x="5606" y="2188"/>
                    </a:cubicBezTo>
                    <a:cubicBezTo>
                      <a:pt x="5339" y="2170"/>
                      <a:pt x="5104" y="2046"/>
                      <a:pt x="4940" y="1859"/>
                    </a:cubicBezTo>
                    <a:cubicBezTo>
                      <a:pt x="4775" y="1674"/>
                      <a:pt x="4683" y="1423"/>
                      <a:pt x="4701" y="1156"/>
                    </a:cubicBezTo>
                    <a:cubicBezTo>
                      <a:pt x="4720" y="888"/>
                      <a:pt x="4843" y="656"/>
                      <a:pt x="5030" y="492"/>
                    </a:cubicBezTo>
                    <a:cubicBezTo>
                      <a:pt x="5216" y="329"/>
                      <a:pt x="5464" y="237"/>
                      <a:pt x="5732" y="251"/>
                    </a:cubicBezTo>
                    <a:close/>
                    <a:moveTo>
                      <a:pt x="1535" y="4298"/>
                    </a:moveTo>
                    <a:cubicBezTo>
                      <a:pt x="1925" y="4323"/>
                      <a:pt x="2271" y="4506"/>
                      <a:pt x="2509" y="4777"/>
                    </a:cubicBezTo>
                    <a:cubicBezTo>
                      <a:pt x="2748" y="5051"/>
                      <a:pt x="2884" y="5417"/>
                      <a:pt x="2859" y="5805"/>
                    </a:cubicBezTo>
                    <a:cubicBezTo>
                      <a:pt x="2832" y="6196"/>
                      <a:pt x="2651" y="6541"/>
                      <a:pt x="2378" y="6780"/>
                    </a:cubicBezTo>
                    <a:cubicBezTo>
                      <a:pt x="2106" y="7018"/>
                      <a:pt x="1740" y="7156"/>
                      <a:pt x="1350" y="7129"/>
                    </a:cubicBezTo>
                    <a:cubicBezTo>
                      <a:pt x="959" y="7105"/>
                      <a:pt x="616" y="6922"/>
                      <a:pt x="375" y="6650"/>
                    </a:cubicBezTo>
                    <a:cubicBezTo>
                      <a:pt x="136" y="6377"/>
                      <a:pt x="1" y="6009"/>
                      <a:pt x="25" y="5622"/>
                    </a:cubicBezTo>
                    <a:cubicBezTo>
                      <a:pt x="52" y="5231"/>
                      <a:pt x="235" y="4886"/>
                      <a:pt x="507" y="4647"/>
                    </a:cubicBezTo>
                    <a:cubicBezTo>
                      <a:pt x="780" y="4409"/>
                      <a:pt x="1144" y="4271"/>
                      <a:pt x="1535" y="4298"/>
                    </a:cubicBezTo>
                    <a:close/>
                    <a:moveTo>
                      <a:pt x="2333" y="4937"/>
                    </a:moveTo>
                    <a:cubicBezTo>
                      <a:pt x="2133" y="4711"/>
                      <a:pt x="1845" y="4559"/>
                      <a:pt x="1522" y="4538"/>
                    </a:cubicBezTo>
                    <a:cubicBezTo>
                      <a:pt x="1195" y="4518"/>
                      <a:pt x="893" y="4629"/>
                      <a:pt x="667" y="4830"/>
                    </a:cubicBezTo>
                    <a:cubicBezTo>
                      <a:pt x="441" y="5028"/>
                      <a:pt x="289" y="5316"/>
                      <a:pt x="268" y="5639"/>
                    </a:cubicBezTo>
                    <a:cubicBezTo>
                      <a:pt x="247" y="5966"/>
                      <a:pt x="358" y="6270"/>
                      <a:pt x="558" y="6496"/>
                    </a:cubicBezTo>
                    <a:cubicBezTo>
                      <a:pt x="759" y="6722"/>
                      <a:pt x="1043" y="6872"/>
                      <a:pt x="1368" y="6893"/>
                    </a:cubicBezTo>
                    <a:cubicBezTo>
                      <a:pt x="1695" y="6914"/>
                      <a:pt x="1997" y="6805"/>
                      <a:pt x="2224" y="6603"/>
                    </a:cubicBezTo>
                    <a:cubicBezTo>
                      <a:pt x="2452" y="6406"/>
                      <a:pt x="2602" y="6118"/>
                      <a:pt x="2622" y="5793"/>
                    </a:cubicBezTo>
                    <a:cubicBezTo>
                      <a:pt x="2643" y="5468"/>
                      <a:pt x="2530" y="5164"/>
                      <a:pt x="2333" y="4937"/>
                    </a:cubicBezTo>
                    <a:close/>
                    <a:moveTo>
                      <a:pt x="3468" y="12"/>
                    </a:moveTo>
                    <a:cubicBezTo>
                      <a:pt x="3638" y="23"/>
                      <a:pt x="3788" y="103"/>
                      <a:pt x="3891" y="220"/>
                    </a:cubicBezTo>
                    <a:cubicBezTo>
                      <a:pt x="3998" y="339"/>
                      <a:pt x="4056" y="498"/>
                      <a:pt x="4043" y="668"/>
                    </a:cubicBezTo>
                    <a:cubicBezTo>
                      <a:pt x="4033" y="837"/>
                      <a:pt x="3953" y="987"/>
                      <a:pt x="3836" y="1092"/>
                    </a:cubicBezTo>
                    <a:cubicBezTo>
                      <a:pt x="3716" y="1197"/>
                      <a:pt x="3558" y="1257"/>
                      <a:pt x="3387" y="1244"/>
                    </a:cubicBezTo>
                    <a:cubicBezTo>
                      <a:pt x="3219" y="1234"/>
                      <a:pt x="3069" y="1154"/>
                      <a:pt x="2964" y="1034"/>
                    </a:cubicBezTo>
                    <a:cubicBezTo>
                      <a:pt x="2859" y="917"/>
                      <a:pt x="2799" y="757"/>
                      <a:pt x="2812" y="588"/>
                    </a:cubicBezTo>
                    <a:cubicBezTo>
                      <a:pt x="2826" y="420"/>
                      <a:pt x="2902" y="269"/>
                      <a:pt x="3021" y="165"/>
                    </a:cubicBezTo>
                    <a:cubicBezTo>
                      <a:pt x="3139" y="60"/>
                      <a:pt x="3299" y="0"/>
                      <a:pt x="3468" y="12"/>
                    </a:cubicBezTo>
                    <a:close/>
                    <a:moveTo>
                      <a:pt x="3756" y="339"/>
                    </a:moveTo>
                    <a:cubicBezTo>
                      <a:pt x="3682" y="253"/>
                      <a:pt x="3577" y="198"/>
                      <a:pt x="3455" y="193"/>
                    </a:cubicBezTo>
                    <a:cubicBezTo>
                      <a:pt x="3334" y="185"/>
                      <a:pt x="3221" y="226"/>
                      <a:pt x="3139" y="300"/>
                    </a:cubicBezTo>
                    <a:cubicBezTo>
                      <a:pt x="3054" y="374"/>
                      <a:pt x="2997" y="481"/>
                      <a:pt x="2993" y="601"/>
                    </a:cubicBezTo>
                    <a:cubicBezTo>
                      <a:pt x="2984" y="722"/>
                      <a:pt x="3026" y="835"/>
                      <a:pt x="3100" y="917"/>
                    </a:cubicBezTo>
                    <a:cubicBezTo>
                      <a:pt x="3176" y="1002"/>
                      <a:pt x="3281" y="1055"/>
                      <a:pt x="3402" y="1063"/>
                    </a:cubicBezTo>
                    <a:cubicBezTo>
                      <a:pt x="3521" y="1071"/>
                      <a:pt x="3634" y="1030"/>
                      <a:pt x="3716" y="956"/>
                    </a:cubicBezTo>
                    <a:cubicBezTo>
                      <a:pt x="3803" y="882"/>
                      <a:pt x="3856" y="775"/>
                      <a:pt x="3865" y="656"/>
                    </a:cubicBezTo>
                    <a:cubicBezTo>
                      <a:pt x="3871" y="537"/>
                      <a:pt x="3830" y="424"/>
                      <a:pt x="3756" y="339"/>
                    </a:cubicBezTo>
                    <a:close/>
                    <a:moveTo>
                      <a:pt x="5719" y="432"/>
                    </a:moveTo>
                    <a:cubicBezTo>
                      <a:pt x="5503" y="415"/>
                      <a:pt x="5300" y="492"/>
                      <a:pt x="5150" y="627"/>
                    </a:cubicBezTo>
                    <a:cubicBezTo>
                      <a:pt x="4998" y="761"/>
                      <a:pt x="4895" y="950"/>
                      <a:pt x="4882" y="1170"/>
                    </a:cubicBezTo>
                    <a:cubicBezTo>
                      <a:pt x="4866" y="1386"/>
                      <a:pt x="4944" y="1588"/>
                      <a:pt x="5078" y="1740"/>
                    </a:cubicBezTo>
                    <a:cubicBezTo>
                      <a:pt x="5211" y="1892"/>
                      <a:pt x="5401" y="1995"/>
                      <a:pt x="5619" y="2007"/>
                    </a:cubicBezTo>
                    <a:cubicBezTo>
                      <a:pt x="5834" y="2024"/>
                      <a:pt x="6038" y="1945"/>
                      <a:pt x="6190" y="1812"/>
                    </a:cubicBezTo>
                    <a:cubicBezTo>
                      <a:pt x="6342" y="1678"/>
                      <a:pt x="6445" y="1487"/>
                      <a:pt x="6458" y="1269"/>
                    </a:cubicBezTo>
                    <a:cubicBezTo>
                      <a:pt x="6486" y="835"/>
                      <a:pt x="6157" y="459"/>
                      <a:pt x="5719" y="432"/>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3"/>
              <p:cNvSpPr/>
              <p:nvPr/>
            </p:nvSpPr>
            <p:spPr>
              <a:xfrm>
                <a:off x="5815058" y="3536707"/>
                <a:ext cx="519161" cy="470788"/>
              </a:xfrm>
              <a:custGeom>
                <a:rect b="b" l="l" r="r" t="t"/>
                <a:pathLst>
                  <a:path extrusionOk="0" h="9927" w="10947">
                    <a:moveTo>
                      <a:pt x="9412" y="0"/>
                    </a:moveTo>
                    <a:cubicBezTo>
                      <a:pt x="10165" y="837"/>
                      <a:pt x="10679" y="1886"/>
                      <a:pt x="10860" y="3038"/>
                    </a:cubicBezTo>
                    <a:lnTo>
                      <a:pt x="10887" y="3219"/>
                    </a:lnTo>
                    <a:cubicBezTo>
                      <a:pt x="10934" y="3591"/>
                      <a:pt x="10946" y="3973"/>
                      <a:pt x="10922" y="4364"/>
                    </a:cubicBezTo>
                    <a:cubicBezTo>
                      <a:pt x="10899" y="4714"/>
                      <a:pt x="10848" y="5053"/>
                      <a:pt x="10768" y="5380"/>
                    </a:cubicBezTo>
                    <a:lnTo>
                      <a:pt x="10722" y="5555"/>
                    </a:lnTo>
                    <a:cubicBezTo>
                      <a:pt x="10054" y="7998"/>
                      <a:pt x="7878" y="9778"/>
                      <a:pt x="5316" y="9916"/>
                    </a:cubicBezTo>
                    <a:cubicBezTo>
                      <a:pt x="5324" y="9875"/>
                      <a:pt x="5326" y="9834"/>
                      <a:pt x="5328" y="9793"/>
                    </a:cubicBezTo>
                    <a:cubicBezTo>
                      <a:pt x="5355" y="9408"/>
                      <a:pt x="5222" y="9048"/>
                      <a:pt x="4985" y="8779"/>
                    </a:cubicBezTo>
                    <a:cubicBezTo>
                      <a:pt x="4749" y="8507"/>
                      <a:pt x="4409" y="8329"/>
                      <a:pt x="4023" y="8302"/>
                    </a:cubicBezTo>
                    <a:cubicBezTo>
                      <a:pt x="3638" y="8277"/>
                      <a:pt x="3278" y="8411"/>
                      <a:pt x="3009" y="8647"/>
                    </a:cubicBezTo>
                    <a:cubicBezTo>
                      <a:pt x="2785" y="8843"/>
                      <a:pt x="2626" y="9106"/>
                      <a:pt x="2561" y="9410"/>
                    </a:cubicBezTo>
                    <a:cubicBezTo>
                      <a:pt x="1508" y="8939"/>
                      <a:pt x="622" y="8174"/>
                      <a:pt x="0" y="7222"/>
                    </a:cubicBezTo>
                    <a:cubicBezTo>
                      <a:pt x="2532" y="7506"/>
                      <a:pt x="3509" y="7043"/>
                      <a:pt x="4434" y="5147"/>
                    </a:cubicBezTo>
                    <a:cubicBezTo>
                      <a:pt x="5417" y="3138"/>
                      <a:pt x="7218" y="5590"/>
                      <a:pt x="8004" y="2400"/>
                    </a:cubicBezTo>
                    <a:cubicBezTo>
                      <a:pt x="8370" y="893"/>
                      <a:pt x="8929" y="253"/>
                      <a:pt x="9412" y="0"/>
                    </a:cubicBezTo>
                    <a:close/>
                    <a:moveTo>
                      <a:pt x="5131" y="9922"/>
                    </a:moveTo>
                    <a:cubicBezTo>
                      <a:pt x="5139" y="9875"/>
                      <a:pt x="5148" y="9828"/>
                      <a:pt x="5150" y="9778"/>
                    </a:cubicBezTo>
                    <a:cubicBezTo>
                      <a:pt x="5170" y="9441"/>
                      <a:pt x="5055" y="9126"/>
                      <a:pt x="4849" y="8894"/>
                    </a:cubicBezTo>
                    <a:cubicBezTo>
                      <a:pt x="4644" y="8660"/>
                      <a:pt x="4348" y="8503"/>
                      <a:pt x="4010" y="8479"/>
                    </a:cubicBezTo>
                    <a:cubicBezTo>
                      <a:pt x="3673" y="8458"/>
                      <a:pt x="3361" y="8575"/>
                      <a:pt x="3124" y="8781"/>
                    </a:cubicBezTo>
                    <a:cubicBezTo>
                      <a:pt x="2921" y="8958"/>
                      <a:pt x="2777" y="9203"/>
                      <a:pt x="2729" y="9482"/>
                    </a:cubicBezTo>
                    <a:cubicBezTo>
                      <a:pt x="3309" y="9719"/>
                      <a:pt x="3936" y="9871"/>
                      <a:pt x="4594" y="9912"/>
                    </a:cubicBezTo>
                    <a:cubicBezTo>
                      <a:pt x="4777" y="9924"/>
                      <a:pt x="4954" y="9926"/>
                      <a:pt x="5131" y="9922"/>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3"/>
              <p:cNvSpPr/>
              <p:nvPr/>
            </p:nvSpPr>
            <p:spPr>
              <a:xfrm>
                <a:off x="6114357" y="3762165"/>
                <a:ext cx="55724" cy="55630"/>
              </a:xfrm>
              <a:custGeom>
                <a:rect b="b" l="l" r="r" t="t"/>
                <a:pathLst>
                  <a:path extrusionOk="0" h="1173" w="1175">
                    <a:moveTo>
                      <a:pt x="626" y="19"/>
                    </a:moveTo>
                    <a:cubicBezTo>
                      <a:pt x="936" y="40"/>
                      <a:pt x="1175" y="309"/>
                      <a:pt x="1154" y="624"/>
                    </a:cubicBezTo>
                    <a:cubicBezTo>
                      <a:pt x="1133" y="934"/>
                      <a:pt x="864" y="1173"/>
                      <a:pt x="552" y="1152"/>
                    </a:cubicBezTo>
                    <a:cubicBezTo>
                      <a:pt x="237" y="1132"/>
                      <a:pt x="0" y="862"/>
                      <a:pt x="21" y="550"/>
                    </a:cubicBezTo>
                    <a:cubicBezTo>
                      <a:pt x="42" y="237"/>
                      <a:pt x="311" y="1"/>
                      <a:pt x="626" y="1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79" name="Google Shape;179;p13"/>
          <p:cNvSpPr/>
          <p:nvPr/>
        </p:nvSpPr>
        <p:spPr>
          <a:xfrm>
            <a:off x="7455971" y="575487"/>
            <a:ext cx="593886" cy="593996"/>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80" name="Shape 180"/>
        <p:cNvGrpSpPr/>
        <p:nvPr/>
      </p:nvGrpSpPr>
      <p:grpSpPr>
        <a:xfrm>
          <a:off x="0" y="0"/>
          <a:ext cx="0" cy="0"/>
          <a:chOff x="0" y="0"/>
          <a:chExt cx="0" cy="0"/>
        </a:xfrm>
      </p:grpSpPr>
      <p:grpSp>
        <p:nvGrpSpPr>
          <p:cNvPr id="181" name="Google Shape;181;p14"/>
          <p:cNvGrpSpPr/>
          <p:nvPr/>
        </p:nvGrpSpPr>
        <p:grpSpPr>
          <a:xfrm>
            <a:off x="1160658" y="717681"/>
            <a:ext cx="6822668" cy="360474"/>
            <a:chOff x="552450" y="401675"/>
            <a:chExt cx="8079900" cy="426900"/>
          </a:xfrm>
        </p:grpSpPr>
        <p:sp>
          <p:nvSpPr>
            <p:cNvPr id="182" name="Google Shape;182;p14"/>
            <p:cNvSpPr/>
            <p:nvPr/>
          </p:nvSpPr>
          <p:spPr>
            <a:xfrm>
              <a:off x="552450" y="401675"/>
              <a:ext cx="8079900" cy="426900"/>
            </a:xfrm>
            <a:prstGeom prst="roundRect">
              <a:avLst>
                <a:gd fmla="val 22312"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4"/>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4"/>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4"/>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6" name="Google Shape;186;p14"/>
          <p:cNvSpPr/>
          <p:nvPr/>
        </p:nvSpPr>
        <p:spPr>
          <a:xfrm>
            <a:off x="1160653" y="1133608"/>
            <a:ext cx="6822600" cy="3292200"/>
          </a:xfrm>
          <a:prstGeom prst="roundRect">
            <a:avLst>
              <a:gd fmla="val 3542" name="adj"/>
            </a:avLst>
          </a:pr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4"/>
          <p:cNvSpPr txBox="1"/>
          <p:nvPr>
            <p:ph type="title"/>
          </p:nvPr>
        </p:nvSpPr>
        <p:spPr>
          <a:xfrm rot="-732">
            <a:off x="2457400" y="3203847"/>
            <a:ext cx="4229100" cy="6045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1800"/>
              <a:buNone/>
              <a:defRPr sz="2400">
                <a:solidFill>
                  <a:schemeClr val="lt1"/>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88" name="Google Shape;188;p14"/>
          <p:cNvSpPr txBox="1"/>
          <p:nvPr>
            <p:ph idx="1" type="subTitle"/>
          </p:nvPr>
        </p:nvSpPr>
        <p:spPr>
          <a:xfrm>
            <a:off x="2457400" y="1533250"/>
            <a:ext cx="4229100" cy="1596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2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bg>
      <p:bgPr>
        <a:solidFill>
          <a:schemeClr val="lt1"/>
        </a:solidFill>
      </p:bgPr>
    </p:bg>
    <p:spTree>
      <p:nvGrpSpPr>
        <p:cNvPr id="189" name="Shape 189"/>
        <p:cNvGrpSpPr/>
        <p:nvPr/>
      </p:nvGrpSpPr>
      <p:grpSpPr>
        <a:xfrm>
          <a:off x="0" y="0"/>
          <a:ext cx="0" cy="0"/>
          <a:chOff x="0" y="0"/>
          <a:chExt cx="0" cy="0"/>
        </a:xfrm>
      </p:grpSpPr>
      <p:sp>
        <p:nvSpPr>
          <p:cNvPr id="190" name="Google Shape;190;p15"/>
          <p:cNvSpPr/>
          <p:nvPr/>
        </p:nvSpPr>
        <p:spPr>
          <a:xfrm>
            <a:off x="520575" y="819150"/>
            <a:ext cx="8079900" cy="3898800"/>
          </a:xfrm>
          <a:prstGeom prst="roundRect">
            <a:avLst>
              <a:gd fmla="val 3542" name="adj"/>
            </a:avLst>
          </a:pr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1" name="Google Shape;191;p15"/>
          <p:cNvGrpSpPr/>
          <p:nvPr/>
        </p:nvGrpSpPr>
        <p:grpSpPr>
          <a:xfrm>
            <a:off x="520563" y="326550"/>
            <a:ext cx="8079900" cy="426900"/>
            <a:chOff x="552450" y="401675"/>
            <a:chExt cx="8079900" cy="426900"/>
          </a:xfrm>
        </p:grpSpPr>
        <p:sp>
          <p:nvSpPr>
            <p:cNvPr id="192" name="Google Shape;192;p15"/>
            <p:cNvSpPr/>
            <p:nvPr/>
          </p:nvSpPr>
          <p:spPr>
            <a:xfrm>
              <a:off x="552450" y="401675"/>
              <a:ext cx="8079900" cy="426900"/>
            </a:xfrm>
            <a:prstGeom prst="roundRect">
              <a:avLst>
                <a:gd fmla="val 22312"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5"/>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5"/>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5"/>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6" name="Google Shape;196;p15"/>
          <p:cNvSpPr txBox="1"/>
          <p:nvPr>
            <p:ph type="title"/>
          </p:nvPr>
        </p:nvSpPr>
        <p:spPr>
          <a:xfrm>
            <a:off x="720000" y="969225"/>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7" name="Google Shape;197;p15"/>
          <p:cNvSpPr/>
          <p:nvPr/>
        </p:nvSpPr>
        <p:spPr>
          <a:xfrm>
            <a:off x="6706361" y="974537"/>
            <a:ext cx="699681" cy="197401"/>
          </a:xfrm>
          <a:custGeom>
            <a:rect b="b" l="l" r="r" t="t"/>
            <a:pathLst>
              <a:path extrusionOk="0" h="1554" w="5508">
                <a:moveTo>
                  <a:pt x="778" y="1"/>
                </a:moveTo>
                <a:lnTo>
                  <a:pt x="4732" y="1"/>
                </a:lnTo>
                <a:cubicBezTo>
                  <a:pt x="5158" y="1"/>
                  <a:pt x="5508" y="350"/>
                  <a:pt x="5508" y="776"/>
                </a:cubicBezTo>
                <a:lnTo>
                  <a:pt x="5508" y="776"/>
                </a:lnTo>
                <a:cubicBezTo>
                  <a:pt x="5508" y="1204"/>
                  <a:pt x="5158" y="1553"/>
                  <a:pt x="4732" y="1553"/>
                </a:cubicBezTo>
                <a:lnTo>
                  <a:pt x="778" y="1553"/>
                </a:lnTo>
                <a:cubicBezTo>
                  <a:pt x="352" y="1553"/>
                  <a:pt x="3" y="1204"/>
                  <a:pt x="3" y="776"/>
                </a:cubicBezTo>
                <a:lnTo>
                  <a:pt x="3" y="776"/>
                </a:lnTo>
                <a:cubicBezTo>
                  <a:pt x="1" y="350"/>
                  <a:pt x="350" y="1"/>
                  <a:pt x="7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8" name="Google Shape;198;p15"/>
          <p:cNvGrpSpPr/>
          <p:nvPr/>
        </p:nvGrpSpPr>
        <p:grpSpPr>
          <a:xfrm rot="1454574">
            <a:off x="7429934" y="440631"/>
            <a:ext cx="1199725" cy="1169337"/>
            <a:chOff x="7352643" y="433005"/>
            <a:chExt cx="1199742" cy="1169354"/>
          </a:xfrm>
        </p:grpSpPr>
        <p:sp>
          <p:nvSpPr>
            <p:cNvPr id="199" name="Google Shape;199;p15"/>
            <p:cNvSpPr/>
            <p:nvPr/>
          </p:nvSpPr>
          <p:spPr>
            <a:xfrm rot="-562243">
              <a:off x="7524655" y="539535"/>
              <a:ext cx="956261" cy="956261"/>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5"/>
            <p:cNvSpPr/>
            <p:nvPr/>
          </p:nvSpPr>
          <p:spPr>
            <a:xfrm rot="-9675424">
              <a:off x="7476279" y="557078"/>
              <a:ext cx="921645" cy="921645"/>
            </a:xfrm>
            <a:custGeom>
              <a:rect b="b" l="l" r="r" t="t"/>
              <a:pathLst>
                <a:path extrusionOk="0" h="18323" w="18323">
                  <a:moveTo>
                    <a:pt x="15639" y="2684"/>
                  </a:moveTo>
                  <a:cubicBezTo>
                    <a:pt x="17358" y="4401"/>
                    <a:pt x="18323" y="6731"/>
                    <a:pt x="18323" y="9162"/>
                  </a:cubicBezTo>
                  <a:cubicBezTo>
                    <a:pt x="18323" y="11590"/>
                    <a:pt x="17358" y="13920"/>
                    <a:pt x="15639" y="15639"/>
                  </a:cubicBezTo>
                  <a:cubicBezTo>
                    <a:pt x="13922" y="17356"/>
                    <a:pt x="11592" y="18323"/>
                    <a:pt x="9162" y="18323"/>
                  </a:cubicBezTo>
                  <a:cubicBezTo>
                    <a:pt x="6733" y="18323"/>
                    <a:pt x="4403" y="17356"/>
                    <a:pt x="2684" y="15639"/>
                  </a:cubicBezTo>
                  <a:cubicBezTo>
                    <a:pt x="967" y="13920"/>
                    <a:pt x="1" y="11590"/>
                    <a:pt x="1" y="9162"/>
                  </a:cubicBezTo>
                  <a:cubicBezTo>
                    <a:pt x="1" y="6731"/>
                    <a:pt x="967" y="4401"/>
                    <a:pt x="2684" y="2684"/>
                  </a:cubicBezTo>
                  <a:cubicBezTo>
                    <a:pt x="4403" y="965"/>
                    <a:pt x="6733" y="1"/>
                    <a:pt x="9162" y="1"/>
                  </a:cubicBezTo>
                  <a:cubicBezTo>
                    <a:pt x="11592" y="1"/>
                    <a:pt x="13922" y="965"/>
                    <a:pt x="15639" y="2684"/>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5"/>
            <p:cNvSpPr/>
            <p:nvPr/>
          </p:nvSpPr>
          <p:spPr>
            <a:xfrm rot="-9675424">
              <a:off x="7722870" y="932008"/>
              <a:ext cx="503703" cy="516228"/>
            </a:xfrm>
            <a:custGeom>
              <a:rect b="b" l="l" r="r" t="t"/>
              <a:pathLst>
                <a:path extrusionOk="0" h="10263" w="10014">
                  <a:moveTo>
                    <a:pt x="8596" y="30"/>
                  </a:moveTo>
                  <a:cubicBezTo>
                    <a:pt x="9008" y="54"/>
                    <a:pt x="9368" y="246"/>
                    <a:pt x="9620" y="536"/>
                  </a:cubicBezTo>
                  <a:cubicBezTo>
                    <a:pt x="9871" y="823"/>
                    <a:pt x="10013" y="1206"/>
                    <a:pt x="9986" y="1617"/>
                  </a:cubicBezTo>
                  <a:cubicBezTo>
                    <a:pt x="9962" y="2028"/>
                    <a:pt x="9769" y="2388"/>
                    <a:pt x="9481" y="2641"/>
                  </a:cubicBezTo>
                  <a:cubicBezTo>
                    <a:pt x="9193" y="2892"/>
                    <a:pt x="8810" y="3034"/>
                    <a:pt x="8401" y="3009"/>
                  </a:cubicBezTo>
                  <a:cubicBezTo>
                    <a:pt x="7990" y="2983"/>
                    <a:pt x="7630" y="2789"/>
                    <a:pt x="7379" y="2501"/>
                  </a:cubicBezTo>
                  <a:cubicBezTo>
                    <a:pt x="7126" y="2214"/>
                    <a:pt x="6984" y="1831"/>
                    <a:pt x="7011" y="1420"/>
                  </a:cubicBezTo>
                  <a:cubicBezTo>
                    <a:pt x="7036" y="1009"/>
                    <a:pt x="7229" y="649"/>
                    <a:pt x="7517" y="398"/>
                  </a:cubicBezTo>
                  <a:cubicBezTo>
                    <a:pt x="7805" y="145"/>
                    <a:pt x="8187" y="1"/>
                    <a:pt x="8596" y="30"/>
                  </a:cubicBezTo>
                  <a:close/>
                  <a:moveTo>
                    <a:pt x="3032" y="6968"/>
                  </a:moveTo>
                  <a:cubicBezTo>
                    <a:pt x="3482" y="6995"/>
                    <a:pt x="3879" y="7206"/>
                    <a:pt x="4155" y="7519"/>
                  </a:cubicBezTo>
                  <a:cubicBezTo>
                    <a:pt x="4432" y="7836"/>
                    <a:pt x="4587" y="8255"/>
                    <a:pt x="4558" y="8707"/>
                  </a:cubicBezTo>
                  <a:cubicBezTo>
                    <a:pt x="4531" y="9158"/>
                    <a:pt x="4319" y="9555"/>
                    <a:pt x="4007" y="9830"/>
                  </a:cubicBezTo>
                  <a:cubicBezTo>
                    <a:pt x="3690" y="10108"/>
                    <a:pt x="3270" y="10262"/>
                    <a:pt x="2818" y="10233"/>
                  </a:cubicBezTo>
                  <a:cubicBezTo>
                    <a:pt x="2368" y="10205"/>
                    <a:pt x="1971" y="9995"/>
                    <a:pt x="1695" y="9680"/>
                  </a:cubicBezTo>
                  <a:cubicBezTo>
                    <a:pt x="1418" y="9366"/>
                    <a:pt x="1263" y="8946"/>
                    <a:pt x="1292" y="8496"/>
                  </a:cubicBezTo>
                  <a:cubicBezTo>
                    <a:pt x="1319" y="8045"/>
                    <a:pt x="1531" y="7648"/>
                    <a:pt x="1843" y="7373"/>
                  </a:cubicBezTo>
                  <a:cubicBezTo>
                    <a:pt x="2160" y="7093"/>
                    <a:pt x="2582" y="6937"/>
                    <a:pt x="3032" y="6968"/>
                  </a:cubicBezTo>
                  <a:close/>
                  <a:moveTo>
                    <a:pt x="3949" y="7702"/>
                  </a:moveTo>
                  <a:cubicBezTo>
                    <a:pt x="3721" y="7441"/>
                    <a:pt x="3392" y="7268"/>
                    <a:pt x="3015" y="7241"/>
                  </a:cubicBezTo>
                  <a:cubicBezTo>
                    <a:pt x="2641" y="7217"/>
                    <a:pt x="2292" y="7348"/>
                    <a:pt x="2033" y="7576"/>
                  </a:cubicBezTo>
                  <a:cubicBezTo>
                    <a:pt x="1769" y="7805"/>
                    <a:pt x="1597" y="8134"/>
                    <a:pt x="1572" y="8510"/>
                  </a:cubicBezTo>
                  <a:cubicBezTo>
                    <a:pt x="1545" y="8884"/>
                    <a:pt x="1677" y="9234"/>
                    <a:pt x="1905" y="9493"/>
                  </a:cubicBezTo>
                  <a:cubicBezTo>
                    <a:pt x="2135" y="9756"/>
                    <a:pt x="2464" y="9929"/>
                    <a:pt x="2839" y="9954"/>
                  </a:cubicBezTo>
                  <a:cubicBezTo>
                    <a:pt x="3215" y="9980"/>
                    <a:pt x="3565" y="9849"/>
                    <a:pt x="3824" y="9621"/>
                  </a:cubicBezTo>
                  <a:cubicBezTo>
                    <a:pt x="4085" y="9390"/>
                    <a:pt x="4258" y="9061"/>
                    <a:pt x="4284" y="8687"/>
                  </a:cubicBezTo>
                  <a:cubicBezTo>
                    <a:pt x="4307" y="8313"/>
                    <a:pt x="4177" y="7965"/>
                    <a:pt x="3949" y="7702"/>
                  </a:cubicBezTo>
                  <a:close/>
                  <a:moveTo>
                    <a:pt x="1027" y="4124"/>
                  </a:moveTo>
                  <a:cubicBezTo>
                    <a:pt x="1288" y="4142"/>
                    <a:pt x="1518" y="4262"/>
                    <a:pt x="1679" y="4445"/>
                  </a:cubicBezTo>
                  <a:cubicBezTo>
                    <a:pt x="1841" y="4628"/>
                    <a:pt x="1932" y="4872"/>
                    <a:pt x="1913" y="5134"/>
                  </a:cubicBezTo>
                  <a:cubicBezTo>
                    <a:pt x="1895" y="5397"/>
                    <a:pt x="1776" y="5625"/>
                    <a:pt x="1592" y="5787"/>
                  </a:cubicBezTo>
                  <a:cubicBezTo>
                    <a:pt x="1409" y="5946"/>
                    <a:pt x="1165" y="6038"/>
                    <a:pt x="904" y="6022"/>
                  </a:cubicBezTo>
                  <a:cubicBezTo>
                    <a:pt x="640" y="6003"/>
                    <a:pt x="412" y="5882"/>
                    <a:pt x="254" y="5699"/>
                  </a:cubicBezTo>
                  <a:cubicBezTo>
                    <a:pt x="91" y="5516"/>
                    <a:pt x="1" y="5273"/>
                    <a:pt x="19" y="5010"/>
                  </a:cubicBezTo>
                  <a:cubicBezTo>
                    <a:pt x="36" y="4749"/>
                    <a:pt x="157" y="4519"/>
                    <a:pt x="340" y="4360"/>
                  </a:cubicBezTo>
                  <a:cubicBezTo>
                    <a:pt x="523" y="4196"/>
                    <a:pt x="768" y="4105"/>
                    <a:pt x="1027" y="4124"/>
                  </a:cubicBezTo>
                  <a:close/>
                  <a:moveTo>
                    <a:pt x="1471" y="4628"/>
                  </a:moveTo>
                  <a:cubicBezTo>
                    <a:pt x="1358" y="4496"/>
                    <a:pt x="1196" y="4412"/>
                    <a:pt x="1008" y="4399"/>
                  </a:cubicBezTo>
                  <a:cubicBezTo>
                    <a:pt x="823" y="4387"/>
                    <a:pt x="651" y="4451"/>
                    <a:pt x="521" y="4566"/>
                  </a:cubicBezTo>
                  <a:cubicBezTo>
                    <a:pt x="390" y="4679"/>
                    <a:pt x="305" y="4842"/>
                    <a:pt x="291" y="5029"/>
                  </a:cubicBezTo>
                  <a:cubicBezTo>
                    <a:pt x="278" y="5214"/>
                    <a:pt x="342" y="5389"/>
                    <a:pt x="455" y="5518"/>
                  </a:cubicBezTo>
                  <a:cubicBezTo>
                    <a:pt x="568" y="5646"/>
                    <a:pt x="733" y="5734"/>
                    <a:pt x="918" y="5746"/>
                  </a:cubicBezTo>
                  <a:cubicBezTo>
                    <a:pt x="1103" y="5759"/>
                    <a:pt x="1278" y="5695"/>
                    <a:pt x="1407" y="5582"/>
                  </a:cubicBezTo>
                  <a:cubicBezTo>
                    <a:pt x="1535" y="5469"/>
                    <a:pt x="1623" y="5304"/>
                    <a:pt x="1636" y="5119"/>
                  </a:cubicBezTo>
                  <a:cubicBezTo>
                    <a:pt x="1648" y="4928"/>
                    <a:pt x="1584" y="4757"/>
                    <a:pt x="1471" y="4628"/>
                  </a:cubicBezTo>
                  <a:close/>
                  <a:moveTo>
                    <a:pt x="8578" y="305"/>
                  </a:moveTo>
                  <a:cubicBezTo>
                    <a:pt x="8245" y="285"/>
                    <a:pt x="7930" y="400"/>
                    <a:pt x="7700" y="603"/>
                  </a:cubicBezTo>
                  <a:cubicBezTo>
                    <a:pt x="7465" y="809"/>
                    <a:pt x="7311" y="1101"/>
                    <a:pt x="7289" y="1436"/>
                  </a:cubicBezTo>
                  <a:cubicBezTo>
                    <a:pt x="7268" y="1769"/>
                    <a:pt x="7383" y="2080"/>
                    <a:pt x="7587" y="2314"/>
                  </a:cubicBezTo>
                  <a:cubicBezTo>
                    <a:pt x="7790" y="2549"/>
                    <a:pt x="8084" y="2703"/>
                    <a:pt x="8420" y="2726"/>
                  </a:cubicBezTo>
                  <a:cubicBezTo>
                    <a:pt x="8753" y="2746"/>
                    <a:pt x="9065" y="2631"/>
                    <a:pt x="9298" y="2427"/>
                  </a:cubicBezTo>
                  <a:cubicBezTo>
                    <a:pt x="9532" y="2224"/>
                    <a:pt x="9686" y="1930"/>
                    <a:pt x="9709" y="1595"/>
                  </a:cubicBezTo>
                  <a:cubicBezTo>
                    <a:pt x="9756" y="926"/>
                    <a:pt x="9250" y="348"/>
                    <a:pt x="8578" y="305"/>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5"/>
            <p:cNvSpPr/>
            <p:nvPr/>
          </p:nvSpPr>
          <p:spPr>
            <a:xfrm rot="-9675424">
              <a:off x="7501831" y="548847"/>
              <a:ext cx="847906" cy="768734"/>
            </a:xfrm>
            <a:custGeom>
              <a:rect b="b" l="l" r="r" t="t"/>
              <a:pathLst>
                <a:path extrusionOk="0" h="15283" w="16857">
                  <a:moveTo>
                    <a:pt x="14493" y="0"/>
                  </a:moveTo>
                  <a:cubicBezTo>
                    <a:pt x="15653" y="1289"/>
                    <a:pt x="16445" y="2904"/>
                    <a:pt x="16725" y="4676"/>
                  </a:cubicBezTo>
                  <a:cubicBezTo>
                    <a:pt x="16272" y="4697"/>
                    <a:pt x="15859" y="4874"/>
                    <a:pt x="15534" y="5159"/>
                  </a:cubicBezTo>
                  <a:cubicBezTo>
                    <a:pt x="15160" y="5488"/>
                    <a:pt x="14911" y="5961"/>
                    <a:pt x="14874" y="6498"/>
                  </a:cubicBezTo>
                  <a:cubicBezTo>
                    <a:pt x="14839" y="7035"/>
                    <a:pt x="15026" y="7537"/>
                    <a:pt x="15355" y="7911"/>
                  </a:cubicBezTo>
                  <a:cubicBezTo>
                    <a:pt x="15645" y="8244"/>
                    <a:pt x="16048" y="8476"/>
                    <a:pt x="16509" y="8552"/>
                  </a:cubicBezTo>
                  <a:cubicBezTo>
                    <a:pt x="15478" y="12311"/>
                    <a:pt x="12131" y="15053"/>
                    <a:pt x="8187" y="15266"/>
                  </a:cubicBezTo>
                  <a:cubicBezTo>
                    <a:pt x="8195" y="15201"/>
                    <a:pt x="8201" y="15139"/>
                    <a:pt x="8207" y="15075"/>
                  </a:cubicBezTo>
                  <a:cubicBezTo>
                    <a:pt x="8244" y="14479"/>
                    <a:pt x="8039" y="13926"/>
                    <a:pt x="7677" y="13510"/>
                  </a:cubicBezTo>
                  <a:cubicBezTo>
                    <a:pt x="7313" y="13093"/>
                    <a:pt x="6790" y="12819"/>
                    <a:pt x="6196" y="12780"/>
                  </a:cubicBezTo>
                  <a:cubicBezTo>
                    <a:pt x="5602" y="12741"/>
                    <a:pt x="5047" y="12947"/>
                    <a:pt x="4631" y="13309"/>
                  </a:cubicBezTo>
                  <a:cubicBezTo>
                    <a:pt x="4288" y="13611"/>
                    <a:pt x="4043" y="14016"/>
                    <a:pt x="3942" y="14485"/>
                  </a:cubicBezTo>
                  <a:cubicBezTo>
                    <a:pt x="2320" y="13759"/>
                    <a:pt x="954" y="12583"/>
                    <a:pt x="0" y="11117"/>
                  </a:cubicBezTo>
                  <a:cubicBezTo>
                    <a:pt x="3899" y="11551"/>
                    <a:pt x="5402" y="10839"/>
                    <a:pt x="6829" y="7921"/>
                  </a:cubicBezTo>
                  <a:cubicBezTo>
                    <a:pt x="8343" y="4826"/>
                    <a:pt x="11113" y="8604"/>
                    <a:pt x="12322" y="3691"/>
                  </a:cubicBezTo>
                  <a:cubicBezTo>
                    <a:pt x="12892" y="1372"/>
                    <a:pt x="13749" y="391"/>
                    <a:pt x="14493" y="0"/>
                  </a:cubicBezTo>
                  <a:close/>
                  <a:moveTo>
                    <a:pt x="16764" y="4954"/>
                  </a:moveTo>
                  <a:cubicBezTo>
                    <a:pt x="16365" y="4966"/>
                    <a:pt x="16001" y="5120"/>
                    <a:pt x="15717" y="5367"/>
                  </a:cubicBezTo>
                  <a:cubicBezTo>
                    <a:pt x="15396" y="5649"/>
                    <a:pt x="15180" y="6056"/>
                    <a:pt x="15151" y="6513"/>
                  </a:cubicBezTo>
                  <a:cubicBezTo>
                    <a:pt x="15123" y="6973"/>
                    <a:pt x="15283" y="7403"/>
                    <a:pt x="15563" y="7724"/>
                  </a:cubicBezTo>
                  <a:cubicBezTo>
                    <a:pt x="15818" y="8014"/>
                    <a:pt x="16171" y="8217"/>
                    <a:pt x="16579" y="8277"/>
                  </a:cubicBezTo>
                  <a:cubicBezTo>
                    <a:pt x="16700" y="7771"/>
                    <a:pt x="16782" y="7251"/>
                    <a:pt x="16815" y="6714"/>
                  </a:cubicBezTo>
                  <a:cubicBezTo>
                    <a:pt x="16856" y="6118"/>
                    <a:pt x="16838" y="5528"/>
                    <a:pt x="16764" y="4954"/>
                  </a:cubicBezTo>
                  <a:close/>
                  <a:moveTo>
                    <a:pt x="7905" y="15277"/>
                  </a:moveTo>
                  <a:cubicBezTo>
                    <a:pt x="7919" y="15205"/>
                    <a:pt x="7930" y="15133"/>
                    <a:pt x="7932" y="15055"/>
                  </a:cubicBezTo>
                  <a:cubicBezTo>
                    <a:pt x="7965" y="14536"/>
                    <a:pt x="7786" y="14053"/>
                    <a:pt x="7469" y="13693"/>
                  </a:cubicBezTo>
                  <a:cubicBezTo>
                    <a:pt x="7150" y="13329"/>
                    <a:pt x="6696" y="13091"/>
                    <a:pt x="6178" y="13056"/>
                  </a:cubicBezTo>
                  <a:cubicBezTo>
                    <a:pt x="5659" y="13021"/>
                    <a:pt x="5176" y="13200"/>
                    <a:pt x="4816" y="13518"/>
                  </a:cubicBezTo>
                  <a:cubicBezTo>
                    <a:pt x="4506" y="13790"/>
                    <a:pt x="4284" y="14164"/>
                    <a:pt x="4208" y="14594"/>
                  </a:cubicBezTo>
                  <a:cubicBezTo>
                    <a:pt x="5098" y="14960"/>
                    <a:pt x="6064" y="15190"/>
                    <a:pt x="7082" y="15258"/>
                  </a:cubicBezTo>
                  <a:cubicBezTo>
                    <a:pt x="7358" y="15279"/>
                    <a:pt x="7633" y="15283"/>
                    <a:pt x="7905" y="15277"/>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3" name="Google Shape;203;p15"/>
          <p:cNvSpPr/>
          <p:nvPr/>
        </p:nvSpPr>
        <p:spPr>
          <a:xfrm>
            <a:off x="5887211" y="974537"/>
            <a:ext cx="699681" cy="197401"/>
          </a:xfrm>
          <a:custGeom>
            <a:rect b="b" l="l" r="r" t="t"/>
            <a:pathLst>
              <a:path extrusionOk="0" h="1554" w="5508">
                <a:moveTo>
                  <a:pt x="778" y="1"/>
                </a:moveTo>
                <a:lnTo>
                  <a:pt x="4732" y="1"/>
                </a:lnTo>
                <a:cubicBezTo>
                  <a:pt x="5158" y="1"/>
                  <a:pt x="5508" y="350"/>
                  <a:pt x="5508" y="776"/>
                </a:cubicBezTo>
                <a:lnTo>
                  <a:pt x="5508" y="776"/>
                </a:lnTo>
                <a:cubicBezTo>
                  <a:pt x="5508" y="1204"/>
                  <a:pt x="5158" y="1553"/>
                  <a:pt x="4732" y="1553"/>
                </a:cubicBezTo>
                <a:lnTo>
                  <a:pt x="778" y="1553"/>
                </a:lnTo>
                <a:cubicBezTo>
                  <a:pt x="352" y="1553"/>
                  <a:pt x="3" y="1204"/>
                  <a:pt x="3" y="776"/>
                </a:cubicBezTo>
                <a:lnTo>
                  <a:pt x="3" y="776"/>
                </a:lnTo>
                <a:cubicBezTo>
                  <a:pt x="1" y="350"/>
                  <a:pt x="350" y="1"/>
                  <a:pt x="77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4" name="Google Shape;204;p15"/>
          <p:cNvGrpSpPr/>
          <p:nvPr/>
        </p:nvGrpSpPr>
        <p:grpSpPr>
          <a:xfrm rot="2954896">
            <a:off x="168653" y="4078555"/>
            <a:ext cx="862337" cy="840495"/>
            <a:chOff x="7352643" y="433005"/>
            <a:chExt cx="1199742" cy="1169354"/>
          </a:xfrm>
        </p:grpSpPr>
        <p:sp>
          <p:nvSpPr>
            <p:cNvPr id="205" name="Google Shape;205;p15"/>
            <p:cNvSpPr/>
            <p:nvPr/>
          </p:nvSpPr>
          <p:spPr>
            <a:xfrm rot="-562243">
              <a:off x="7524655" y="539535"/>
              <a:ext cx="956261" cy="956261"/>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5"/>
            <p:cNvSpPr/>
            <p:nvPr/>
          </p:nvSpPr>
          <p:spPr>
            <a:xfrm rot="-9675424">
              <a:off x="7476279" y="557078"/>
              <a:ext cx="921645" cy="921645"/>
            </a:xfrm>
            <a:custGeom>
              <a:rect b="b" l="l" r="r" t="t"/>
              <a:pathLst>
                <a:path extrusionOk="0" h="18323" w="18323">
                  <a:moveTo>
                    <a:pt x="15639" y="2684"/>
                  </a:moveTo>
                  <a:cubicBezTo>
                    <a:pt x="17358" y="4401"/>
                    <a:pt x="18323" y="6731"/>
                    <a:pt x="18323" y="9162"/>
                  </a:cubicBezTo>
                  <a:cubicBezTo>
                    <a:pt x="18323" y="11590"/>
                    <a:pt x="17358" y="13920"/>
                    <a:pt x="15639" y="15639"/>
                  </a:cubicBezTo>
                  <a:cubicBezTo>
                    <a:pt x="13922" y="17356"/>
                    <a:pt x="11592" y="18323"/>
                    <a:pt x="9162" y="18323"/>
                  </a:cubicBezTo>
                  <a:cubicBezTo>
                    <a:pt x="6733" y="18323"/>
                    <a:pt x="4403" y="17356"/>
                    <a:pt x="2684" y="15639"/>
                  </a:cubicBezTo>
                  <a:cubicBezTo>
                    <a:pt x="967" y="13920"/>
                    <a:pt x="1" y="11590"/>
                    <a:pt x="1" y="9162"/>
                  </a:cubicBezTo>
                  <a:cubicBezTo>
                    <a:pt x="1" y="6731"/>
                    <a:pt x="967" y="4401"/>
                    <a:pt x="2684" y="2684"/>
                  </a:cubicBezTo>
                  <a:cubicBezTo>
                    <a:pt x="4403" y="965"/>
                    <a:pt x="6733" y="1"/>
                    <a:pt x="9162" y="1"/>
                  </a:cubicBezTo>
                  <a:cubicBezTo>
                    <a:pt x="11592" y="1"/>
                    <a:pt x="13922" y="965"/>
                    <a:pt x="15639" y="2684"/>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5"/>
            <p:cNvSpPr/>
            <p:nvPr/>
          </p:nvSpPr>
          <p:spPr>
            <a:xfrm rot="-9675424">
              <a:off x="7722870" y="932008"/>
              <a:ext cx="503703" cy="516228"/>
            </a:xfrm>
            <a:custGeom>
              <a:rect b="b" l="l" r="r" t="t"/>
              <a:pathLst>
                <a:path extrusionOk="0" h="10263" w="10014">
                  <a:moveTo>
                    <a:pt x="8596" y="30"/>
                  </a:moveTo>
                  <a:cubicBezTo>
                    <a:pt x="9008" y="54"/>
                    <a:pt x="9368" y="246"/>
                    <a:pt x="9620" y="536"/>
                  </a:cubicBezTo>
                  <a:cubicBezTo>
                    <a:pt x="9871" y="823"/>
                    <a:pt x="10013" y="1206"/>
                    <a:pt x="9986" y="1617"/>
                  </a:cubicBezTo>
                  <a:cubicBezTo>
                    <a:pt x="9962" y="2028"/>
                    <a:pt x="9769" y="2388"/>
                    <a:pt x="9481" y="2641"/>
                  </a:cubicBezTo>
                  <a:cubicBezTo>
                    <a:pt x="9193" y="2892"/>
                    <a:pt x="8810" y="3034"/>
                    <a:pt x="8401" y="3009"/>
                  </a:cubicBezTo>
                  <a:cubicBezTo>
                    <a:pt x="7990" y="2983"/>
                    <a:pt x="7630" y="2789"/>
                    <a:pt x="7379" y="2501"/>
                  </a:cubicBezTo>
                  <a:cubicBezTo>
                    <a:pt x="7126" y="2214"/>
                    <a:pt x="6984" y="1831"/>
                    <a:pt x="7011" y="1420"/>
                  </a:cubicBezTo>
                  <a:cubicBezTo>
                    <a:pt x="7036" y="1009"/>
                    <a:pt x="7229" y="649"/>
                    <a:pt x="7517" y="398"/>
                  </a:cubicBezTo>
                  <a:cubicBezTo>
                    <a:pt x="7805" y="145"/>
                    <a:pt x="8187" y="1"/>
                    <a:pt x="8596" y="30"/>
                  </a:cubicBezTo>
                  <a:close/>
                  <a:moveTo>
                    <a:pt x="3032" y="6968"/>
                  </a:moveTo>
                  <a:cubicBezTo>
                    <a:pt x="3482" y="6995"/>
                    <a:pt x="3879" y="7206"/>
                    <a:pt x="4155" y="7519"/>
                  </a:cubicBezTo>
                  <a:cubicBezTo>
                    <a:pt x="4432" y="7836"/>
                    <a:pt x="4587" y="8255"/>
                    <a:pt x="4558" y="8707"/>
                  </a:cubicBezTo>
                  <a:cubicBezTo>
                    <a:pt x="4531" y="9158"/>
                    <a:pt x="4319" y="9555"/>
                    <a:pt x="4007" y="9830"/>
                  </a:cubicBezTo>
                  <a:cubicBezTo>
                    <a:pt x="3690" y="10108"/>
                    <a:pt x="3270" y="10262"/>
                    <a:pt x="2818" y="10233"/>
                  </a:cubicBezTo>
                  <a:cubicBezTo>
                    <a:pt x="2368" y="10205"/>
                    <a:pt x="1971" y="9995"/>
                    <a:pt x="1695" y="9680"/>
                  </a:cubicBezTo>
                  <a:cubicBezTo>
                    <a:pt x="1418" y="9366"/>
                    <a:pt x="1263" y="8946"/>
                    <a:pt x="1292" y="8496"/>
                  </a:cubicBezTo>
                  <a:cubicBezTo>
                    <a:pt x="1319" y="8045"/>
                    <a:pt x="1531" y="7648"/>
                    <a:pt x="1843" y="7373"/>
                  </a:cubicBezTo>
                  <a:cubicBezTo>
                    <a:pt x="2160" y="7093"/>
                    <a:pt x="2582" y="6937"/>
                    <a:pt x="3032" y="6968"/>
                  </a:cubicBezTo>
                  <a:close/>
                  <a:moveTo>
                    <a:pt x="3949" y="7702"/>
                  </a:moveTo>
                  <a:cubicBezTo>
                    <a:pt x="3721" y="7441"/>
                    <a:pt x="3392" y="7268"/>
                    <a:pt x="3015" y="7241"/>
                  </a:cubicBezTo>
                  <a:cubicBezTo>
                    <a:pt x="2641" y="7217"/>
                    <a:pt x="2292" y="7348"/>
                    <a:pt x="2033" y="7576"/>
                  </a:cubicBezTo>
                  <a:cubicBezTo>
                    <a:pt x="1769" y="7805"/>
                    <a:pt x="1597" y="8134"/>
                    <a:pt x="1572" y="8510"/>
                  </a:cubicBezTo>
                  <a:cubicBezTo>
                    <a:pt x="1545" y="8884"/>
                    <a:pt x="1677" y="9234"/>
                    <a:pt x="1905" y="9493"/>
                  </a:cubicBezTo>
                  <a:cubicBezTo>
                    <a:pt x="2135" y="9756"/>
                    <a:pt x="2464" y="9929"/>
                    <a:pt x="2839" y="9954"/>
                  </a:cubicBezTo>
                  <a:cubicBezTo>
                    <a:pt x="3215" y="9980"/>
                    <a:pt x="3565" y="9849"/>
                    <a:pt x="3824" y="9621"/>
                  </a:cubicBezTo>
                  <a:cubicBezTo>
                    <a:pt x="4085" y="9390"/>
                    <a:pt x="4258" y="9061"/>
                    <a:pt x="4284" y="8687"/>
                  </a:cubicBezTo>
                  <a:cubicBezTo>
                    <a:pt x="4307" y="8313"/>
                    <a:pt x="4177" y="7965"/>
                    <a:pt x="3949" y="7702"/>
                  </a:cubicBezTo>
                  <a:close/>
                  <a:moveTo>
                    <a:pt x="1027" y="4124"/>
                  </a:moveTo>
                  <a:cubicBezTo>
                    <a:pt x="1288" y="4142"/>
                    <a:pt x="1518" y="4262"/>
                    <a:pt x="1679" y="4445"/>
                  </a:cubicBezTo>
                  <a:cubicBezTo>
                    <a:pt x="1841" y="4628"/>
                    <a:pt x="1932" y="4872"/>
                    <a:pt x="1913" y="5134"/>
                  </a:cubicBezTo>
                  <a:cubicBezTo>
                    <a:pt x="1895" y="5397"/>
                    <a:pt x="1776" y="5625"/>
                    <a:pt x="1592" y="5787"/>
                  </a:cubicBezTo>
                  <a:cubicBezTo>
                    <a:pt x="1409" y="5946"/>
                    <a:pt x="1165" y="6038"/>
                    <a:pt x="904" y="6022"/>
                  </a:cubicBezTo>
                  <a:cubicBezTo>
                    <a:pt x="640" y="6003"/>
                    <a:pt x="412" y="5882"/>
                    <a:pt x="254" y="5699"/>
                  </a:cubicBezTo>
                  <a:cubicBezTo>
                    <a:pt x="91" y="5516"/>
                    <a:pt x="1" y="5273"/>
                    <a:pt x="19" y="5010"/>
                  </a:cubicBezTo>
                  <a:cubicBezTo>
                    <a:pt x="36" y="4749"/>
                    <a:pt x="157" y="4519"/>
                    <a:pt x="340" y="4360"/>
                  </a:cubicBezTo>
                  <a:cubicBezTo>
                    <a:pt x="523" y="4196"/>
                    <a:pt x="768" y="4105"/>
                    <a:pt x="1027" y="4124"/>
                  </a:cubicBezTo>
                  <a:close/>
                  <a:moveTo>
                    <a:pt x="1471" y="4628"/>
                  </a:moveTo>
                  <a:cubicBezTo>
                    <a:pt x="1358" y="4496"/>
                    <a:pt x="1196" y="4412"/>
                    <a:pt x="1008" y="4399"/>
                  </a:cubicBezTo>
                  <a:cubicBezTo>
                    <a:pt x="823" y="4387"/>
                    <a:pt x="651" y="4451"/>
                    <a:pt x="521" y="4566"/>
                  </a:cubicBezTo>
                  <a:cubicBezTo>
                    <a:pt x="390" y="4679"/>
                    <a:pt x="305" y="4842"/>
                    <a:pt x="291" y="5029"/>
                  </a:cubicBezTo>
                  <a:cubicBezTo>
                    <a:pt x="278" y="5214"/>
                    <a:pt x="342" y="5389"/>
                    <a:pt x="455" y="5518"/>
                  </a:cubicBezTo>
                  <a:cubicBezTo>
                    <a:pt x="568" y="5646"/>
                    <a:pt x="733" y="5734"/>
                    <a:pt x="918" y="5746"/>
                  </a:cubicBezTo>
                  <a:cubicBezTo>
                    <a:pt x="1103" y="5759"/>
                    <a:pt x="1278" y="5695"/>
                    <a:pt x="1407" y="5582"/>
                  </a:cubicBezTo>
                  <a:cubicBezTo>
                    <a:pt x="1535" y="5469"/>
                    <a:pt x="1623" y="5304"/>
                    <a:pt x="1636" y="5119"/>
                  </a:cubicBezTo>
                  <a:cubicBezTo>
                    <a:pt x="1648" y="4928"/>
                    <a:pt x="1584" y="4757"/>
                    <a:pt x="1471" y="4628"/>
                  </a:cubicBezTo>
                  <a:close/>
                  <a:moveTo>
                    <a:pt x="8578" y="305"/>
                  </a:moveTo>
                  <a:cubicBezTo>
                    <a:pt x="8245" y="285"/>
                    <a:pt x="7930" y="400"/>
                    <a:pt x="7700" y="603"/>
                  </a:cubicBezTo>
                  <a:cubicBezTo>
                    <a:pt x="7465" y="809"/>
                    <a:pt x="7311" y="1101"/>
                    <a:pt x="7289" y="1436"/>
                  </a:cubicBezTo>
                  <a:cubicBezTo>
                    <a:pt x="7268" y="1769"/>
                    <a:pt x="7383" y="2080"/>
                    <a:pt x="7587" y="2314"/>
                  </a:cubicBezTo>
                  <a:cubicBezTo>
                    <a:pt x="7790" y="2549"/>
                    <a:pt x="8084" y="2703"/>
                    <a:pt x="8420" y="2726"/>
                  </a:cubicBezTo>
                  <a:cubicBezTo>
                    <a:pt x="8753" y="2746"/>
                    <a:pt x="9065" y="2631"/>
                    <a:pt x="9298" y="2427"/>
                  </a:cubicBezTo>
                  <a:cubicBezTo>
                    <a:pt x="9532" y="2224"/>
                    <a:pt x="9686" y="1930"/>
                    <a:pt x="9709" y="1595"/>
                  </a:cubicBezTo>
                  <a:cubicBezTo>
                    <a:pt x="9756" y="926"/>
                    <a:pt x="9250" y="348"/>
                    <a:pt x="8578" y="305"/>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5"/>
            <p:cNvSpPr/>
            <p:nvPr/>
          </p:nvSpPr>
          <p:spPr>
            <a:xfrm rot="-9675424">
              <a:off x="7501831" y="548847"/>
              <a:ext cx="847906" cy="768734"/>
            </a:xfrm>
            <a:custGeom>
              <a:rect b="b" l="l" r="r" t="t"/>
              <a:pathLst>
                <a:path extrusionOk="0" h="15283" w="16857">
                  <a:moveTo>
                    <a:pt x="14493" y="0"/>
                  </a:moveTo>
                  <a:cubicBezTo>
                    <a:pt x="15653" y="1289"/>
                    <a:pt x="16445" y="2904"/>
                    <a:pt x="16725" y="4676"/>
                  </a:cubicBezTo>
                  <a:cubicBezTo>
                    <a:pt x="16272" y="4697"/>
                    <a:pt x="15859" y="4874"/>
                    <a:pt x="15534" y="5159"/>
                  </a:cubicBezTo>
                  <a:cubicBezTo>
                    <a:pt x="15160" y="5488"/>
                    <a:pt x="14911" y="5961"/>
                    <a:pt x="14874" y="6498"/>
                  </a:cubicBezTo>
                  <a:cubicBezTo>
                    <a:pt x="14839" y="7035"/>
                    <a:pt x="15026" y="7537"/>
                    <a:pt x="15355" y="7911"/>
                  </a:cubicBezTo>
                  <a:cubicBezTo>
                    <a:pt x="15645" y="8244"/>
                    <a:pt x="16048" y="8476"/>
                    <a:pt x="16509" y="8552"/>
                  </a:cubicBezTo>
                  <a:cubicBezTo>
                    <a:pt x="15478" y="12311"/>
                    <a:pt x="12131" y="15053"/>
                    <a:pt x="8187" y="15266"/>
                  </a:cubicBezTo>
                  <a:cubicBezTo>
                    <a:pt x="8195" y="15201"/>
                    <a:pt x="8201" y="15139"/>
                    <a:pt x="8207" y="15075"/>
                  </a:cubicBezTo>
                  <a:cubicBezTo>
                    <a:pt x="8244" y="14479"/>
                    <a:pt x="8039" y="13926"/>
                    <a:pt x="7677" y="13510"/>
                  </a:cubicBezTo>
                  <a:cubicBezTo>
                    <a:pt x="7313" y="13093"/>
                    <a:pt x="6790" y="12819"/>
                    <a:pt x="6196" y="12780"/>
                  </a:cubicBezTo>
                  <a:cubicBezTo>
                    <a:pt x="5602" y="12741"/>
                    <a:pt x="5047" y="12947"/>
                    <a:pt x="4631" y="13309"/>
                  </a:cubicBezTo>
                  <a:cubicBezTo>
                    <a:pt x="4288" y="13611"/>
                    <a:pt x="4043" y="14016"/>
                    <a:pt x="3942" y="14485"/>
                  </a:cubicBezTo>
                  <a:cubicBezTo>
                    <a:pt x="2320" y="13759"/>
                    <a:pt x="954" y="12583"/>
                    <a:pt x="0" y="11117"/>
                  </a:cubicBezTo>
                  <a:cubicBezTo>
                    <a:pt x="3899" y="11551"/>
                    <a:pt x="5402" y="10839"/>
                    <a:pt x="6829" y="7921"/>
                  </a:cubicBezTo>
                  <a:cubicBezTo>
                    <a:pt x="8343" y="4826"/>
                    <a:pt x="11113" y="8604"/>
                    <a:pt x="12322" y="3691"/>
                  </a:cubicBezTo>
                  <a:cubicBezTo>
                    <a:pt x="12892" y="1372"/>
                    <a:pt x="13749" y="391"/>
                    <a:pt x="14493" y="0"/>
                  </a:cubicBezTo>
                  <a:close/>
                  <a:moveTo>
                    <a:pt x="16764" y="4954"/>
                  </a:moveTo>
                  <a:cubicBezTo>
                    <a:pt x="16365" y="4966"/>
                    <a:pt x="16001" y="5120"/>
                    <a:pt x="15717" y="5367"/>
                  </a:cubicBezTo>
                  <a:cubicBezTo>
                    <a:pt x="15396" y="5649"/>
                    <a:pt x="15180" y="6056"/>
                    <a:pt x="15151" y="6513"/>
                  </a:cubicBezTo>
                  <a:cubicBezTo>
                    <a:pt x="15123" y="6973"/>
                    <a:pt x="15283" y="7403"/>
                    <a:pt x="15563" y="7724"/>
                  </a:cubicBezTo>
                  <a:cubicBezTo>
                    <a:pt x="15818" y="8014"/>
                    <a:pt x="16171" y="8217"/>
                    <a:pt x="16579" y="8277"/>
                  </a:cubicBezTo>
                  <a:cubicBezTo>
                    <a:pt x="16700" y="7771"/>
                    <a:pt x="16782" y="7251"/>
                    <a:pt x="16815" y="6714"/>
                  </a:cubicBezTo>
                  <a:cubicBezTo>
                    <a:pt x="16856" y="6118"/>
                    <a:pt x="16838" y="5528"/>
                    <a:pt x="16764" y="4954"/>
                  </a:cubicBezTo>
                  <a:close/>
                  <a:moveTo>
                    <a:pt x="7905" y="15277"/>
                  </a:moveTo>
                  <a:cubicBezTo>
                    <a:pt x="7919" y="15205"/>
                    <a:pt x="7930" y="15133"/>
                    <a:pt x="7932" y="15055"/>
                  </a:cubicBezTo>
                  <a:cubicBezTo>
                    <a:pt x="7965" y="14536"/>
                    <a:pt x="7786" y="14053"/>
                    <a:pt x="7469" y="13693"/>
                  </a:cubicBezTo>
                  <a:cubicBezTo>
                    <a:pt x="7150" y="13329"/>
                    <a:pt x="6696" y="13091"/>
                    <a:pt x="6178" y="13056"/>
                  </a:cubicBezTo>
                  <a:cubicBezTo>
                    <a:pt x="5659" y="13021"/>
                    <a:pt x="5176" y="13200"/>
                    <a:pt x="4816" y="13518"/>
                  </a:cubicBezTo>
                  <a:cubicBezTo>
                    <a:pt x="4506" y="13790"/>
                    <a:pt x="4284" y="14164"/>
                    <a:pt x="4208" y="14594"/>
                  </a:cubicBezTo>
                  <a:cubicBezTo>
                    <a:pt x="5098" y="14960"/>
                    <a:pt x="6064" y="15190"/>
                    <a:pt x="7082" y="15258"/>
                  </a:cubicBezTo>
                  <a:cubicBezTo>
                    <a:pt x="7358" y="15279"/>
                    <a:pt x="7633" y="15283"/>
                    <a:pt x="7905" y="15277"/>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2">
    <p:bg>
      <p:bgPr>
        <a:solidFill>
          <a:schemeClr val="lt1"/>
        </a:solidFill>
      </p:bgPr>
    </p:bg>
    <p:spTree>
      <p:nvGrpSpPr>
        <p:cNvPr id="209" name="Shape 209"/>
        <p:cNvGrpSpPr/>
        <p:nvPr/>
      </p:nvGrpSpPr>
      <p:grpSpPr>
        <a:xfrm>
          <a:off x="0" y="0"/>
          <a:ext cx="0" cy="0"/>
          <a:chOff x="0" y="0"/>
          <a:chExt cx="0" cy="0"/>
        </a:xfrm>
      </p:grpSpPr>
      <p:sp>
        <p:nvSpPr>
          <p:cNvPr id="210" name="Google Shape;210;p16"/>
          <p:cNvSpPr/>
          <p:nvPr/>
        </p:nvSpPr>
        <p:spPr>
          <a:xfrm>
            <a:off x="520575" y="819150"/>
            <a:ext cx="8079900" cy="3898800"/>
          </a:xfrm>
          <a:prstGeom prst="roundRect">
            <a:avLst>
              <a:gd fmla="val 3542" name="adj"/>
            </a:avLst>
          </a:pr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1" name="Google Shape;211;p16"/>
          <p:cNvGrpSpPr/>
          <p:nvPr/>
        </p:nvGrpSpPr>
        <p:grpSpPr>
          <a:xfrm>
            <a:off x="520563" y="326550"/>
            <a:ext cx="8079900" cy="426900"/>
            <a:chOff x="552450" y="401675"/>
            <a:chExt cx="8079900" cy="426900"/>
          </a:xfrm>
        </p:grpSpPr>
        <p:sp>
          <p:nvSpPr>
            <p:cNvPr id="212" name="Google Shape;212;p16"/>
            <p:cNvSpPr/>
            <p:nvPr/>
          </p:nvSpPr>
          <p:spPr>
            <a:xfrm>
              <a:off x="552450" y="401675"/>
              <a:ext cx="8079900" cy="426900"/>
            </a:xfrm>
            <a:prstGeom prst="roundRect">
              <a:avLst>
                <a:gd fmla="val 22312"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6"/>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6"/>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6"/>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6" name="Google Shape;216;p16"/>
          <p:cNvSpPr txBox="1"/>
          <p:nvPr>
            <p:ph type="title"/>
          </p:nvPr>
        </p:nvSpPr>
        <p:spPr>
          <a:xfrm>
            <a:off x="720000" y="969225"/>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17" name="Google Shape;217;p16"/>
          <p:cNvGrpSpPr/>
          <p:nvPr/>
        </p:nvGrpSpPr>
        <p:grpSpPr>
          <a:xfrm rot="-697191">
            <a:off x="7107083" y="288061"/>
            <a:ext cx="1034120" cy="1034321"/>
            <a:chOff x="7764407" y="575481"/>
            <a:chExt cx="1308352" cy="1308606"/>
          </a:xfrm>
        </p:grpSpPr>
        <p:sp>
          <p:nvSpPr>
            <p:cNvPr id="218" name="Google Shape;218;p16"/>
            <p:cNvSpPr/>
            <p:nvPr/>
          </p:nvSpPr>
          <p:spPr>
            <a:xfrm>
              <a:off x="7943850" y="714375"/>
              <a:ext cx="1128900" cy="112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9" name="Google Shape;219;p16"/>
            <p:cNvGrpSpPr/>
            <p:nvPr/>
          </p:nvGrpSpPr>
          <p:grpSpPr>
            <a:xfrm rot="-846281">
              <a:off x="7879557" y="690583"/>
              <a:ext cx="1078052" cy="1078403"/>
              <a:chOff x="5759760" y="3433415"/>
              <a:chExt cx="583422" cy="583612"/>
            </a:xfrm>
          </p:grpSpPr>
          <p:sp>
            <p:nvSpPr>
              <p:cNvPr id="220" name="Google Shape;220;p16"/>
              <p:cNvSpPr/>
              <p:nvPr/>
            </p:nvSpPr>
            <p:spPr>
              <a:xfrm>
                <a:off x="5759760" y="3433415"/>
                <a:ext cx="583422" cy="583612"/>
              </a:xfrm>
              <a:custGeom>
                <a:rect b="b" l="l" r="r" t="t"/>
                <a:pathLst>
                  <a:path extrusionOk="0" h="12306" w="12302">
                    <a:moveTo>
                      <a:pt x="6540" y="217"/>
                    </a:moveTo>
                    <a:cubicBezTo>
                      <a:pt x="9818" y="430"/>
                      <a:pt x="12302" y="3262"/>
                      <a:pt x="12090" y="6542"/>
                    </a:cubicBezTo>
                    <a:cubicBezTo>
                      <a:pt x="11876" y="9820"/>
                      <a:pt x="9042" y="12306"/>
                      <a:pt x="5762" y="12092"/>
                    </a:cubicBezTo>
                    <a:cubicBezTo>
                      <a:pt x="2487" y="11878"/>
                      <a:pt x="1" y="9047"/>
                      <a:pt x="214" y="5767"/>
                    </a:cubicBezTo>
                    <a:cubicBezTo>
                      <a:pt x="426" y="2487"/>
                      <a:pt x="3260" y="1"/>
                      <a:pt x="6540" y="217"/>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6"/>
              <p:cNvSpPr/>
              <p:nvPr/>
            </p:nvSpPr>
            <p:spPr>
              <a:xfrm>
                <a:off x="5834360" y="3463578"/>
                <a:ext cx="315613" cy="339421"/>
              </a:xfrm>
              <a:custGeom>
                <a:rect b="b" l="l" r="r" t="t"/>
                <a:pathLst>
                  <a:path extrusionOk="0" h="7157" w="6655">
                    <a:moveTo>
                      <a:pt x="5732" y="251"/>
                    </a:moveTo>
                    <a:cubicBezTo>
                      <a:pt x="5999" y="269"/>
                      <a:pt x="6233" y="393"/>
                      <a:pt x="6398" y="580"/>
                    </a:cubicBezTo>
                    <a:cubicBezTo>
                      <a:pt x="6562" y="769"/>
                      <a:pt x="6655" y="1016"/>
                      <a:pt x="6636" y="1283"/>
                    </a:cubicBezTo>
                    <a:cubicBezTo>
                      <a:pt x="6620" y="1551"/>
                      <a:pt x="6497" y="1783"/>
                      <a:pt x="6307" y="1947"/>
                    </a:cubicBezTo>
                    <a:cubicBezTo>
                      <a:pt x="6122" y="2112"/>
                      <a:pt x="5874" y="2205"/>
                      <a:pt x="5606" y="2188"/>
                    </a:cubicBezTo>
                    <a:cubicBezTo>
                      <a:pt x="5339" y="2170"/>
                      <a:pt x="5104" y="2046"/>
                      <a:pt x="4940" y="1859"/>
                    </a:cubicBezTo>
                    <a:cubicBezTo>
                      <a:pt x="4775" y="1674"/>
                      <a:pt x="4683" y="1423"/>
                      <a:pt x="4701" y="1156"/>
                    </a:cubicBezTo>
                    <a:cubicBezTo>
                      <a:pt x="4720" y="888"/>
                      <a:pt x="4843" y="656"/>
                      <a:pt x="5030" y="492"/>
                    </a:cubicBezTo>
                    <a:cubicBezTo>
                      <a:pt x="5216" y="329"/>
                      <a:pt x="5464" y="237"/>
                      <a:pt x="5732" y="251"/>
                    </a:cubicBezTo>
                    <a:close/>
                    <a:moveTo>
                      <a:pt x="1535" y="4298"/>
                    </a:moveTo>
                    <a:cubicBezTo>
                      <a:pt x="1925" y="4323"/>
                      <a:pt x="2271" y="4506"/>
                      <a:pt x="2509" y="4777"/>
                    </a:cubicBezTo>
                    <a:cubicBezTo>
                      <a:pt x="2748" y="5051"/>
                      <a:pt x="2884" y="5417"/>
                      <a:pt x="2859" y="5805"/>
                    </a:cubicBezTo>
                    <a:cubicBezTo>
                      <a:pt x="2832" y="6196"/>
                      <a:pt x="2651" y="6541"/>
                      <a:pt x="2378" y="6780"/>
                    </a:cubicBezTo>
                    <a:cubicBezTo>
                      <a:pt x="2106" y="7018"/>
                      <a:pt x="1740" y="7156"/>
                      <a:pt x="1350" y="7129"/>
                    </a:cubicBezTo>
                    <a:cubicBezTo>
                      <a:pt x="959" y="7105"/>
                      <a:pt x="616" y="6922"/>
                      <a:pt x="375" y="6650"/>
                    </a:cubicBezTo>
                    <a:cubicBezTo>
                      <a:pt x="136" y="6377"/>
                      <a:pt x="1" y="6009"/>
                      <a:pt x="25" y="5622"/>
                    </a:cubicBezTo>
                    <a:cubicBezTo>
                      <a:pt x="52" y="5231"/>
                      <a:pt x="235" y="4886"/>
                      <a:pt x="507" y="4647"/>
                    </a:cubicBezTo>
                    <a:cubicBezTo>
                      <a:pt x="780" y="4409"/>
                      <a:pt x="1144" y="4271"/>
                      <a:pt x="1535" y="4298"/>
                    </a:cubicBezTo>
                    <a:close/>
                    <a:moveTo>
                      <a:pt x="2333" y="4937"/>
                    </a:moveTo>
                    <a:cubicBezTo>
                      <a:pt x="2133" y="4711"/>
                      <a:pt x="1845" y="4559"/>
                      <a:pt x="1522" y="4538"/>
                    </a:cubicBezTo>
                    <a:cubicBezTo>
                      <a:pt x="1195" y="4518"/>
                      <a:pt x="893" y="4629"/>
                      <a:pt x="667" y="4830"/>
                    </a:cubicBezTo>
                    <a:cubicBezTo>
                      <a:pt x="441" y="5028"/>
                      <a:pt x="289" y="5316"/>
                      <a:pt x="268" y="5639"/>
                    </a:cubicBezTo>
                    <a:cubicBezTo>
                      <a:pt x="247" y="5966"/>
                      <a:pt x="358" y="6270"/>
                      <a:pt x="558" y="6496"/>
                    </a:cubicBezTo>
                    <a:cubicBezTo>
                      <a:pt x="759" y="6722"/>
                      <a:pt x="1043" y="6872"/>
                      <a:pt x="1368" y="6893"/>
                    </a:cubicBezTo>
                    <a:cubicBezTo>
                      <a:pt x="1695" y="6914"/>
                      <a:pt x="1997" y="6805"/>
                      <a:pt x="2224" y="6603"/>
                    </a:cubicBezTo>
                    <a:cubicBezTo>
                      <a:pt x="2452" y="6406"/>
                      <a:pt x="2602" y="6118"/>
                      <a:pt x="2622" y="5793"/>
                    </a:cubicBezTo>
                    <a:cubicBezTo>
                      <a:pt x="2643" y="5468"/>
                      <a:pt x="2530" y="5164"/>
                      <a:pt x="2333" y="4937"/>
                    </a:cubicBezTo>
                    <a:close/>
                    <a:moveTo>
                      <a:pt x="3468" y="12"/>
                    </a:moveTo>
                    <a:cubicBezTo>
                      <a:pt x="3638" y="23"/>
                      <a:pt x="3788" y="103"/>
                      <a:pt x="3891" y="220"/>
                    </a:cubicBezTo>
                    <a:cubicBezTo>
                      <a:pt x="3998" y="339"/>
                      <a:pt x="4056" y="498"/>
                      <a:pt x="4043" y="668"/>
                    </a:cubicBezTo>
                    <a:cubicBezTo>
                      <a:pt x="4033" y="837"/>
                      <a:pt x="3953" y="987"/>
                      <a:pt x="3836" y="1092"/>
                    </a:cubicBezTo>
                    <a:cubicBezTo>
                      <a:pt x="3716" y="1197"/>
                      <a:pt x="3558" y="1257"/>
                      <a:pt x="3387" y="1244"/>
                    </a:cubicBezTo>
                    <a:cubicBezTo>
                      <a:pt x="3219" y="1234"/>
                      <a:pt x="3069" y="1154"/>
                      <a:pt x="2964" y="1034"/>
                    </a:cubicBezTo>
                    <a:cubicBezTo>
                      <a:pt x="2859" y="917"/>
                      <a:pt x="2799" y="757"/>
                      <a:pt x="2812" y="588"/>
                    </a:cubicBezTo>
                    <a:cubicBezTo>
                      <a:pt x="2826" y="420"/>
                      <a:pt x="2902" y="269"/>
                      <a:pt x="3021" y="165"/>
                    </a:cubicBezTo>
                    <a:cubicBezTo>
                      <a:pt x="3139" y="60"/>
                      <a:pt x="3299" y="0"/>
                      <a:pt x="3468" y="12"/>
                    </a:cubicBezTo>
                    <a:close/>
                    <a:moveTo>
                      <a:pt x="3756" y="339"/>
                    </a:moveTo>
                    <a:cubicBezTo>
                      <a:pt x="3682" y="253"/>
                      <a:pt x="3577" y="198"/>
                      <a:pt x="3455" y="193"/>
                    </a:cubicBezTo>
                    <a:cubicBezTo>
                      <a:pt x="3334" y="185"/>
                      <a:pt x="3221" y="226"/>
                      <a:pt x="3139" y="300"/>
                    </a:cubicBezTo>
                    <a:cubicBezTo>
                      <a:pt x="3054" y="374"/>
                      <a:pt x="2997" y="481"/>
                      <a:pt x="2993" y="601"/>
                    </a:cubicBezTo>
                    <a:cubicBezTo>
                      <a:pt x="2984" y="722"/>
                      <a:pt x="3026" y="835"/>
                      <a:pt x="3100" y="917"/>
                    </a:cubicBezTo>
                    <a:cubicBezTo>
                      <a:pt x="3176" y="1002"/>
                      <a:pt x="3281" y="1055"/>
                      <a:pt x="3402" y="1063"/>
                    </a:cubicBezTo>
                    <a:cubicBezTo>
                      <a:pt x="3521" y="1071"/>
                      <a:pt x="3634" y="1030"/>
                      <a:pt x="3716" y="956"/>
                    </a:cubicBezTo>
                    <a:cubicBezTo>
                      <a:pt x="3803" y="882"/>
                      <a:pt x="3856" y="775"/>
                      <a:pt x="3865" y="656"/>
                    </a:cubicBezTo>
                    <a:cubicBezTo>
                      <a:pt x="3871" y="537"/>
                      <a:pt x="3830" y="424"/>
                      <a:pt x="3756" y="339"/>
                    </a:cubicBezTo>
                    <a:close/>
                    <a:moveTo>
                      <a:pt x="5719" y="432"/>
                    </a:moveTo>
                    <a:cubicBezTo>
                      <a:pt x="5503" y="415"/>
                      <a:pt x="5300" y="492"/>
                      <a:pt x="5150" y="627"/>
                    </a:cubicBezTo>
                    <a:cubicBezTo>
                      <a:pt x="4998" y="761"/>
                      <a:pt x="4895" y="950"/>
                      <a:pt x="4882" y="1170"/>
                    </a:cubicBezTo>
                    <a:cubicBezTo>
                      <a:pt x="4866" y="1386"/>
                      <a:pt x="4944" y="1588"/>
                      <a:pt x="5078" y="1740"/>
                    </a:cubicBezTo>
                    <a:cubicBezTo>
                      <a:pt x="5211" y="1892"/>
                      <a:pt x="5401" y="1995"/>
                      <a:pt x="5619" y="2007"/>
                    </a:cubicBezTo>
                    <a:cubicBezTo>
                      <a:pt x="5834" y="2024"/>
                      <a:pt x="6038" y="1945"/>
                      <a:pt x="6190" y="1812"/>
                    </a:cubicBezTo>
                    <a:cubicBezTo>
                      <a:pt x="6342" y="1678"/>
                      <a:pt x="6445" y="1487"/>
                      <a:pt x="6458" y="1269"/>
                    </a:cubicBezTo>
                    <a:cubicBezTo>
                      <a:pt x="6486" y="835"/>
                      <a:pt x="6157" y="459"/>
                      <a:pt x="5719" y="432"/>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6"/>
              <p:cNvSpPr/>
              <p:nvPr/>
            </p:nvSpPr>
            <p:spPr>
              <a:xfrm>
                <a:off x="5815058" y="3536707"/>
                <a:ext cx="519161" cy="470788"/>
              </a:xfrm>
              <a:custGeom>
                <a:rect b="b" l="l" r="r" t="t"/>
                <a:pathLst>
                  <a:path extrusionOk="0" h="9927" w="10947">
                    <a:moveTo>
                      <a:pt x="9412" y="0"/>
                    </a:moveTo>
                    <a:cubicBezTo>
                      <a:pt x="10165" y="837"/>
                      <a:pt x="10679" y="1886"/>
                      <a:pt x="10860" y="3038"/>
                    </a:cubicBezTo>
                    <a:lnTo>
                      <a:pt x="10887" y="3219"/>
                    </a:lnTo>
                    <a:cubicBezTo>
                      <a:pt x="10934" y="3591"/>
                      <a:pt x="10946" y="3973"/>
                      <a:pt x="10922" y="4364"/>
                    </a:cubicBezTo>
                    <a:cubicBezTo>
                      <a:pt x="10899" y="4714"/>
                      <a:pt x="10848" y="5053"/>
                      <a:pt x="10768" y="5380"/>
                    </a:cubicBezTo>
                    <a:lnTo>
                      <a:pt x="10722" y="5555"/>
                    </a:lnTo>
                    <a:cubicBezTo>
                      <a:pt x="10054" y="7998"/>
                      <a:pt x="7878" y="9778"/>
                      <a:pt x="5316" y="9916"/>
                    </a:cubicBezTo>
                    <a:cubicBezTo>
                      <a:pt x="5324" y="9875"/>
                      <a:pt x="5326" y="9834"/>
                      <a:pt x="5328" y="9793"/>
                    </a:cubicBezTo>
                    <a:cubicBezTo>
                      <a:pt x="5355" y="9408"/>
                      <a:pt x="5222" y="9048"/>
                      <a:pt x="4985" y="8779"/>
                    </a:cubicBezTo>
                    <a:cubicBezTo>
                      <a:pt x="4749" y="8507"/>
                      <a:pt x="4409" y="8329"/>
                      <a:pt x="4023" y="8302"/>
                    </a:cubicBezTo>
                    <a:cubicBezTo>
                      <a:pt x="3638" y="8277"/>
                      <a:pt x="3278" y="8411"/>
                      <a:pt x="3009" y="8647"/>
                    </a:cubicBezTo>
                    <a:cubicBezTo>
                      <a:pt x="2785" y="8843"/>
                      <a:pt x="2626" y="9106"/>
                      <a:pt x="2561" y="9410"/>
                    </a:cubicBezTo>
                    <a:cubicBezTo>
                      <a:pt x="1508" y="8939"/>
                      <a:pt x="622" y="8174"/>
                      <a:pt x="0" y="7222"/>
                    </a:cubicBezTo>
                    <a:cubicBezTo>
                      <a:pt x="2532" y="7506"/>
                      <a:pt x="3509" y="7043"/>
                      <a:pt x="4434" y="5147"/>
                    </a:cubicBezTo>
                    <a:cubicBezTo>
                      <a:pt x="5417" y="3138"/>
                      <a:pt x="7218" y="5590"/>
                      <a:pt x="8004" y="2400"/>
                    </a:cubicBezTo>
                    <a:cubicBezTo>
                      <a:pt x="8370" y="893"/>
                      <a:pt x="8929" y="253"/>
                      <a:pt x="9412" y="0"/>
                    </a:cubicBezTo>
                    <a:close/>
                    <a:moveTo>
                      <a:pt x="5131" y="9922"/>
                    </a:moveTo>
                    <a:cubicBezTo>
                      <a:pt x="5139" y="9875"/>
                      <a:pt x="5148" y="9828"/>
                      <a:pt x="5150" y="9778"/>
                    </a:cubicBezTo>
                    <a:cubicBezTo>
                      <a:pt x="5170" y="9441"/>
                      <a:pt x="5055" y="9126"/>
                      <a:pt x="4849" y="8894"/>
                    </a:cubicBezTo>
                    <a:cubicBezTo>
                      <a:pt x="4644" y="8660"/>
                      <a:pt x="4348" y="8503"/>
                      <a:pt x="4010" y="8479"/>
                    </a:cubicBezTo>
                    <a:cubicBezTo>
                      <a:pt x="3673" y="8458"/>
                      <a:pt x="3361" y="8575"/>
                      <a:pt x="3124" y="8781"/>
                    </a:cubicBezTo>
                    <a:cubicBezTo>
                      <a:pt x="2921" y="8958"/>
                      <a:pt x="2777" y="9203"/>
                      <a:pt x="2729" y="9482"/>
                    </a:cubicBezTo>
                    <a:cubicBezTo>
                      <a:pt x="3309" y="9719"/>
                      <a:pt x="3936" y="9871"/>
                      <a:pt x="4594" y="9912"/>
                    </a:cubicBezTo>
                    <a:cubicBezTo>
                      <a:pt x="4777" y="9924"/>
                      <a:pt x="4954" y="9926"/>
                      <a:pt x="5131" y="9922"/>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6"/>
              <p:cNvSpPr/>
              <p:nvPr/>
            </p:nvSpPr>
            <p:spPr>
              <a:xfrm>
                <a:off x="6114357" y="3762165"/>
                <a:ext cx="55724" cy="55630"/>
              </a:xfrm>
              <a:custGeom>
                <a:rect b="b" l="l" r="r" t="t"/>
                <a:pathLst>
                  <a:path extrusionOk="0" h="1173" w="1175">
                    <a:moveTo>
                      <a:pt x="626" y="19"/>
                    </a:moveTo>
                    <a:cubicBezTo>
                      <a:pt x="936" y="40"/>
                      <a:pt x="1175" y="309"/>
                      <a:pt x="1154" y="624"/>
                    </a:cubicBezTo>
                    <a:cubicBezTo>
                      <a:pt x="1133" y="934"/>
                      <a:pt x="864" y="1173"/>
                      <a:pt x="552" y="1152"/>
                    </a:cubicBezTo>
                    <a:cubicBezTo>
                      <a:pt x="237" y="1132"/>
                      <a:pt x="0" y="862"/>
                      <a:pt x="21" y="550"/>
                    </a:cubicBezTo>
                    <a:cubicBezTo>
                      <a:pt x="42" y="237"/>
                      <a:pt x="311" y="1"/>
                      <a:pt x="626" y="1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24" name="Google Shape;224;p16"/>
          <p:cNvGrpSpPr/>
          <p:nvPr/>
        </p:nvGrpSpPr>
        <p:grpSpPr>
          <a:xfrm rot="-697191">
            <a:off x="8087197" y="914503"/>
            <a:ext cx="673607" cy="673738"/>
            <a:chOff x="7764407" y="575481"/>
            <a:chExt cx="1308352" cy="1308606"/>
          </a:xfrm>
        </p:grpSpPr>
        <p:sp>
          <p:nvSpPr>
            <p:cNvPr id="225" name="Google Shape;225;p16"/>
            <p:cNvSpPr/>
            <p:nvPr/>
          </p:nvSpPr>
          <p:spPr>
            <a:xfrm>
              <a:off x="7943850" y="714375"/>
              <a:ext cx="1128900" cy="112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6" name="Google Shape;226;p16"/>
            <p:cNvGrpSpPr/>
            <p:nvPr/>
          </p:nvGrpSpPr>
          <p:grpSpPr>
            <a:xfrm rot="-846281">
              <a:off x="7879557" y="690583"/>
              <a:ext cx="1078052" cy="1078403"/>
              <a:chOff x="5759760" y="3433415"/>
              <a:chExt cx="583422" cy="583612"/>
            </a:xfrm>
          </p:grpSpPr>
          <p:sp>
            <p:nvSpPr>
              <p:cNvPr id="227" name="Google Shape;227;p16"/>
              <p:cNvSpPr/>
              <p:nvPr/>
            </p:nvSpPr>
            <p:spPr>
              <a:xfrm>
                <a:off x="5759760" y="3433415"/>
                <a:ext cx="583422" cy="583612"/>
              </a:xfrm>
              <a:custGeom>
                <a:rect b="b" l="l" r="r" t="t"/>
                <a:pathLst>
                  <a:path extrusionOk="0" h="12306" w="12302">
                    <a:moveTo>
                      <a:pt x="6540" y="217"/>
                    </a:moveTo>
                    <a:cubicBezTo>
                      <a:pt x="9818" y="430"/>
                      <a:pt x="12302" y="3262"/>
                      <a:pt x="12090" y="6542"/>
                    </a:cubicBezTo>
                    <a:cubicBezTo>
                      <a:pt x="11876" y="9820"/>
                      <a:pt x="9042" y="12306"/>
                      <a:pt x="5762" y="12092"/>
                    </a:cubicBezTo>
                    <a:cubicBezTo>
                      <a:pt x="2487" y="11878"/>
                      <a:pt x="1" y="9047"/>
                      <a:pt x="214" y="5767"/>
                    </a:cubicBezTo>
                    <a:cubicBezTo>
                      <a:pt x="426" y="2487"/>
                      <a:pt x="3260" y="1"/>
                      <a:pt x="6540" y="217"/>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6"/>
              <p:cNvSpPr/>
              <p:nvPr/>
            </p:nvSpPr>
            <p:spPr>
              <a:xfrm>
                <a:off x="5834360" y="3463578"/>
                <a:ext cx="315613" cy="339421"/>
              </a:xfrm>
              <a:custGeom>
                <a:rect b="b" l="l" r="r" t="t"/>
                <a:pathLst>
                  <a:path extrusionOk="0" h="7157" w="6655">
                    <a:moveTo>
                      <a:pt x="5732" y="251"/>
                    </a:moveTo>
                    <a:cubicBezTo>
                      <a:pt x="5999" y="269"/>
                      <a:pt x="6233" y="393"/>
                      <a:pt x="6398" y="580"/>
                    </a:cubicBezTo>
                    <a:cubicBezTo>
                      <a:pt x="6562" y="769"/>
                      <a:pt x="6655" y="1016"/>
                      <a:pt x="6636" y="1283"/>
                    </a:cubicBezTo>
                    <a:cubicBezTo>
                      <a:pt x="6620" y="1551"/>
                      <a:pt x="6497" y="1783"/>
                      <a:pt x="6307" y="1947"/>
                    </a:cubicBezTo>
                    <a:cubicBezTo>
                      <a:pt x="6122" y="2112"/>
                      <a:pt x="5874" y="2205"/>
                      <a:pt x="5606" y="2188"/>
                    </a:cubicBezTo>
                    <a:cubicBezTo>
                      <a:pt x="5339" y="2170"/>
                      <a:pt x="5104" y="2046"/>
                      <a:pt x="4940" y="1859"/>
                    </a:cubicBezTo>
                    <a:cubicBezTo>
                      <a:pt x="4775" y="1674"/>
                      <a:pt x="4683" y="1423"/>
                      <a:pt x="4701" y="1156"/>
                    </a:cubicBezTo>
                    <a:cubicBezTo>
                      <a:pt x="4720" y="888"/>
                      <a:pt x="4843" y="656"/>
                      <a:pt x="5030" y="492"/>
                    </a:cubicBezTo>
                    <a:cubicBezTo>
                      <a:pt x="5216" y="329"/>
                      <a:pt x="5464" y="237"/>
                      <a:pt x="5732" y="251"/>
                    </a:cubicBezTo>
                    <a:close/>
                    <a:moveTo>
                      <a:pt x="1535" y="4298"/>
                    </a:moveTo>
                    <a:cubicBezTo>
                      <a:pt x="1925" y="4323"/>
                      <a:pt x="2271" y="4506"/>
                      <a:pt x="2509" y="4777"/>
                    </a:cubicBezTo>
                    <a:cubicBezTo>
                      <a:pt x="2748" y="5051"/>
                      <a:pt x="2884" y="5417"/>
                      <a:pt x="2859" y="5805"/>
                    </a:cubicBezTo>
                    <a:cubicBezTo>
                      <a:pt x="2832" y="6196"/>
                      <a:pt x="2651" y="6541"/>
                      <a:pt x="2378" y="6780"/>
                    </a:cubicBezTo>
                    <a:cubicBezTo>
                      <a:pt x="2106" y="7018"/>
                      <a:pt x="1740" y="7156"/>
                      <a:pt x="1350" y="7129"/>
                    </a:cubicBezTo>
                    <a:cubicBezTo>
                      <a:pt x="959" y="7105"/>
                      <a:pt x="616" y="6922"/>
                      <a:pt x="375" y="6650"/>
                    </a:cubicBezTo>
                    <a:cubicBezTo>
                      <a:pt x="136" y="6377"/>
                      <a:pt x="1" y="6009"/>
                      <a:pt x="25" y="5622"/>
                    </a:cubicBezTo>
                    <a:cubicBezTo>
                      <a:pt x="52" y="5231"/>
                      <a:pt x="235" y="4886"/>
                      <a:pt x="507" y="4647"/>
                    </a:cubicBezTo>
                    <a:cubicBezTo>
                      <a:pt x="780" y="4409"/>
                      <a:pt x="1144" y="4271"/>
                      <a:pt x="1535" y="4298"/>
                    </a:cubicBezTo>
                    <a:close/>
                    <a:moveTo>
                      <a:pt x="2333" y="4937"/>
                    </a:moveTo>
                    <a:cubicBezTo>
                      <a:pt x="2133" y="4711"/>
                      <a:pt x="1845" y="4559"/>
                      <a:pt x="1522" y="4538"/>
                    </a:cubicBezTo>
                    <a:cubicBezTo>
                      <a:pt x="1195" y="4518"/>
                      <a:pt x="893" y="4629"/>
                      <a:pt x="667" y="4830"/>
                    </a:cubicBezTo>
                    <a:cubicBezTo>
                      <a:pt x="441" y="5028"/>
                      <a:pt x="289" y="5316"/>
                      <a:pt x="268" y="5639"/>
                    </a:cubicBezTo>
                    <a:cubicBezTo>
                      <a:pt x="247" y="5966"/>
                      <a:pt x="358" y="6270"/>
                      <a:pt x="558" y="6496"/>
                    </a:cubicBezTo>
                    <a:cubicBezTo>
                      <a:pt x="759" y="6722"/>
                      <a:pt x="1043" y="6872"/>
                      <a:pt x="1368" y="6893"/>
                    </a:cubicBezTo>
                    <a:cubicBezTo>
                      <a:pt x="1695" y="6914"/>
                      <a:pt x="1997" y="6805"/>
                      <a:pt x="2224" y="6603"/>
                    </a:cubicBezTo>
                    <a:cubicBezTo>
                      <a:pt x="2452" y="6406"/>
                      <a:pt x="2602" y="6118"/>
                      <a:pt x="2622" y="5793"/>
                    </a:cubicBezTo>
                    <a:cubicBezTo>
                      <a:pt x="2643" y="5468"/>
                      <a:pt x="2530" y="5164"/>
                      <a:pt x="2333" y="4937"/>
                    </a:cubicBezTo>
                    <a:close/>
                    <a:moveTo>
                      <a:pt x="3468" y="12"/>
                    </a:moveTo>
                    <a:cubicBezTo>
                      <a:pt x="3638" y="23"/>
                      <a:pt x="3788" y="103"/>
                      <a:pt x="3891" y="220"/>
                    </a:cubicBezTo>
                    <a:cubicBezTo>
                      <a:pt x="3998" y="339"/>
                      <a:pt x="4056" y="498"/>
                      <a:pt x="4043" y="668"/>
                    </a:cubicBezTo>
                    <a:cubicBezTo>
                      <a:pt x="4033" y="837"/>
                      <a:pt x="3953" y="987"/>
                      <a:pt x="3836" y="1092"/>
                    </a:cubicBezTo>
                    <a:cubicBezTo>
                      <a:pt x="3716" y="1197"/>
                      <a:pt x="3558" y="1257"/>
                      <a:pt x="3387" y="1244"/>
                    </a:cubicBezTo>
                    <a:cubicBezTo>
                      <a:pt x="3219" y="1234"/>
                      <a:pt x="3069" y="1154"/>
                      <a:pt x="2964" y="1034"/>
                    </a:cubicBezTo>
                    <a:cubicBezTo>
                      <a:pt x="2859" y="917"/>
                      <a:pt x="2799" y="757"/>
                      <a:pt x="2812" y="588"/>
                    </a:cubicBezTo>
                    <a:cubicBezTo>
                      <a:pt x="2826" y="420"/>
                      <a:pt x="2902" y="269"/>
                      <a:pt x="3021" y="165"/>
                    </a:cubicBezTo>
                    <a:cubicBezTo>
                      <a:pt x="3139" y="60"/>
                      <a:pt x="3299" y="0"/>
                      <a:pt x="3468" y="12"/>
                    </a:cubicBezTo>
                    <a:close/>
                    <a:moveTo>
                      <a:pt x="3756" y="339"/>
                    </a:moveTo>
                    <a:cubicBezTo>
                      <a:pt x="3682" y="253"/>
                      <a:pt x="3577" y="198"/>
                      <a:pt x="3455" y="193"/>
                    </a:cubicBezTo>
                    <a:cubicBezTo>
                      <a:pt x="3334" y="185"/>
                      <a:pt x="3221" y="226"/>
                      <a:pt x="3139" y="300"/>
                    </a:cubicBezTo>
                    <a:cubicBezTo>
                      <a:pt x="3054" y="374"/>
                      <a:pt x="2997" y="481"/>
                      <a:pt x="2993" y="601"/>
                    </a:cubicBezTo>
                    <a:cubicBezTo>
                      <a:pt x="2984" y="722"/>
                      <a:pt x="3026" y="835"/>
                      <a:pt x="3100" y="917"/>
                    </a:cubicBezTo>
                    <a:cubicBezTo>
                      <a:pt x="3176" y="1002"/>
                      <a:pt x="3281" y="1055"/>
                      <a:pt x="3402" y="1063"/>
                    </a:cubicBezTo>
                    <a:cubicBezTo>
                      <a:pt x="3521" y="1071"/>
                      <a:pt x="3634" y="1030"/>
                      <a:pt x="3716" y="956"/>
                    </a:cubicBezTo>
                    <a:cubicBezTo>
                      <a:pt x="3803" y="882"/>
                      <a:pt x="3856" y="775"/>
                      <a:pt x="3865" y="656"/>
                    </a:cubicBezTo>
                    <a:cubicBezTo>
                      <a:pt x="3871" y="537"/>
                      <a:pt x="3830" y="424"/>
                      <a:pt x="3756" y="339"/>
                    </a:cubicBezTo>
                    <a:close/>
                    <a:moveTo>
                      <a:pt x="5719" y="432"/>
                    </a:moveTo>
                    <a:cubicBezTo>
                      <a:pt x="5503" y="415"/>
                      <a:pt x="5300" y="492"/>
                      <a:pt x="5150" y="627"/>
                    </a:cubicBezTo>
                    <a:cubicBezTo>
                      <a:pt x="4998" y="761"/>
                      <a:pt x="4895" y="950"/>
                      <a:pt x="4882" y="1170"/>
                    </a:cubicBezTo>
                    <a:cubicBezTo>
                      <a:pt x="4866" y="1386"/>
                      <a:pt x="4944" y="1588"/>
                      <a:pt x="5078" y="1740"/>
                    </a:cubicBezTo>
                    <a:cubicBezTo>
                      <a:pt x="5211" y="1892"/>
                      <a:pt x="5401" y="1995"/>
                      <a:pt x="5619" y="2007"/>
                    </a:cubicBezTo>
                    <a:cubicBezTo>
                      <a:pt x="5834" y="2024"/>
                      <a:pt x="6038" y="1945"/>
                      <a:pt x="6190" y="1812"/>
                    </a:cubicBezTo>
                    <a:cubicBezTo>
                      <a:pt x="6342" y="1678"/>
                      <a:pt x="6445" y="1487"/>
                      <a:pt x="6458" y="1269"/>
                    </a:cubicBezTo>
                    <a:cubicBezTo>
                      <a:pt x="6486" y="835"/>
                      <a:pt x="6157" y="459"/>
                      <a:pt x="5719" y="432"/>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6"/>
              <p:cNvSpPr/>
              <p:nvPr/>
            </p:nvSpPr>
            <p:spPr>
              <a:xfrm>
                <a:off x="5815058" y="3536707"/>
                <a:ext cx="519161" cy="470788"/>
              </a:xfrm>
              <a:custGeom>
                <a:rect b="b" l="l" r="r" t="t"/>
                <a:pathLst>
                  <a:path extrusionOk="0" h="9927" w="10947">
                    <a:moveTo>
                      <a:pt x="9412" y="0"/>
                    </a:moveTo>
                    <a:cubicBezTo>
                      <a:pt x="10165" y="837"/>
                      <a:pt x="10679" y="1886"/>
                      <a:pt x="10860" y="3038"/>
                    </a:cubicBezTo>
                    <a:lnTo>
                      <a:pt x="10887" y="3219"/>
                    </a:lnTo>
                    <a:cubicBezTo>
                      <a:pt x="10934" y="3591"/>
                      <a:pt x="10946" y="3973"/>
                      <a:pt x="10922" y="4364"/>
                    </a:cubicBezTo>
                    <a:cubicBezTo>
                      <a:pt x="10899" y="4714"/>
                      <a:pt x="10848" y="5053"/>
                      <a:pt x="10768" y="5380"/>
                    </a:cubicBezTo>
                    <a:lnTo>
                      <a:pt x="10722" y="5555"/>
                    </a:lnTo>
                    <a:cubicBezTo>
                      <a:pt x="10054" y="7998"/>
                      <a:pt x="7878" y="9778"/>
                      <a:pt x="5316" y="9916"/>
                    </a:cubicBezTo>
                    <a:cubicBezTo>
                      <a:pt x="5324" y="9875"/>
                      <a:pt x="5326" y="9834"/>
                      <a:pt x="5328" y="9793"/>
                    </a:cubicBezTo>
                    <a:cubicBezTo>
                      <a:pt x="5355" y="9408"/>
                      <a:pt x="5222" y="9048"/>
                      <a:pt x="4985" y="8779"/>
                    </a:cubicBezTo>
                    <a:cubicBezTo>
                      <a:pt x="4749" y="8507"/>
                      <a:pt x="4409" y="8329"/>
                      <a:pt x="4023" y="8302"/>
                    </a:cubicBezTo>
                    <a:cubicBezTo>
                      <a:pt x="3638" y="8277"/>
                      <a:pt x="3278" y="8411"/>
                      <a:pt x="3009" y="8647"/>
                    </a:cubicBezTo>
                    <a:cubicBezTo>
                      <a:pt x="2785" y="8843"/>
                      <a:pt x="2626" y="9106"/>
                      <a:pt x="2561" y="9410"/>
                    </a:cubicBezTo>
                    <a:cubicBezTo>
                      <a:pt x="1508" y="8939"/>
                      <a:pt x="622" y="8174"/>
                      <a:pt x="0" y="7222"/>
                    </a:cubicBezTo>
                    <a:cubicBezTo>
                      <a:pt x="2532" y="7506"/>
                      <a:pt x="3509" y="7043"/>
                      <a:pt x="4434" y="5147"/>
                    </a:cubicBezTo>
                    <a:cubicBezTo>
                      <a:pt x="5417" y="3138"/>
                      <a:pt x="7218" y="5590"/>
                      <a:pt x="8004" y="2400"/>
                    </a:cubicBezTo>
                    <a:cubicBezTo>
                      <a:pt x="8370" y="893"/>
                      <a:pt x="8929" y="253"/>
                      <a:pt x="9412" y="0"/>
                    </a:cubicBezTo>
                    <a:close/>
                    <a:moveTo>
                      <a:pt x="5131" y="9922"/>
                    </a:moveTo>
                    <a:cubicBezTo>
                      <a:pt x="5139" y="9875"/>
                      <a:pt x="5148" y="9828"/>
                      <a:pt x="5150" y="9778"/>
                    </a:cubicBezTo>
                    <a:cubicBezTo>
                      <a:pt x="5170" y="9441"/>
                      <a:pt x="5055" y="9126"/>
                      <a:pt x="4849" y="8894"/>
                    </a:cubicBezTo>
                    <a:cubicBezTo>
                      <a:pt x="4644" y="8660"/>
                      <a:pt x="4348" y="8503"/>
                      <a:pt x="4010" y="8479"/>
                    </a:cubicBezTo>
                    <a:cubicBezTo>
                      <a:pt x="3673" y="8458"/>
                      <a:pt x="3361" y="8575"/>
                      <a:pt x="3124" y="8781"/>
                    </a:cubicBezTo>
                    <a:cubicBezTo>
                      <a:pt x="2921" y="8958"/>
                      <a:pt x="2777" y="9203"/>
                      <a:pt x="2729" y="9482"/>
                    </a:cubicBezTo>
                    <a:cubicBezTo>
                      <a:pt x="3309" y="9719"/>
                      <a:pt x="3936" y="9871"/>
                      <a:pt x="4594" y="9912"/>
                    </a:cubicBezTo>
                    <a:cubicBezTo>
                      <a:pt x="4777" y="9924"/>
                      <a:pt x="4954" y="9926"/>
                      <a:pt x="5131" y="9922"/>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6"/>
              <p:cNvSpPr/>
              <p:nvPr/>
            </p:nvSpPr>
            <p:spPr>
              <a:xfrm>
                <a:off x="6114357" y="3762165"/>
                <a:ext cx="55724" cy="55630"/>
              </a:xfrm>
              <a:custGeom>
                <a:rect b="b" l="l" r="r" t="t"/>
                <a:pathLst>
                  <a:path extrusionOk="0" h="1173" w="1175">
                    <a:moveTo>
                      <a:pt x="626" y="19"/>
                    </a:moveTo>
                    <a:cubicBezTo>
                      <a:pt x="936" y="40"/>
                      <a:pt x="1175" y="309"/>
                      <a:pt x="1154" y="624"/>
                    </a:cubicBezTo>
                    <a:cubicBezTo>
                      <a:pt x="1133" y="934"/>
                      <a:pt x="864" y="1173"/>
                      <a:pt x="552" y="1152"/>
                    </a:cubicBezTo>
                    <a:cubicBezTo>
                      <a:pt x="237" y="1132"/>
                      <a:pt x="0" y="862"/>
                      <a:pt x="21" y="550"/>
                    </a:cubicBezTo>
                    <a:cubicBezTo>
                      <a:pt x="42" y="237"/>
                      <a:pt x="311" y="1"/>
                      <a:pt x="626" y="1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3">
    <p:bg>
      <p:bgPr>
        <a:solidFill>
          <a:schemeClr val="lt1"/>
        </a:solidFill>
      </p:bgPr>
    </p:bg>
    <p:spTree>
      <p:nvGrpSpPr>
        <p:cNvPr id="231" name="Shape 231"/>
        <p:cNvGrpSpPr/>
        <p:nvPr/>
      </p:nvGrpSpPr>
      <p:grpSpPr>
        <a:xfrm>
          <a:off x="0" y="0"/>
          <a:ext cx="0" cy="0"/>
          <a:chOff x="0" y="0"/>
          <a:chExt cx="0" cy="0"/>
        </a:xfrm>
      </p:grpSpPr>
      <p:sp>
        <p:nvSpPr>
          <p:cNvPr id="232" name="Google Shape;232;p17"/>
          <p:cNvSpPr/>
          <p:nvPr/>
        </p:nvSpPr>
        <p:spPr>
          <a:xfrm>
            <a:off x="520575" y="819150"/>
            <a:ext cx="8079900" cy="3898800"/>
          </a:xfrm>
          <a:prstGeom prst="roundRect">
            <a:avLst>
              <a:gd fmla="val 3542" name="adj"/>
            </a:avLst>
          </a:pr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3" name="Google Shape;233;p17"/>
          <p:cNvGrpSpPr/>
          <p:nvPr/>
        </p:nvGrpSpPr>
        <p:grpSpPr>
          <a:xfrm>
            <a:off x="520563" y="326550"/>
            <a:ext cx="8079900" cy="426900"/>
            <a:chOff x="552450" y="401675"/>
            <a:chExt cx="8079900" cy="426900"/>
          </a:xfrm>
        </p:grpSpPr>
        <p:sp>
          <p:nvSpPr>
            <p:cNvPr id="234" name="Google Shape;234;p17"/>
            <p:cNvSpPr/>
            <p:nvPr/>
          </p:nvSpPr>
          <p:spPr>
            <a:xfrm>
              <a:off x="552450" y="401675"/>
              <a:ext cx="8079900" cy="426900"/>
            </a:xfrm>
            <a:prstGeom prst="roundRect">
              <a:avLst>
                <a:gd fmla="val 22312"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7"/>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7"/>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7"/>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8" name="Google Shape;238;p17"/>
          <p:cNvSpPr txBox="1"/>
          <p:nvPr>
            <p:ph type="title"/>
          </p:nvPr>
        </p:nvSpPr>
        <p:spPr>
          <a:xfrm>
            <a:off x="720000" y="969225"/>
            <a:ext cx="3852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9" name="Google Shape;239;p17"/>
          <p:cNvSpPr/>
          <p:nvPr/>
        </p:nvSpPr>
        <p:spPr>
          <a:xfrm rot="423713">
            <a:off x="494816" y="3568421"/>
            <a:ext cx="440976" cy="441097"/>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7"/>
          <p:cNvSpPr/>
          <p:nvPr/>
        </p:nvSpPr>
        <p:spPr>
          <a:xfrm flipH="1" rot="-3237051">
            <a:off x="-70552" y="3201499"/>
            <a:ext cx="1457989" cy="1186350"/>
          </a:xfrm>
          <a:custGeom>
            <a:rect b="b" l="l" r="r" t="t"/>
            <a:pathLst>
              <a:path extrusionOk="0" h="8014" w="9849">
                <a:moveTo>
                  <a:pt x="2143" y="0"/>
                </a:moveTo>
                <a:cubicBezTo>
                  <a:pt x="2606" y="0"/>
                  <a:pt x="2982" y="375"/>
                  <a:pt x="2982" y="837"/>
                </a:cubicBezTo>
                <a:cubicBezTo>
                  <a:pt x="2982" y="946"/>
                  <a:pt x="2961" y="1045"/>
                  <a:pt x="2924" y="1142"/>
                </a:cubicBezTo>
                <a:lnTo>
                  <a:pt x="8300" y="3856"/>
                </a:lnTo>
                <a:cubicBezTo>
                  <a:pt x="8450" y="3622"/>
                  <a:pt x="8711" y="3463"/>
                  <a:pt x="9009" y="3463"/>
                </a:cubicBezTo>
                <a:cubicBezTo>
                  <a:pt x="9472" y="3463"/>
                  <a:pt x="9848" y="3840"/>
                  <a:pt x="9848" y="4302"/>
                </a:cubicBezTo>
                <a:cubicBezTo>
                  <a:pt x="9848" y="4765"/>
                  <a:pt x="9472" y="5139"/>
                  <a:pt x="9009" y="5139"/>
                </a:cubicBezTo>
                <a:cubicBezTo>
                  <a:pt x="8709" y="5139"/>
                  <a:pt x="8444" y="4981"/>
                  <a:pt x="8298" y="4744"/>
                </a:cubicBezTo>
                <a:lnTo>
                  <a:pt x="2756" y="7483"/>
                </a:lnTo>
                <a:cubicBezTo>
                  <a:pt x="2766" y="7520"/>
                  <a:pt x="2770" y="7555"/>
                  <a:pt x="2770" y="7594"/>
                </a:cubicBezTo>
                <a:cubicBezTo>
                  <a:pt x="2770" y="7827"/>
                  <a:pt x="2583" y="8014"/>
                  <a:pt x="2353" y="8014"/>
                </a:cubicBezTo>
                <a:cubicBezTo>
                  <a:pt x="2120" y="8014"/>
                  <a:pt x="1933" y="7827"/>
                  <a:pt x="1933" y="7594"/>
                </a:cubicBezTo>
                <a:cubicBezTo>
                  <a:pt x="1933" y="7395"/>
                  <a:pt x="2071" y="7231"/>
                  <a:pt x="2260" y="7185"/>
                </a:cubicBezTo>
                <a:lnTo>
                  <a:pt x="2089" y="1670"/>
                </a:lnTo>
                <a:cubicBezTo>
                  <a:pt x="1654" y="1641"/>
                  <a:pt x="1306" y="1277"/>
                  <a:pt x="1306" y="835"/>
                </a:cubicBezTo>
                <a:cubicBezTo>
                  <a:pt x="1306" y="375"/>
                  <a:pt x="1680" y="0"/>
                  <a:pt x="2143" y="0"/>
                </a:cubicBezTo>
                <a:close/>
                <a:moveTo>
                  <a:pt x="416" y="4551"/>
                </a:moveTo>
                <a:cubicBezTo>
                  <a:pt x="646" y="4551"/>
                  <a:pt x="833" y="4736"/>
                  <a:pt x="833" y="4969"/>
                </a:cubicBezTo>
                <a:cubicBezTo>
                  <a:pt x="833" y="5199"/>
                  <a:pt x="648" y="5384"/>
                  <a:pt x="416" y="5384"/>
                </a:cubicBezTo>
                <a:cubicBezTo>
                  <a:pt x="187" y="5384"/>
                  <a:pt x="0" y="5199"/>
                  <a:pt x="0" y="4969"/>
                </a:cubicBezTo>
                <a:cubicBezTo>
                  <a:pt x="2" y="4736"/>
                  <a:pt x="187" y="4551"/>
                  <a:pt x="416" y="4551"/>
                </a:cubicBezTo>
                <a:close/>
                <a:moveTo>
                  <a:pt x="6856" y="952"/>
                </a:moveTo>
                <a:cubicBezTo>
                  <a:pt x="6716" y="952"/>
                  <a:pt x="6603" y="1066"/>
                  <a:pt x="6603" y="1205"/>
                </a:cubicBezTo>
                <a:cubicBezTo>
                  <a:pt x="6603" y="1343"/>
                  <a:pt x="6716" y="1456"/>
                  <a:pt x="6856" y="1456"/>
                </a:cubicBezTo>
                <a:cubicBezTo>
                  <a:pt x="6994" y="1456"/>
                  <a:pt x="7107" y="1343"/>
                  <a:pt x="7107" y="1205"/>
                </a:cubicBezTo>
                <a:cubicBezTo>
                  <a:pt x="7105" y="1066"/>
                  <a:pt x="6994" y="952"/>
                  <a:pt x="6856" y="952"/>
                </a:cubicBezTo>
                <a:close/>
                <a:moveTo>
                  <a:pt x="8226" y="4600"/>
                </a:moveTo>
                <a:cubicBezTo>
                  <a:pt x="8189" y="4508"/>
                  <a:pt x="8170" y="4407"/>
                  <a:pt x="8170" y="4302"/>
                </a:cubicBezTo>
                <a:cubicBezTo>
                  <a:pt x="8170" y="4195"/>
                  <a:pt x="8191" y="4093"/>
                  <a:pt x="8228" y="4000"/>
                </a:cubicBezTo>
                <a:lnTo>
                  <a:pt x="2852" y="1286"/>
                </a:lnTo>
                <a:cubicBezTo>
                  <a:pt x="2721" y="1491"/>
                  <a:pt x="2503" y="1637"/>
                  <a:pt x="2252" y="1668"/>
                </a:cubicBezTo>
                <a:lnTo>
                  <a:pt x="2421" y="7183"/>
                </a:lnTo>
                <a:cubicBezTo>
                  <a:pt x="2530" y="7202"/>
                  <a:pt x="2622" y="7261"/>
                  <a:pt x="2686" y="734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1_4">
    <p:bg>
      <p:bgPr>
        <a:solidFill>
          <a:schemeClr val="lt1"/>
        </a:solidFill>
      </p:bgPr>
    </p:bg>
    <p:spTree>
      <p:nvGrpSpPr>
        <p:cNvPr id="241" name="Shape 241"/>
        <p:cNvGrpSpPr/>
        <p:nvPr/>
      </p:nvGrpSpPr>
      <p:grpSpPr>
        <a:xfrm>
          <a:off x="0" y="0"/>
          <a:ext cx="0" cy="0"/>
          <a:chOff x="0" y="0"/>
          <a:chExt cx="0" cy="0"/>
        </a:xfrm>
      </p:grpSpPr>
      <p:sp>
        <p:nvSpPr>
          <p:cNvPr id="242" name="Google Shape;242;p18"/>
          <p:cNvSpPr/>
          <p:nvPr/>
        </p:nvSpPr>
        <p:spPr>
          <a:xfrm>
            <a:off x="520575" y="819150"/>
            <a:ext cx="8079900" cy="3898800"/>
          </a:xfrm>
          <a:prstGeom prst="roundRect">
            <a:avLst>
              <a:gd fmla="val 3542" name="adj"/>
            </a:avLst>
          </a:pr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3" name="Google Shape;243;p18"/>
          <p:cNvGrpSpPr/>
          <p:nvPr/>
        </p:nvGrpSpPr>
        <p:grpSpPr>
          <a:xfrm>
            <a:off x="520563" y="326550"/>
            <a:ext cx="8079900" cy="426900"/>
            <a:chOff x="552450" y="401675"/>
            <a:chExt cx="8079900" cy="426900"/>
          </a:xfrm>
        </p:grpSpPr>
        <p:sp>
          <p:nvSpPr>
            <p:cNvPr id="244" name="Google Shape;244;p18"/>
            <p:cNvSpPr/>
            <p:nvPr/>
          </p:nvSpPr>
          <p:spPr>
            <a:xfrm>
              <a:off x="552450" y="401675"/>
              <a:ext cx="8079900" cy="426900"/>
            </a:xfrm>
            <a:prstGeom prst="roundRect">
              <a:avLst>
                <a:gd fmla="val 22312"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8"/>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8"/>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8"/>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8" name="Google Shape;248;p18"/>
          <p:cNvSpPr txBox="1"/>
          <p:nvPr>
            <p:ph type="title"/>
          </p:nvPr>
        </p:nvSpPr>
        <p:spPr>
          <a:xfrm>
            <a:off x="720000" y="969225"/>
            <a:ext cx="3852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9" name="Google Shape;249;p18"/>
          <p:cNvSpPr/>
          <p:nvPr/>
        </p:nvSpPr>
        <p:spPr>
          <a:xfrm>
            <a:off x="6588757" y="1127899"/>
            <a:ext cx="268332" cy="246951"/>
          </a:xfrm>
          <a:custGeom>
            <a:rect b="b" l="l" r="r" t="t"/>
            <a:pathLst>
              <a:path extrusionOk="0" h="1155" w="1255">
                <a:moveTo>
                  <a:pt x="722" y="50"/>
                </a:moveTo>
                <a:lnTo>
                  <a:pt x="85" y="1154"/>
                </a:lnTo>
                <a:lnTo>
                  <a:pt x="0" y="1107"/>
                </a:lnTo>
                <a:lnTo>
                  <a:pt x="638" y="1"/>
                </a:lnTo>
                <a:close/>
                <a:moveTo>
                  <a:pt x="1255" y="50"/>
                </a:moveTo>
                <a:lnTo>
                  <a:pt x="1170" y="1"/>
                </a:lnTo>
                <a:lnTo>
                  <a:pt x="533" y="1107"/>
                </a:lnTo>
                <a:lnTo>
                  <a:pt x="617" y="1154"/>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8"/>
          <p:cNvSpPr/>
          <p:nvPr/>
        </p:nvSpPr>
        <p:spPr>
          <a:xfrm>
            <a:off x="6935134" y="1149922"/>
            <a:ext cx="642713" cy="202478"/>
          </a:xfrm>
          <a:custGeom>
            <a:rect b="b" l="l" r="r" t="t"/>
            <a:pathLst>
              <a:path extrusionOk="0" h="947" w="3006">
                <a:moveTo>
                  <a:pt x="474" y="0"/>
                </a:moveTo>
                <a:lnTo>
                  <a:pt x="2532" y="0"/>
                </a:lnTo>
                <a:cubicBezTo>
                  <a:pt x="2791" y="0"/>
                  <a:pt x="3005" y="214"/>
                  <a:pt x="3005" y="473"/>
                </a:cubicBezTo>
                <a:lnTo>
                  <a:pt x="3005" y="473"/>
                </a:lnTo>
                <a:cubicBezTo>
                  <a:pt x="3005" y="733"/>
                  <a:pt x="2791" y="946"/>
                  <a:pt x="2532" y="946"/>
                </a:cubicBezTo>
                <a:lnTo>
                  <a:pt x="474" y="946"/>
                </a:lnTo>
                <a:cubicBezTo>
                  <a:pt x="215" y="946"/>
                  <a:pt x="1" y="733"/>
                  <a:pt x="1" y="473"/>
                </a:cubicBezTo>
                <a:lnTo>
                  <a:pt x="1" y="473"/>
                </a:lnTo>
                <a:cubicBezTo>
                  <a:pt x="1" y="214"/>
                  <a:pt x="215" y="0"/>
                  <a:pt x="474"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8"/>
          <p:cNvSpPr/>
          <p:nvPr/>
        </p:nvSpPr>
        <p:spPr>
          <a:xfrm>
            <a:off x="7751259" y="1149922"/>
            <a:ext cx="440235" cy="202478"/>
          </a:xfrm>
          <a:custGeom>
            <a:rect b="b" l="l" r="r" t="t"/>
            <a:pathLst>
              <a:path extrusionOk="0" h="947" w="2059">
                <a:moveTo>
                  <a:pt x="475" y="0"/>
                </a:moveTo>
                <a:lnTo>
                  <a:pt x="1586" y="0"/>
                </a:lnTo>
                <a:cubicBezTo>
                  <a:pt x="1845" y="0"/>
                  <a:pt x="2059" y="214"/>
                  <a:pt x="2059" y="473"/>
                </a:cubicBezTo>
                <a:lnTo>
                  <a:pt x="2059" y="473"/>
                </a:lnTo>
                <a:cubicBezTo>
                  <a:pt x="2059" y="733"/>
                  <a:pt x="1845" y="946"/>
                  <a:pt x="1586" y="946"/>
                </a:cubicBezTo>
                <a:lnTo>
                  <a:pt x="475" y="946"/>
                </a:lnTo>
                <a:cubicBezTo>
                  <a:pt x="216" y="946"/>
                  <a:pt x="2" y="733"/>
                  <a:pt x="2" y="473"/>
                </a:cubicBezTo>
                <a:lnTo>
                  <a:pt x="2" y="473"/>
                </a:lnTo>
                <a:cubicBezTo>
                  <a:pt x="0" y="214"/>
                  <a:pt x="214" y="0"/>
                  <a:pt x="47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2" name="Google Shape;252;p18"/>
          <p:cNvGrpSpPr/>
          <p:nvPr/>
        </p:nvGrpSpPr>
        <p:grpSpPr>
          <a:xfrm rot="675683">
            <a:off x="311829" y="3969087"/>
            <a:ext cx="912771" cy="1009337"/>
            <a:chOff x="1191357" y="3451057"/>
            <a:chExt cx="597555" cy="660773"/>
          </a:xfrm>
        </p:grpSpPr>
        <p:sp>
          <p:nvSpPr>
            <p:cNvPr id="253" name="Google Shape;253;p18"/>
            <p:cNvSpPr/>
            <p:nvPr/>
          </p:nvSpPr>
          <p:spPr>
            <a:xfrm>
              <a:off x="1244473" y="3764632"/>
              <a:ext cx="544439" cy="347198"/>
            </a:xfrm>
            <a:custGeom>
              <a:rect b="b" l="l" r="r" t="t"/>
              <a:pathLst>
                <a:path extrusionOk="0" h="7321" w="11480">
                  <a:moveTo>
                    <a:pt x="361" y="0"/>
                  </a:moveTo>
                  <a:lnTo>
                    <a:pt x="11068" y="0"/>
                  </a:lnTo>
                  <a:lnTo>
                    <a:pt x="11068" y="0"/>
                  </a:lnTo>
                  <a:lnTo>
                    <a:pt x="11076" y="0"/>
                  </a:lnTo>
                  <a:lnTo>
                    <a:pt x="11078" y="0"/>
                  </a:lnTo>
                  <a:lnTo>
                    <a:pt x="11087" y="0"/>
                  </a:lnTo>
                  <a:lnTo>
                    <a:pt x="11089" y="0"/>
                  </a:lnTo>
                  <a:lnTo>
                    <a:pt x="11097" y="0"/>
                  </a:lnTo>
                  <a:lnTo>
                    <a:pt x="11099" y="0"/>
                  </a:lnTo>
                  <a:lnTo>
                    <a:pt x="11105" y="0"/>
                  </a:lnTo>
                  <a:lnTo>
                    <a:pt x="11107" y="0"/>
                  </a:lnTo>
                  <a:lnTo>
                    <a:pt x="11111" y="0"/>
                  </a:lnTo>
                  <a:lnTo>
                    <a:pt x="11117" y="0"/>
                  </a:lnTo>
                  <a:lnTo>
                    <a:pt x="11122" y="0"/>
                  </a:lnTo>
                  <a:lnTo>
                    <a:pt x="11128" y="0"/>
                  </a:lnTo>
                  <a:lnTo>
                    <a:pt x="11130" y="0"/>
                  </a:lnTo>
                  <a:lnTo>
                    <a:pt x="11136" y="4"/>
                  </a:lnTo>
                  <a:lnTo>
                    <a:pt x="11138" y="4"/>
                  </a:lnTo>
                  <a:lnTo>
                    <a:pt x="11146" y="6"/>
                  </a:lnTo>
                  <a:lnTo>
                    <a:pt x="11148" y="6"/>
                  </a:lnTo>
                  <a:lnTo>
                    <a:pt x="11157" y="8"/>
                  </a:lnTo>
                  <a:lnTo>
                    <a:pt x="11159" y="8"/>
                  </a:lnTo>
                  <a:lnTo>
                    <a:pt x="11167" y="10"/>
                  </a:lnTo>
                  <a:lnTo>
                    <a:pt x="11173" y="14"/>
                  </a:lnTo>
                  <a:lnTo>
                    <a:pt x="11177" y="14"/>
                  </a:lnTo>
                  <a:lnTo>
                    <a:pt x="11183" y="17"/>
                  </a:lnTo>
                  <a:lnTo>
                    <a:pt x="11187" y="17"/>
                  </a:lnTo>
                  <a:lnTo>
                    <a:pt x="11192" y="19"/>
                  </a:lnTo>
                  <a:lnTo>
                    <a:pt x="11194" y="21"/>
                  </a:lnTo>
                  <a:lnTo>
                    <a:pt x="11200" y="25"/>
                  </a:lnTo>
                  <a:lnTo>
                    <a:pt x="11202" y="27"/>
                  </a:lnTo>
                  <a:lnTo>
                    <a:pt x="11208" y="29"/>
                  </a:lnTo>
                  <a:lnTo>
                    <a:pt x="11212" y="31"/>
                  </a:lnTo>
                  <a:lnTo>
                    <a:pt x="11218" y="35"/>
                  </a:lnTo>
                  <a:lnTo>
                    <a:pt x="11222" y="37"/>
                  </a:lnTo>
                  <a:lnTo>
                    <a:pt x="11224" y="39"/>
                  </a:lnTo>
                  <a:lnTo>
                    <a:pt x="11231" y="41"/>
                  </a:lnTo>
                  <a:lnTo>
                    <a:pt x="11233" y="45"/>
                  </a:lnTo>
                  <a:lnTo>
                    <a:pt x="11239" y="47"/>
                  </a:lnTo>
                  <a:lnTo>
                    <a:pt x="11241" y="49"/>
                  </a:lnTo>
                  <a:lnTo>
                    <a:pt x="11249" y="51"/>
                  </a:lnTo>
                  <a:lnTo>
                    <a:pt x="11249" y="51"/>
                  </a:lnTo>
                  <a:lnTo>
                    <a:pt x="11255" y="58"/>
                  </a:lnTo>
                  <a:lnTo>
                    <a:pt x="11255" y="58"/>
                  </a:lnTo>
                  <a:lnTo>
                    <a:pt x="11263" y="62"/>
                  </a:lnTo>
                  <a:lnTo>
                    <a:pt x="11266" y="62"/>
                  </a:lnTo>
                  <a:lnTo>
                    <a:pt x="11272" y="68"/>
                  </a:lnTo>
                  <a:lnTo>
                    <a:pt x="11274" y="70"/>
                  </a:lnTo>
                  <a:lnTo>
                    <a:pt x="11280" y="72"/>
                  </a:lnTo>
                  <a:lnTo>
                    <a:pt x="11282" y="76"/>
                  </a:lnTo>
                  <a:lnTo>
                    <a:pt x="11286" y="78"/>
                  </a:lnTo>
                  <a:lnTo>
                    <a:pt x="11290" y="80"/>
                  </a:lnTo>
                  <a:lnTo>
                    <a:pt x="11294" y="82"/>
                  </a:lnTo>
                  <a:lnTo>
                    <a:pt x="11296" y="86"/>
                  </a:lnTo>
                  <a:lnTo>
                    <a:pt x="11300" y="88"/>
                  </a:lnTo>
                  <a:lnTo>
                    <a:pt x="11305" y="91"/>
                  </a:lnTo>
                  <a:lnTo>
                    <a:pt x="11307" y="93"/>
                  </a:lnTo>
                  <a:lnTo>
                    <a:pt x="11313" y="97"/>
                  </a:lnTo>
                  <a:lnTo>
                    <a:pt x="11315" y="99"/>
                  </a:lnTo>
                  <a:lnTo>
                    <a:pt x="11321" y="103"/>
                  </a:lnTo>
                  <a:lnTo>
                    <a:pt x="11323" y="107"/>
                  </a:lnTo>
                  <a:lnTo>
                    <a:pt x="11327" y="111"/>
                  </a:lnTo>
                  <a:lnTo>
                    <a:pt x="11327" y="111"/>
                  </a:lnTo>
                  <a:lnTo>
                    <a:pt x="11333" y="117"/>
                  </a:lnTo>
                  <a:lnTo>
                    <a:pt x="11333" y="117"/>
                  </a:lnTo>
                  <a:lnTo>
                    <a:pt x="11338" y="121"/>
                  </a:lnTo>
                  <a:lnTo>
                    <a:pt x="11344" y="128"/>
                  </a:lnTo>
                  <a:lnTo>
                    <a:pt x="11346" y="130"/>
                  </a:lnTo>
                  <a:lnTo>
                    <a:pt x="11348" y="132"/>
                  </a:lnTo>
                  <a:lnTo>
                    <a:pt x="11354" y="138"/>
                  </a:lnTo>
                  <a:lnTo>
                    <a:pt x="11356" y="140"/>
                  </a:lnTo>
                  <a:lnTo>
                    <a:pt x="11362" y="144"/>
                  </a:lnTo>
                  <a:lnTo>
                    <a:pt x="11364" y="148"/>
                  </a:lnTo>
                  <a:lnTo>
                    <a:pt x="11366" y="150"/>
                  </a:lnTo>
                  <a:lnTo>
                    <a:pt x="11368" y="152"/>
                  </a:lnTo>
                  <a:lnTo>
                    <a:pt x="11372" y="154"/>
                  </a:lnTo>
                  <a:lnTo>
                    <a:pt x="11375" y="160"/>
                  </a:lnTo>
                  <a:lnTo>
                    <a:pt x="11377" y="163"/>
                  </a:lnTo>
                  <a:lnTo>
                    <a:pt x="11383" y="169"/>
                  </a:lnTo>
                  <a:lnTo>
                    <a:pt x="11385" y="171"/>
                  </a:lnTo>
                  <a:lnTo>
                    <a:pt x="11389" y="175"/>
                  </a:lnTo>
                  <a:lnTo>
                    <a:pt x="11393" y="179"/>
                  </a:lnTo>
                  <a:lnTo>
                    <a:pt x="11397" y="183"/>
                  </a:lnTo>
                  <a:lnTo>
                    <a:pt x="11397" y="183"/>
                  </a:lnTo>
                  <a:lnTo>
                    <a:pt x="11403" y="191"/>
                  </a:lnTo>
                  <a:lnTo>
                    <a:pt x="11403" y="191"/>
                  </a:lnTo>
                  <a:lnTo>
                    <a:pt x="11414" y="204"/>
                  </a:lnTo>
                  <a:lnTo>
                    <a:pt x="11416" y="210"/>
                  </a:lnTo>
                  <a:lnTo>
                    <a:pt x="11418" y="212"/>
                  </a:lnTo>
                  <a:cubicBezTo>
                    <a:pt x="11424" y="220"/>
                    <a:pt x="11426" y="226"/>
                    <a:pt x="11430" y="232"/>
                  </a:cubicBezTo>
                  <a:lnTo>
                    <a:pt x="11434" y="234"/>
                  </a:lnTo>
                  <a:lnTo>
                    <a:pt x="11436" y="241"/>
                  </a:lnTo>
                  <a:lnTo>
                    <a:pt x="11438" y="243"/>
                  </a:lnTo>
                  <a:lnTo>
                    <a:pt x="11440" y="247"/>
                  </a:lnTo>
                  <a:lnTo>
                    <a:pt x="11440" y="251"/>
                  </a:lnTo>
                  <a:lnTo>
                    <a:pt x="11444" y="257"/>
                  </a:lnTo>
                  <a:lnTo>
                    <a:pt x="11444" y="257"/>
                  </a:lnTo>
                  <a:lnTo>
                    <a:pt x="11446" y="265"/>
                  </a:lnTo>
                  <a:lnTo>
                    <a:pt x="11446" y="265"/>
                  </a:lnTo>
                  <a:lnTo>
                    <a:pt x="11449" y="274"/>
                  </a:lnTo>
                  <a:lnTo>
                    <a:pt x="11449" y="276"/>
                  </a:lnTo>
                  <a:lnTo>
                    <a:pt x="11451" y="284"/>
                  </a:lnTo>
                  <a:lnTo>
                    <a:pt x="11451" y="286"/>
                  </a:lnTo>
                  <a:lnTo>
                    <a:pt x="11455" y="292"/>
                  </a:lnTo>
                  <a:lnTo>
                    <a:pt x="11457" y="294"/>
                  </a:lnTo>
                  <a:lnTo>
                    <a:pt x="11459" y="302"/>
                  </a:lnTo>
                  <a:lnTo>
                    <a:pt x="11461" y="306"/>
                  </a:lnTo>
                  <a:lnTo>
                    <a:pt x="11465" y="313"/>
                  </a:lnTo>
                  <a:lnTo>
                    <a:pt x="11467" y="317"/>
                  </a:lnTo>
                  <a:lnTo>
                    <a:pt x="11469" y="323"/>
                  </a:lnTo>
                  <a:lnTo>
                    <a:pt x="11469" y="325"/>
                  </a:lnTo>
                  <a:lnTo>
                    <a:pt x="11471" y="329"/>
                  </a:lnTo>
                  <a:lnTo>
                    <a:pt x="11471" y="333"/>
                  </a:lnTo>
                  <a:lnTo>
                    <a:pt x="11475" y="339"/>
                  </a:lnTo>
                  <a:lnTo>
                    <a:pt x="11475" y="343"/>
                  </a:lnTo>
                  <a:cubicBezTo>
                    <a:pt x="11477" y="358"/>
                    <a:pt x="11479" y="376"/>
                    <a:pt x="11479" y="395"/>
                  </a:cubicBezTo>
                  <a:lnTo>
                    <a:pt x="11479" y="6926"/>
                  </a:lnTo>
                  <a:lnTo>
                    <a:pt x="11479" y="6930"/>
                  </a:lnTo>
                  <a:lnTo>
                    <a:pt x="11479" y="6936"/>
                  </a:lnTo>
                  <a:lnTo>
                    <a:pt x="11479" y="6938"/>
                  </a:lnTo>
                  <a:lnTo>
                    <a:pt x="11479" y="6946"/>
                  </a:lnTo>
                  <a:lnTo>
                    <a:pt x="11479" y="6946"/>
                  </a:lnTo>
                  <a:lnTo>
                    <a:pt x="11479" y="6955"/>
                  </a:lnTo>
                  <a:lnTo>
                    <a:pt x="11479" y="6957"/>
                  </a:lnTo>
                  <a:lnTo>
                    <a:pt x="11479" y="6961"/>
                  </a:lnTo>
                  <a:lnTo>
                    <a:pt x="11479" y="6965"/>
                  </a:lnTo>
                  <a:lnTo>
                    <a:pt x="11479" y="6967"/>
                  </a:lnTo>
                  <a:lnTo>
                    <a:pt x="11479" y="6969"/>
                  </a:lnTo>
                  <a:lnTo>
                    <a:pt x="11479" y="6975"/>
                  </a:lnTo>
                  <a:lnTo>
                    <a:pt x="11477" y="6981"/>
                  </a:lnTo>
                  <a:lnTo>
                    <a:pt x="11475" y="6996"/>
                  </a:lnTo>
                  <a:lnTo>
                    <a:pt x="11475" y="6996"/>
                  </a:lnTo>
                  <a:lnTo>
                    <a:pt x="11471" y="7000"/>
                  </a:lnTo>
                  <a:lnTo>
                    <a:pt x="11471" y="7002"/>
                  </a:lnTo>
                  <a:lnTo>
                    <a:pt x="11469" y="7008"/>
                  </a:lnTo>
                  <a:lnTo>
                    <a:pt x="11469" y="7008"/>
                  </a:lnTo>
                  <a:lnTo>
                    <a:pt x="11467" y="7016"/>
                  </a:lnTo>
                  <a:lnTo>
                    <a:pt x="11467" y="7018"/>
                  </a:lnTo>
                  <a:lnTo>
                    <a:pt x="11465" y="7022"/>
                  </a:lnTo>
                  <a:lnTo>
                    <a:pt x="11461" y="7027"/>
                  </a:lnTo>
                  <a:lnTo>
                    <a:pt x="11459" y="7031"/>
                  </a:lnTo>
                  <a:lnTo>
                    <a:pt x="11457" y="7037"/>
                  </a:lnTo>
                  <a:lnTo>
                    <a:pt x="11457" y="7039"/>
                  </a:lnTo>
                  <a:lnTo>
                    <a:pt x="11455" y="7047"/>
                  </a:lnTo>
                  <a:lnTo>
                    <a:pt x="11455" y="7047"/>
                  </a:lnTo>
                  <a:lnTo>
                    <a:pt x="11451" y="7051"/>
                  </a:lnTo>
                  <a:lnTo>
                    <a:pt x="11451" y="7053"/>
                  </a:lnTo>
                  <a:lnTo>
                    <a:pt x="11449" y="7060"/>
                  </a:lnTo>
                  <a:lnTo>
                    <a:pt x="11446" y="7064"/>
                  </a:lnTo>
                  <a:lnTo>
                    <a:pt x="11444" y="7068"/>
                  </a:lnTo>
                  <a:lnTo>
                    <a:pt x="11440" y="7072"/>
                  </a:lnTo>
                  <a:lnTo>
                    <a:pt x="11440" y="7074"/>
                  </a:lnTo>
                  <a:lnTo>
                    <a:pt x="11438" y="7080"/>
                  </a:lnTo>
                  <a:lnTo>
                    <a:pt x="11438" y="7082"/>
                  </a:lnTo>
                  <a:lnTo>
                    <a:pt x="11436" y="7088"/>
                  </a:lnTo>
                  <a:lnTo>
                    <a:pt x="11434" y="7090"/>
                  </a:lnTo>
                  <a:lnTo>
                    <a:pt x="11430" y="7092"/>
                  </a:lnTo>
                  <a:lnTo>
                    <a:pt x="11428" y="7099"/>
                  </a:lnTo>
                  <a:lnTo>
                    <a:pt x="11426" y="7101"/>
                  </a:lnTo>
                  <a:lnTo>
                    <a:pt x="11424" y="7105"/>
                  </a:lnTo>
                  <a:lnTo>
                    <a:pt x="11424" y="7105"/>
                  </a:lnTo>
                  <a:lnTo>
                    <a:pt x="11420" y="7111"/>
                  </a:lnTo>
                  <a:lnTo>
                    <a:pt x="11418" y="7113"/>
                  </a:lnTo>
                  <a:lnTo>
                    <a:pt x="11414" y="7121"/>
                  </a:lnTo>
                  <a:lnTo>
                    <a:pt x="11409" y="7123"/>
                  </a:lnTo>
                  <a:lnTo>
                    <a:pt x="11407" y="7129"/>
                  </a:lnTo>
                  <a:lnTo>
                    <a:pt x="11403" y="7136"/>
                  </a:lnTo>
                  <a:lnTo>
                    <a:pt x="11403" y="7140"/>
                  </a:lnTo>
                  <a:lnTo>
                    <a:pt x="11399" y="7144"/>
                  </a:lnTo>
                  <a:lnTo>
                    <a:pt x="11397" y="7146"/>
                  </a:lnTo>
                  <a:lnTo>
                    <a:pt x="11395" y="7150"/>
                  </a:lnTo>
                  <a:lnTo>
                    <a:pt x="11393" y="7154"/>
                  </a:lnTo>
                  <a:lnTo>
                    <a:pt x="11389" y="7156"/>
                  </a:lnTo>
                  <a:lnTo>
                    <a:pt x="11385" y="7162"/>
                  </a:lnTo>
                  <a:lnTo>
                    <a:pt x="11385" y="7162"/>
                  </a:lnTo>
                  <a:lnTo>
                    <a:pt x="11379" y="7166"/>
                  </a:lnTo>
                  <a:lnTo>
                    <a:pt x="11377" y="7171"/>
                  </a:lnTo>
                  <a:lnTo>
                    <a:pt x="11375" y="7175"/>
                  </a:lnTo>
                  <a:lnTo>
                    <a:pt x="11372" y="7177"/>
                  </a:lnTo>
                  <a:lnTo>
                    <a:pt x="11368" y="7181"/>
                  </a:lnTo>
                  <a:lnTo>
                    <a:pt x="11364" y="7185"/>
                  </a:lnTo>
                  <a:lnTo>
                    <a:pt x="11358" y="7191"/>
                  </a:lnTo>
                  <a:lnTo>
                    <a:pt x="11358" y="7191"/>
                  </a:lnTo>
                  <a:lnTo>
                    <a:pt x="11354" y="7195"/>
                  </a:lnTo>
                  <a:lnTo>
                    <a:pt x="11352" y="7197"/>
                  </a:lnTo>
                  <a:lnTo>
                    <a:pt x="11348" y="7201"/>
                  </a:lnTo>
                  <a:lnTo>
                    <a:pt x="11346" y="7203"/>
                  </a:lnTo>
                  <a:lnTo>
                    <a:pt x="11344" y="7206"/>
                  </a:lnTo>
                  <a:lnTo>
                    <a:pt x="11338" y="7212"/>
                  </a:lnTo>
                  <a:lnTo>
                    <a:pt x="11338" y="7212"/>
                  </a:lnTo>
                  <a:lnTo>
                    <a:pt x="11333" y="7216"/>
                  </a:lnTo>
                  <a:lnTo>
                    <a:pt x="11331" y="7218"/>
                  </a:lnTo>
                  <a:lnTo>
                    <a:pt x="11331" y="7218"/>
                  </a:lnTo>
                  <a:lnTo>
                    <a:pt x="11323" y="7224"/>
                  </a:lnTo>
                  <a:lnTo>
                    <a:pt x="11321" y="7226"/>
                  </a:lnTo>
                  <a:lnTo>
                    <a:pt x="11315" y="7228"/>
                  </a:lnTo>
                  <a:lnTo>
                    <a:pt x="11313" y="7232"/>
                  </a:lnTo>
                  <a:lnTo>
                    <a:pt x="11307" y="7236"/>
                  </a:lnTo>
                  <a:lnTo>
                    <a:pt x="11307" y="7236"/>
                  </a:lnTo>
                  <a:lnTo>
                    <a:pt x="11305" y="7236"/>
                  </a:lnTo>
                  <a:lnTo>
                    <a:pt x="11300" y="7243"/>
                  </a:lnTo>
                  <a:lnTo>
                    <a:pt x="11296" y="7245"/>
                  </a:lnTo>
                  <a:lnTo>
                    <a:pt x="11292" y="7247"/>
                  </a:lnTo>
                  <a:lnTo>
                    <a:pt x="11290" y="7249"/>
                  </a:lnTo>
                  <a:lnTo>
                    <a:pt x="11284" y="7253"/>
                  </a:lnTo>
                  <a:lnTo>
                    <a:pt x="11284" y="7253"/>
                  </a:lnTo>
                  <a:lnTo>
                    <a:pt x="11280" y="7257"/>
                  </a:lnTo>
                  <a:lnTo>
                    <a:pt x="11276" y="7259"/>
                  </a:lnTo>
                  <a:lnTo>
                    <a:pt x="11272" y="7263"/>
                  </a:lnTo>
                  <a:lnTo>
                    <a:pt x="11270" y="7265"/>
                  </a:lnTo>
                  <a:lnTo>
                    <a:pt x="11266" y="7267"/>
                  </a:lnTo>
                  <a:lnTo>
                    <a:pt x="11261" y="7269"/>
                  </a:lnTo>
                  <a:lnTo>
                    <a:pt x="11259" y="7273"/>
                  </a:lnTo>
                  <a:lnTo>
                    <a:pt x="11253" y="7275"/>
                  </a:lnTo>
                  <a:lnTo>
                    <a:pt x="11253" y="7275"/>
                  </a:lnTo>
                  <a:lnTo>
                    <a:pt x="11249" y="7277"/>
                  </a:lnTo>
                  <a:lnTo>
                    <a:pt x="11245" y="7280"/>
                  </a:lnTo>
                  <a:lnTo>
                    <a:pt x="11241" y="7284"/>
                  </a:lnTo>
                  <a:lnTo>
                    <a:pt x="11235" y="7286"/>
                  </a:lnTo>
                  <a:lnTo>
                    <a:pt x="11233" y="7288"/>
                  </a:lnTo>
                  <a:lnTo>
                    <a:pt x="11229" y="7290"/>
                  </a:lnTo>
                  <a:lnTo>
                    <a:pt x="11229" y="7290"/>
                  </a:lnTo>
                  <a:lnTo>
                    <a:pt x="11220" y="7294"/>
                  </a:lnTo>
                  <a:lnTo>
                    <a:pt x="11218" y="7294"/>
                  </a:lnTo>
                  <a:lnTo>
                    <a:pt x="11212" y="7296"/>
                  </a:lnTo>
                  <a:lnTo>
                    <a:pt x="11210" y="7298"/>
                  </a:lnTo>
                  <a:lnTo>
                    <a:pt x="11208" y="7300"/>
                  </a:lnTo>
                  <a:cubicBezTo>
                    <a:pt x="11171" y="7314"/>
                    <a:pt x="11134" y="7321"/>
                    <a:pt x="11095" y="7321"/>
                  </a:cubicBezTo>
                  <a:lnTo>
                    <a:pt x="385" y="7321"/>
                  </a:lnTo>
                  <a:cubicBezTo>
                    <a:pt x="338" y="7321"/>
                    <a:pt x="291" y="7310"/>
                    <a:pt x="250" y="7294"/>
                  </a:cubicBezTo>
                  <a:lnTo>
                    <a:pt x="246" y="7290"/>
                  </a:lnTo>
                  <a:lnTo>
                    <a:pt x="246" y="7290"/>
                  </a:lnTo>
                  <a:lnTo>
                    <a:pt x="239" y="7288"/>
                  </a:lnTo>
                  <a:lnTo>
                    <a:pt x="237" y="7288"/>
                  </a:lnTo>
                  <a:lnTo>
                    <a:pt x="231" y="7286"/>
                  </a:lnTo>
                  <a:lnTo>
                    <a:pt x="229" y="7284"/>
                  </a:lnTo>
                  <a:lnTo>
                    <a:pt x="227" y="7280"/>
                  </a:lnTo>
                  <a:lnTo>
                    <a:pt x="221" y="7277"/>
                  </a:lnTo>
                  <a:lnTo>
                    <a:pt x="219" y="7277"/>
                  </a:lnTo>
                  <a:lnTo>
                    <a:pt x="215" y="7275"/>
                  </a:lnTo>
                  <a:lnTo>
                    <a:pt x="211" y="7275"/>
                  </a:lnTo>
                  <a:lnTo>
                    <a:pt x="207" y="7273"/>
                  </a:lnTo>
                  <a:lnTo>
                    <a:pt x="204" y="7269"/>
                  </a:lnTo>
                  <a:lnTo>
                    <a:pt x="200" y="7267"/>
                  </a:lnTo>
                  <a:lnTo>
                    <a:pt x="196" y="7265"/>
                  </a:lnTo>
                  <a:lnTo>
                    <a:pt x="194" y="7265"/>
                  </a:lnTo>
                  <a:lnTo>
                    <a:pt x="188" y="7259"/>
                  </a:lnTo>
                  <a:lnTo>
                    <a:pt x="184" y="7255"/>
                  </a:lnTo>
                  <a:lnTo>
                    <a:pt x="180" y="7253"/>
                  </a:lnTo>
                  <a:lnTo>
                    <a:pt x="178" y="7249"/>
                  </a:lnTo>
                  <a:lnTo>
                    <a:pt x="174" y="7247"/>
                  </a:lnTo>
                  <a:lnTo>
                    <a:pt x="170" y="7245"/>
                  </a:lnTo>
                  <a:lnTo>
                    <a:pt x="165" y="7238"/>
                  </a:lnTo>
                  <a:lnTo>
                    <a:pt x="165" y="7238"/>
                  </a:lnTo>
                  <a:lnTo>
                    <a:pt x="159" y="7234"/>
                  </a:lnTo>
                  <a:lnTo>
                    <a:pt x="157" y="7232"/>
                  </a:lnTo>
                  <a:lnTo>
                    <a:pt x="155" y="7228"/>
                  </a:lnTo>
                  <a:lnTo>
                    <a:pt x="149" y="7226"/>
                  </a:lnTo>
                  <a:lnTo>
                    <a:pt x="147" y="7224"/>
                  </a:lnTo>
                  <a:lnTo>
                    <a:pt x="143" y="7218"/>
                  </a:lnTo>
                  <a:lnTo>
                    <a:pt x="143" y="7218"/>
                  </a:lnTo>
                  <a:lnTo>
                    <a:pt x="137" y="7214"/>
                  </a:lnTo>
                  <a:lnTo>
                    <a:pt x="132" y="7208"/>
                  </a:lnTo>
                  <a:lnTo>
                    <a:pt x="128" y="7206"/>
                  </a:lnTo>
                  <a:lnTo>
                    <a:pt x="126" y="7203"/>
                  </a:lnTo>
                  <a:lnTo>
                    <a:pt x="122" y="7197"/>
                  </a:lnTo>
                  <a:lnTo>
                    <a:pt x="122" y="7197"/>
                  </a:lnTo>
                  <a:lnTo>
                    <a:pt x="116" y="7193"/>
                  </a:lnTo>
                  <a:lnTo>
                    <a:pt x="114" y="7191"/>
                  </a:lnTo>
                  <a:lnTo>
                    <a:pt x="112" y="7187"/>
                  </a:lnTo>
                  <a:lnTo>
                    <a:pt x="108" y="7185"/>
                  </a:lnTo>
                  <a:lnTo>
                    <a:pt x="106" y="7183"/>
                  </a:lnTo>
                  <a:lnTo>
                    <a:pt x="102" y="7177"/>
                  </a:lnTo>
                  <a:lnTo>
                    <a:pt x="102" y="7177"/>
                  </a:lnTo>
                  <a:lnTo>
                    <a:pt x="95" y="7173"/>
                  </a:lnTo>
                  <a:lnTo>
                    <a:pt x="93" y="7171"/>
                  </a:lnTo>
                  <a:lnTo>
                    <a:pt x="91" y="7164"/>
                  </a:lnTo>
                  <a:lnTo>
                    <a:pt x="87" y="7162"/>
                  </a:lnTo>
                  <a:lnTo>
                    <a:pt x="85" y="7160"/>
                  </a:lnTo>
                  <a:lnTo>
                    <a:pt x="81" y="7154"/>
                  </a:lnTo>
                  <a:lnTo>
                    <a:pt x="81" y="7154"/>
                  </a:lnTo>
                  <a:cubicBezTo>
                    <a:pt x="75" y="7146"/>
                    <a:pt x="71" y="7142"/>
                    <a:pt x="67" y="7134"/>
                  </a:cubicBezTo>
                  <a:lnTo>
                    <a:pt x="67" y="7134"/>
                  </a:lnTo>
                  <a:lnTo>
                    <a:pt x="65" y="7129"/>
                  </a:lnTo>
                  <a:lnTo>
                    <a:pt x="63" y="7125"/>
                  </a:lnTo>
                  <a:lnTo>
                    <a:pt x="56" y="7119"/>
                  </a:lnTo>
                  <a:lnTo>
                    <a:pt x="54" y="7115"/>
                  </a:lnTo>
                  <a:lnTo>
                    <a:pt x="52" y="7111"/>
                  </a:lnTo>
                  <a:lnTo>
                    <a:pt x="52" y="7111"/>
                  </a:lnTo>
                  <a:lnTo>
                    <a:pt x="50" y="7105"/>
                  </a:lnTo>
                  <a:lnTo>
                    <a:pt x="50" y="7103"/>
                  </a:lnTo>
                  <a:lnTo>
                    <a:pt x="46" y="7099"/>
                  </a:lnTo>
                  <a:lnTo>
                    <a:pt x="44" y="7094"/>
                  </a:lnTo>
                  <a:lnTo>
                    <a:pt x="42" y="7092"/>
                  </a:lnTo>
                  <a:lnTo>
                    <a:pt x="40" y="7088"/>
                  </a:lnTo>
                  <a:lnTo>
                    <a:pt x="40" y="7084"/>
                  </a:lnTo>
                  <a:lnTo>
                    <a:pt x="36" y="7080"/>
                  </a:lnTo>
                  <a:lnTo>
                    <a:pt x="36" y="7078"/>
                  </a:lnTo>
                  <a:lnTo>
                    <a:pt x="34" y="7072"/>
                  </a:lnTo>
                  <a:lnTo>
                    <a:pt x="32" y="7070"/>
                  </a:lnTo>
                  <a:lnTo>
                    <a:pt x="30" y="7068"/>
                  </a:lnTo>
                  <a:lnTo>
                    <a:pt x="26" y="7062"/>
                  </a:lnTo>
                  <a:lnTo>
                    <a:pt x="26" y="7060"/>
                  </a:lnTo>
                  <a:lnTo>
                    <a:pt x="24" y="7051"/>
                  </a:lnTo>
                  <a:lnTo>
                    <a:pt x="24" y="7049"/>
                  </a:lnTo>
                  <a:lnTo>
                    <a:pt x="21" y="7043"/>
                  </a:lnTo>
                  <a:lnTo>
                    <a:pt x="19" y="7041"/>
                  </a:lnTo>
                  <a:lnTo>
                    <a:pt x="15" y="7033"/>
                  </a:lnTo>
                  <a:lnTo>
                    <a:pt x="15" y="7031"/>
                  </a:lnTo>
                  <a:lnTo>
                    <a:pt x="13" y="7022"/>
                  </a:lnTo>
                  <a:lnTo>
                    <a:pt x="13" y="7022"/>
                  </a:lnTo>
                  <a:lnTo>
                    <a:pt x="11" y="7018"/>
                  </a:lnTo>
                  <a:lnTo>
                    <a:pt x="11" y="7016"/>
                  </a:lnTo>
                  <a:lnTo>
                    <a:pt x="9" y="7010"/>
                  </a:lnTo>
                  <a:lnTo>
                    <a:pt x="5" y="7006"/>
                  </a:lnTo>
                  <a:lnTo>
                    <a:pt x="5" y="7002"/>
                  </a:lnTo>
                  <a:lnTo>
                    <a:pt x="3" y="6996"/>
                  </a:lnTo>
                  <a:lnTo>
                    <a:pt x="3" y="6996"/>
                  </a:lnTo>
                  <a:lnTo>
                    <a:pt x="1" y="6990"/>
                  </a:lnTo>
                  <a:lnTo>
                    <a:pt x="1" y="6988"/>
                  </a:lnTo>
                  <a:lnTo>
                    <a:pt x="1" y="6981"/>
                  </a:lnTo>
                  <a:lnTo>
                    <a:pt x="1" y="6977"/>
                  </a:lnTo>
                  <a:lnTo>
                    <a:pt x="1" y="6975"/>
                  </a:lnTo>
                  <a:lnTo>
                    <a:pt x="1" y="6967"/>
                  </a:lnTo>
                  <a:lnTo>
                    <a:pt x="1" y="6967"/>
                  </a:lnTo>
                  <a:lnTo>
                    <a:pt x="1" y="6959"/>
                  </a:lnTo>
                  <a:lnTo>
                    <a:pt x="1" y="6957"/>
                  </a:lnTo>
                  <a:lnTo>
                    <a:pt x="1" y="6951"/>
                  </a:lnTo>
                  <a:lnTo>
                    <a:pt x="1" y="6946"/>
                  </a:lnTo>
                  <a:lnTo>
                    <a:pt x="1" y="6944"/>
                  </a:lnTo>
                  <a:lnTo>
                    <a:pt x="1" y="6936"/>
                  </a:lnTo>
                  <a:lnTo>
                    <a:pt x="1" y="6722"/>
                  </a:lnTo>
                  <a:lnTo>
                    <a:pt x="1" y="411"/>
                  </a:lnTo>
                  <a:cubicBezTo>
                    <a:pt x="1" y="395"/>
                    <a:pt x="3" y="378"/>
                    <a:pt x="5" y="360"/>
                  </a:cubicBezTo>
                  <a:lnTo>
                    <a:pt x="5" y="358"/>
                  </a:lnTo>
                  <a:lnTo>
                    <a:pt x="9" y="350"/>
                  </a:lnTo>
                  <a:lnTo>
                    <a:pt x="11" y="343"/>
                  </a:lnTo>
                  <a:lnTo>
                    <a:pt x="11" y="339"/>
                  </a:lnTo>
                  <a:lnTo>
                    <a:pt x="11" y="337"/>
                  </a:lnTo>
                  <a:lnTo>
                    <a:pt x="13" y="333"/>
                  </a:lnTo>
                  <a:lnTo>
                    <a:pt x="15" y="325"/>
                  </a:lnTo>
                  <a:lnTo>
                    <a:pt x="15" y="325"/>
                  </a:lnTo>
                  <a:lnTo>
                    <a:pt x="19" y="319"/>
                  </a:lnTo>
                  <a:lnTo>
                    <a:pt x="21" y="317"/>
                  </a:lnTo>
                  <a:lnTo>
                    <a:pt x="24" y="313"/>
                  </a:lnTo>
                  <a:lnTo>
                    <a:pt x="26" y="309"/>
                  </a:lnTo>
                  <a:lnTo>
                    <a:pt x="30" y="302"/>
                  </a:lnTo>
                  <a:lnTo>
                    <a:pt x="32" y="294"/>
                  </a:lnTo>
                  <a:lnTo>
                    <a:pt x="32" y="292"/>
                  </a:lnTo>
                  <a:lnTo>
                    <a:pt x="36" y="276"/>
                  </a:lnTo>
                  <a:lnTo>
                    <a:pt x="36" y="276"/>
                  </a:lnTo>
                  <a:lnTo>
                    <a:pt x="40" y="267"/>
                  </a:lnTo>
                  <a:lnTo>
                    <a:pt x="40" y="265"/>
                  </a:lnTo>
                  <a:lnTo>
                    <a:pt x="42" y="261"/>
                  </a:lnTo>
                  <a:lnTo>
                    <a:pt x="44" y="257"/>
                  </a:lnTo>
                  <a:lnTo>
                    <a:pt x="46" y="253"/>
                  </a:lnTo>
                  <a:lnTo>
                    <a:pt x="50" y="251"/>
                  </a:lnTo>
                  <a:lnTo>
                    <a:pt x="52" y="245"/>
                  </a:lnTo>
                  <a:lnTo>
                    <a:pt x="54" y="243"/>
                  </a:lnTo>
                  <a:lnTo>
                    <a:pt x="56" y="237"/>
                  </a:lnTo>
                  <a:lnTo>
                    <a:pt x="61" y="232"/>
                  </a:lnTo>
                  <a:lnTo>
                    <a:pt x="63" y="230"/>
                  </a:lnTo>
                  <a:lnTo>
                    <a:pt x="65" y="224"/>
                  </a:lnTo>
                  <a:lnTo>
                    <a:pt x="67" y="222"/>
                  </a:lnTo>
                  <a:lnTo>
                    <a:pt x="71" y="216"/>
                  </a:lnTo>
                  <a:lnTo>
                    <a:pt x="73" y="214"/>
                  </a:lnTo>
                  <a:lnTo>
                    <a:pt x="77" y="210"/>
                  </a:lnTo>
                  <a:lnTo>
                    <a:pt x="77" y="206"/>
                  </a:lnTo>
                  <a:lnTo>
                    <a:pt x="83" y="200"/>
                  </a:lnTo>
                  <a:lnTo>
                    <a:pt x="83" y="200"/>
                  </a:lnTo>
                  <a:lnTo>
                    <a:pt x="87" y="191"/>
                  </a:lnTo>
                  <a:lnTo>
                    <a:pt x="87" y="191"/>
                  </a:lnTo>
                  <a:lnTo>
                    <a:pt x="93" y="185"/>
                  </a:lnTo>
                  <a:lnTo>
                    <a:pt x="95" y="183"/>
                  </a:lnTo>
                  <a:lnTo>
                    <a:pt x="102" y="179"/>
                  </a:lnTo>
                  <a:lnTo>
                    <a:pt x="112" y="169"/>
                  </a:lnTo>
                  <a:lnTo>
                    <a:pt x="112" y="169"/>
                  </a:lnTo>
                  <a:lnTo>
                    <a:pt x="114" y="165"/>
                  </a:lnTo>
                  <a:lnTo>
                    <a:pt x="116" y="163"/>
                  </a:lnTo>
                  <a:lnTo>
                    <a:pt x="118" y="160"/>
                  </a:lnTo>
                  <a:lnTo>
                    <a:pt x="122" y="158"/>
                  </a:lnTo>
                  <a:lnTo>
                    <a:pt x="126" y="152"/>
                  </a:lnTo>
                  <a:lnTo>
                    <a:pt x="128" y="150"/>
                  </a:lnTo>
                  <a:lnTo>
                    <a:pt x="139" y="140"/>
                  </a:lnTo>
                  <a:lnTo>
                    <a:pt x="145" y="134"/>
                  </a:lnTo>
                  <a:lnTo>
                    <a:pt x="145" y="134"/>
                  </a:lnTo>
                  <a:lnTo>
                    <a:pt x="149" y="130"/>
                  </a:lnTo>
                  <a:lnTo>
                    <a:pt x="149" y="130"/>
                  </a:lnTo>
                  <a:lnTo>
                    <a:pt x="155" y="123"/>
                  </a:lnTo>
                  <a:lnTo>
                    <a:pt x="157" y="121"/>
                  </a:lnTo>
                  <a:lnTo>
                    <a:pt x="163" y="117"/>
                  </a:lnTo>
                  <a:lnTo>
                    <a:pt x="174" y="109"/>
                  </a:lnTo>
                  <a:lnTo>
                    <a:pt x="176" y="107"/>
                  </a:lnTo>
                  <a:lnTo>
                    <a:pt x="178" y="103"/>
                  </a:lnTo>
                  <a:lnTo>
                    <a:pt x="180" y="101"/>
                  </a:lnTo>
                  <a:lnTo>
                    <a:pt x="184" y="99"/>
                  </a:lnTo>
                  <a:lnTo>
                    <a:pt x="188" y="97"/>
                  </a:lnTo>
                  <a:lnTo>
                    <a:pt x="188" y="97"/>
                  </a:lnTo>
                  <a:lnTo>
                    <a:pt x="194" y="93"/>
                  </a:lnTo>
                  <a:lnTo>
                    <a:pt x="196" y="91"/>
                  </a:lnTo>
                  <a:lnTo>
                    <a:pt x="200" y="88"/>
                  </a:lnTo>
                  <a:lnTo>
                    <a:pt x="204" y="86"/>
                  </a:lnTo>
                  <a:lnTo>
                    <a:pt x="209" y="80"/>
                  </a:lnTo>
                  <a:lnTo>
                    <a:pt x="211" y="80"/>
                  </a:lnTo>
                  <a:lnTo>
                    <a:pt x="219" y="76"/>
                  </a:lnTo>
                  <a:lnTo>
                    <a:pt x="219" y="76"/>
                  </a:lnTo>
                  <a:lnTo>
                    <a:pt x="227" y="70"/>
                  </a:lnTo>
                  <a:lnTo>
                    <a:pt x="227" y="70"/>
                  </a:lnTo>
                  <a:lnTo>
                    <a:pt x="235" y="68"/>
                  </a:lnTo>
                  <a:lnTo>
                    <a:pt x="237" y="68"/>
                  </a:lnTo>
                  <a:lnTo>
                    <a:pt x="241" y="66"/>
                  </a:lnTo>
                  <a:lnTo>
                    <a:pt x="246" y="62"/>
                  </a:lnTo>
                  <a:lnTo>
                    <a:pt x="250" y="60"/>
                  </a:lnTo>
                  <a:lnTo>
                    <a:pt x="258" y="58"/>
                  </a:lnTo>
                  <a:lnTo>
                    <a:pt x="258" y="58"/>
                  </a:lnTo>
                  <a:lnTo>
                    <a:pt x="262" y="56"/>
                  </a:lnTo>
                  <a:lnTo>
                    <a:pt x="268" y="51"/>
                  </a:lnTo>
                  <a:lnTo>
                    <a:pt x="272" y="49"/>
                  </a:lnTo>
                  <a:lnTo>
                    <a:pt x="276" y="47"/>
                  </a:lnTo>
                  <a:lnTo>
                    <a:pt x="281" y="45"/>
                  </a:lnTo>
                  <a:lnTo>
                    <a:pt x="283" y="41"/>
                  </a:lnTo>
                  <a:lnTo>
                    <a:pt x="289" y="39"/>
                  </a:lnTo>
                  <a:lnTo>
                    <a:pt x="291" y="39"/>
                  </a:lnTo>
                  <a:lnTo>
                    <a:pt x="299" y="37"/>
                  </a:lnTo>
                  <a:lnTo>
                    <a:pt x="301" y="37"/>
                  </a:lnTo>
                  <a:lnTo>
                    <a:pt x="309" y="35"/>
                  </a:lnTo>
                  <a:lnTo>
                    <a:pt x="309" y="35"/>
                  </a:lnTo>
                  <a:lnTo>
                    <a:pt x="318" y="31"/>
                  </a:lnTo>
                  <a:lnTo>
                    <a:pt x="320" y="31"/>
                  </a:lnTo>
                  <a:lnTo>
                    <a:pt x="328" y="29"/>
                  </a:lnTo>
                  <a:lnTo>
                    <a:pt x="330" y="29"/>
                  </a:lnTo>
                  <a:lnTo>
                    <a:pt x="338" y="27"/>
                  </a:lnTo>
                  <a:cubicBezTo>
                    <a:pt x="344" y="25"/>
                    <a:pt x="353" y="25"/>
                    <a:pt x="359" y="21"/>
                  </a:cubicBezTo>
                  <a:lnTo>
                    <a:pt x="361" y="21"/>
                  </a:lnTo>
                  <a:lnTo>
                    <a:pt x="365" y="21"/>
                  </a:lnTo>
                  <a:lnTo>
                    <a:pt x="373" y="21"/>
                  </a:lnTo>
                  <a:lnTo>
                    <a:pt x="375" y="21"/>
                  </a:lnTo>
                  <a:lnTo>
                    <a:pt x="379" y="21"/>
                  </a:lnTo>
                  <a:lnTo>
                    <a:pt x="361" y="0"/>
                  </a:lnTo>
                  <a:lnTo>
                    <a:pt x="363" y="0"/>
                  </a:lnTo>
                  <a:lnTo>
                    <a:pt x="371" y="0"/>
                  </a:lnTo>
                  <a:lnTo>
                    <a:pt x="373" y="0"/>
                  </a:lnTo>
                  <a:close/>
                </a:path>
              </a:pathLst>
            </a:custGeom>
            <a:solidFill>
              <a:srgbClr val="1B22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8"/>
            <p:cNvSpPr/>
            <p:nvPr/>
          </p:nvSpPr>
          <p:spPr>
            <a:xfrm>
              <a:off x="1191357" y="3683393"/>
              <a:ext cx="567535" cy="387889"/>
            </a:xfrm>
            <a:custGeom>
              <a:rect b="b" l="l" r="r" t="t"/>
              <a:pathLst>
                <a:path extrusionOk="0" h="8179" w="11967">
                  <a:moveTo>
                    <a:pt x="327" y="979"/>
                  </a:moveTo>
                  <a:lnTo>
                    <a:pt x="10991" y="17"/>
                  </a:lnTo>
                  <a:cubicBezTo>
                    <a:pt x="11176" y="0"/>
                    <a:pt x="11345" y="138"/>
                    <a:pt x="11361" y="325"/>
                  </a:cubicBezTo>
                  <a:lnTo>
                    <a:pt x="11948" y="6829"/>
                  </a:lnTo>
                  <a:cubicBezTo>
                    <a:pt x="11966" y="7014"/>
                    <a:pt x="11826" y="7183"/>
                    <a:pt x="11639" y="7199"/>
                  </a:cubicBezTo>
                  <a:lnTo>
                    <a:pt x="975" y="8160"/>
                  </a:lnTo>
                  <a:cubicBezTo>
                    <a:pt x="790" y="8178"/>
                    <a:pt x="619" y="8038"/>
                    <a:pt x="605" y="7851"/>
                  </a:cubicBezTo>
                  <a:lnTo>
                    <a:pt x="19" y="1349"/>
                  </a:lnTo>
                  <a:cubicBezTo>
                    <a:pt x="0" y="1162"/>
                    <a:pt x="142" y="993"/>
                    <a:pt x="327" y="979"/>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8"/>
            <p:cNvSpPr/>
            <p:nvPr/>
          </p:nvSpPr>
          <p:spPr>
            <a:xfrm>
              <a:off x="1192211" y="3683487"/>
              <a:ext cx="566349" cy="386324"/>
            </a:xfrm>
            <a:custGeom>
              <a:rect b="b" l="l" r="r" t="t"/>
              <a:pathLst>
                <a:path extrusionOk="0" h="8146" w="11942">
                  <a:moveTo>
                    <a:pt x="309" y="977"/>
                  </a:moveTo>
                  <a:lnTo>
                    <a:pt x="5409" y="4259"/>
                  </a:lnTo>
                  <a:cubicBezTo>
                    <a:pt x="5771" y="4493"/>
                    <a:pt x="6227" y="4452"/>
                    <a:pt x="6544" y="4156"/>
                  </a:cubicBezTo>
                  <a:lnTo>
                    <a:pt x="10973" y="15"/>
                  </a:lnTo>
                  <a:lnTo>
                    <a:pt x="10973" y="15"/>
                  </a:lnTo>
                  <a:cubicBezTo>
                    <a:pt x="11142" y="0"/>
                    <a:pt x="11296" y="113"/>
                    <a:pt x="11335" y="274"/>
                  </a:cubicBezTo>
                  <a:lnTo>
                    <a:pt x="9423" y="2065"/>
                  </a:lnTo>
                  <a:cubicBezTo>
                    <a:pt x="9073" y="2390"/>
                    <a:pt x="9030" y="2924"/>
                    <a:pt x="9320" y="3305"/>
                  </a:cubicBezTo>
                  <a:lnTo>
                    <a:pt x="11919" y="6694"/>
                  </a:lnTo>
                  <a:lnTo>
                    <a:pt x="11932" y="6831"/>
                  </a:lnTo>
                  <a:cubicBezTo>
                    <a:pt x="11942" y="6977"/>
                    <a:pt x="11860" y="7109"/>
                    <a:pt x="11734" y="7169"/>
                  </a:cubicBezTo>
                  <a:lnTo>
                    <a:pt x="9112" y="3747"/>
                  </a:lnTo>
                  <a:cubicBezTo>
                    <a:pt x="8948" y="3531"/>
                    <a:pt x="8724" y="3410"/>
                    <a:pt x="8452" y="3387"/>
                  </a:cubicBezTo>
                  <a:cubicBezTo>
                    <a:pt x="8181" y="3364"/>
                    <a:pt x="7940" y="3449"/>
                    <a:pt x="7743" y="3634"/>
                  </a:cubicBezTo>
                  <a:lnTo>
                    <a:pt x="6595" y="4707"/>
                  </a:lnTo>
                  <a:cubicBezTo>
                    <a:pt x="6279" y="4999"/>
                    <a:pt x="5822" y="5040"/>
                    <a:pt x="5460" y="4810"/>
                  </a:cubicBezTo>
                  <a:lnTo>
                    <a:pt x="3832" y="3763"/>
                  </a:lnTo>
                  <a:cubicBezTo>
                    <a:pt x="3593" y="3609"/>
                    <a:pt x="3326" y="3572"/>
                    <a:pt x="3056" y="3658"/>
                  </a:cubicBezTo>
                  <a:cubicBezTo>
                    <a:pt x="2787" y="3743"/>
                    <a:pt x="2586" y="3924"/>
                    <a:pt x="2474" y="4187"/>
                  </a:cubicBezTo>
                  <a:lnTo>
                    <a:pt x="827" y="8145"/>
                  </a:lnTo>
                  <a:cubicBezTo>
                    <a:pt x="700" y="8104"/>
                    <a:pt x="601" y="7991"/>
                    <a:pt x="589" y="7849"/>
                  </a:cubicBezTo>
                  <a:lnTo>
                    <a:pt x="568" y="7629"/>
                  </a:lnTo>
                  <a:lnTo>
                    <a:pt x="2232" y="3636"/>
                  </a:lnTo>
                  <a:cubicBezTo>
                    <a:pt x="2407" y="3218"/>
                    <a:pt x="2256" y="2745"/>
                    <a:pt x="1876" y="2501"/>
                  </a:cubicBezTo>
                  <a:lnTo>
                    <a:pt x="1" y="1294"/>
                  </a:lnTo>
                  <a:cubicBezTo>
                    <a:pt x="7" y="1131"/>
                    <a:pt x="138" y="991"/>
                    <a:pt x="309" y="977"/>
                  </a:cubicBezTo>
                  <a:close/>
                </a:path>
              </a:pathLst>
            </a:custGeom>
            <a:solidFill>
              <a:srgbClr val="1B22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8"/>
            <p:cNvSpPr/>
            <p:nvPr/>
          </p:nvSpPr>
          <p:spPr>
            <a:xfrm>
              <a:off x="1242624" y="3451057"/>
              <a:ext cx="149057" cy="204070"/>
            </a:xfrm>
            <a:custGeom>
              <a:rect b="b" l="l" r="r" t="t"/>
              <a:pathLst>
                <a:path extrusionOk="0" h="4303" w="3143">
                  <a:moveTo>
                    <a:pt x="2433" y="3959"/>
                  </a:moveTo>
                  <a:cubicBezTo>
                    <a:pt x="2433" y="3959"/>
                    <a:pt x="1" y="2057"/>
                    <a:pt x="906" y="1029"/>
                  </a:cubicBezTo>
                  <a:cubicBezTo>
                    <a:pt x="1810" y="1"/>
                    <a:pt x="2584" y="1763"/>
                    <a:pt x="2863" y="2750"/>
                  </a:cubicBezTo>
                  <a:cubicBezTo>
                    <a:pt x="3143" y="3733"/>
                    <a:pt x="2964" y="4303"/>
                    <a:pt x="2433" y="395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8"/>
            <p:cNvSpPr/>
            <p:nvPr/>
          </p:nvSpPr>
          <p:spPr>
            <a:xfrm>
              <a:off x="1398273" y="3495732"/>
              <a:ext cx="103434" cy="118657"/>
            </a:xfrm>
            <a:custGeom>
              <a:rect b="b" l="l" r="r" t="t"/>
              <a:pathLst>
                <a:path extrusionOk="0" h="2502" w="2181">
                  <a:moveTo>
                    <a:pt x="297" y="1956"/>
                  </a:moveTo>
                  <a:cubicBezTo>
                    <a:pt x="297" y="1956"/>
                    <a:pt x="1" y="1"/>
                    <a:pt x="1091" y="141"/>
                  </a:cubicBezTo>
                  <a:cubicBezTo>
                    <a:pt x="2180" y="282"/>
                    <a:pt x="1185" y="1718"/>
                    <a:pt x="910" y="2108"/>
                  </a:cubicBezTo>
                  <a:cubicBezTo>
                    <a:pt x="628" y="2501"/>
                    <a:pt x="299" y="2172"/>
                    <a:pt x="297" y="195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1_1">
    <p:bg>
      <p:bgPr>
        <a:solidFill>
          <a:schemeClr val="accent2"/>
        </a:solidFill>
      </p:bgPr>
    </p:bg>
    <p:spTree>
      <p:nvGrpSpPr>
        <p:cNvPr id="258" name="Shape 258"/>
        <p:cNvGrpSpPr/>
        <p:nvPr/>
      </p:nvGrpSpPr>
      <p:grpSpPr>
        <a:xfrm>
          <a:off x="0" y="0"/>
          <a:ext cx="0" cy="0"/>
          <a:chOff x="0" y="0"/>
          <a:chExt cx="0" cy="0"/>
        </a:xfrm>
      </p:grpSpPr>
      <p:sp>
        <p:nvSpPr>
          <p:cNvPr id="259" name="Google Shape;259;p19"/>
          <p:cNvSpPr/>
          <p:nvPr/>
        </p:nvSpPr>
        <p:spPr>
          <a:xfrm>
            <a:off x="520575" y="819150"/>
            <a:ext cx="8079900" cy="3898800"/>
          </a:xfrm>
          <a:prstGeom prst="roundRect">
            <a:avLst>
              <a:gd fmla="val 354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0" name="Google Shape;260;p19"/>
          <p:cNvGrpSpPr/>
          <p:nvPr/>
        </p:nvGrpSpPr>
        <p:grpSpPr>
          <a:xfrm>
            <a:off x="520563" y="326550"/>
            <a:ext cx="8079900" cy="426900"/>
            <a:chOff x="552450" y="401675"/>
            <a:chExt cx="8079900" cy="426900"/>
          </a:xfrm>
        </p:grpSpPr>
        <p:sp>
          <p:nvSpPr>
            <p:cNvPr id="261" name="Google Shape;261;p19"/>
            <p:cNvSpPr/>
            <p:nvPr/>
          </p:nvSpPr>
          <p:spPr>
            <a:xfrm>
              <a:off x="552450" y="401675"/>
              <a:ext cx="8079900" cy="426900"/>
            </a:xfrm>
            <a:prstGeom prst="roundRect">
              <a:avLst>
                <a:gd fmla="val 22312"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9"/>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9"/>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9"/>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5" name="Google Shape;265;p19"/>
          <p:cNvSpPr txBox="1"/>
          <p:nvPr>
            <p:ph type="title"/>
          </p:nvPr>
        </p:nvSpPr>
        <p:spPr>
          <a:xfrm>
            <a:off x="720000" y="969225"/>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6" name="Google Shape;266;p19"/>
          <p:cNvGrpSpPr/>
          <p:nvPr/>
        </p:nvGrpSpPr>
        <p:grpSpPr>
          <a:xfrm rot="823452">
            <a:off x="8072400" y="847312"/>
            <a:ext cx="912772" cy="1009338"/>
            <a:chOff x="1191357" y="3451057"/>
            <a:chExt cx="597555" cy="660773"/>
          </a:xfrm>
        </p:grpSpPr>
        <p:sp>
          <p:nvSpPr>
            <p:cNvPr id="267" name="Google Shape;267;p19"/>
            <p:cNvSpPr/>
            <p:nvPr/>
          </p:nvSpPr>
          <p:spPr>
            <a:xfrm>
              <a:off x="1244473" y="3764632"/>
              <a:ext cx="544439" cy="347198"/>
            </a:xfrm>
            <a:custGeom>
              <a:rect b="b" l="l" r="r" t="t"/>
              <a:pathLst>
                <a:path extrusionOk="0" h="7321" w="11480">
                  <a:moveTo>
                    <a:pt x="361" y="0"/>
                  </a:moveTo>
                  <a:lnTo>
                    <a:pt x="11068" y="0"/>
                  </a:lnTo>
                  <a:lnTo>
                    <a:pt x="11068" y="0"/>
                  </a:lnTo>
                  <a:lnTo>
                    <a:pt x="11076" y="0"/>
                  </a:lnTo>
                  <a:lnTo>
                    <a:pt x="11078" y="0"/>
                  </a:lnTo>
                  <a:lnTo>
                    <a:pt x="11087" y="0"/>
                  </a:lnTo>
                  <a:lnTo>
                    <a:pt x="11089" y="0"/>
                  </a:lnTo>
                  <a:lnTo>
                    <a:pt x="11097" y="0"/>
                  </a:lnTo>
                  <a:lnTo>
                    <a:pt x="11099" y="0"/>
                  </a:lnTo>
                  <a:lnTo>
                    <a:pt x="11105" y="0"/>
                  </a:lnTo>
                  <a:lnTo>
                    <a:pt x="11107" y="0"/>
                  </a:lnTo>
                  <a:lnTo>
                    <a:pt x="11111" y="0"/>
                  </a:lnTo>
                  <a:lnTo>
                    <a:pt x="11117" y="0"/>
                  </a:lnTo>
                  <a:lnTo>
                    <a:pt x="11122" y="0"/>
                  </a:lnTo>
                  <a:lnTo>
                    <a:pt x="11128" y="0"/>
                  </a:lnTo>
                  <a:lnTo>
                    <a:pt x="11130" y="0"/>
                  </a:lnTo>
                  <a:lnTo>
                    <a:pt x="11136" y="4"/>
                  </a:lnTo>
                  <a:lnTo>
                    <a:pt x="11138" y="4"/>
                  </a:lnTo>
                  <a:lnTo>
                    <a:pt x="11146" y="6"/>
                  </a:lnTo>
                  <a:lnTo>
                    <a:pt x="11148" y="6"/>
                  </a:lnTo>
                  <a:lnTo>
                    <a:pt x="11157" y="8"/>
                  </a:lnTo>
                  <a:lnTo>
                    <a:pt x="11159" y="8"/>
                  </a:lnTo>
                  <a:lnTo>
                    <a:pt x="11167" y="10"/>
                  </a:lnTo>
                  <a:lnTo>
                    <a:pt x="11173" y="14"/>
                  </a:lnTo>
                  <a:lnTo>
                    <a:pt x="11177" y="14"/>
                  </a:lnTo>
                  <a:lnTo>
                    <a:pt x="11183" y="17"/>
                  </a:lnTo>
                  <a:lnTo>
                    <a:pt x="11187" y="17"/>
                  </a:lnTo>
                  <a:lnTo>
                    <a:pt x="11192" y="19"/>
                  </a:lnTo>
                  <a:lnTo>
                    <a:pt x="11194" y="21"/>
                  </a:lnTo>
                  <a:lnTo>
                    <a:pt x="11200" y="25"/>
                  </a:lnTo>
                  <a:lnTo>
                    <a:pt x="11202" y="27"/>
                  </a:lnTo>
                  <a:lnTo>
                    <a:pt x="11208" y="29"/>
                  </a:lnTo>
                  <a:lnTo>
                    <a:pt x="11212" y="31"/>
                  </a:lnTo>
                  <a:lnTo>
                    <a:pt x="11218" y="35"/>
                  </a:lnTo>
                  <a:lnTo>
                    <a:pt x="11222" y="37"/>
                  </a:lnTo>
                  <a:lnTo>
                    <a:pt x="11224" y="39"/>
                  </a:lnTo>
                  <a:lnTo>
                    <a:pt x="11231" y="41"/>
                  </a:lnTo>
                  <a:lnTo>
                    <a:pt x="11233" y="45"/>
                  </a:lnTo>
                  <a:lnTo>
                    <a:pt x="11239" y="47"/>
                  </a:lnTo>
                  <a:lnTo>
                    <a:pt x="11241" y="49"/>
                  </a:lnTo>
                  <a:lnTo>
                    <a:pt x="11249" y="51"/>
                  </a:lnTo>
                  <a:lnTo>
                    <a:pt x="11249" y="51"/>
                  </a:lnTo>
                  <a:lnTo>
                    <a:pt x="11255" y="58"/>
                  </a:lnTo>
                  <a:lnTo>
                    <a:pt x="11255" y="58"/>
                  </a:lnTo>
                  <a:lnTo>
                    <a:pt x="11263" y="62"/>
                  </a:lnTo>
                  <a:lnTo>
                    <a:pt x="11266" y="62"/>
                  </a:lnTo>
                  <a:lnTo>
                    <a:pt x="11272" y="68"/>
                  </a:lnTo>
                  <a:lnTo>
                    <a:pt x="11274" y="70"/>
                  </a:lnTo>
                  <a:lnTo>
                    <a:pt x="11280" y="72"/>
                  </a:lnTo>
                  <a:lnTo>
                    <a:pt x="11282" y="76"/>
                  </a:lnTo>
                  <a:lnTo>
                    <a:pt x="11286" y="78"/>
                  </a:lnTo>
                  <a:lnTo>
                    <a:pt x="11290" y="80"/>
                  </a:lnTo>
                  <a:lnTo>
                    <a:pt x="11294" y="82"/>
                  </a:lnTo>
                  <a:lnTo>
                    <a:pt x="11296" y="86"/>
                  </a:lnTo>
                  <a:lnTo>
                    <a:pt x="11300" y="88"/>
                  </a:lnTo>
                  <a:lnTo>
                    <a:pt x="11305" y="91"/>
                  </a:lnTo>
                  <a:lnTo>
                    <a:pt x="11307" y="93"/>
                  </a:lnTo>
                  <a:lnTo>
                    <a:pt x="11313" y="97"/>
                  </a:lnTo>
                  <a:lnTo>
                    <a:pt x="11315" y="99"/>
                  </a:lnTo>
                  <a:lnTo>
                    <a:pt x="11321" y="103"/>
                  </a:lnTo>
                  <a:lnTo>
                    <a:pt x="11323" y="107"/>
                  </a:lnTo>
                  <a:lnTo>
                    <a:pt x="11327" y="111"/>
                  </a:lnTo>
                  <a:lnTo>
                    <a:pt x="11327" y="111"/>
                  </a:lnTo>
                  <a:lnTo>
                    <a:pt x="11333" y="117"/>
                  </a:lnTo>
                  <a:lnTo>
                    <a:pt x="11333" y="117"/>
                  </a:lnTo>
                  <a:lnTo>
                    <a:pt x="11338" y="121"/>
                  </a:lnTo>
                  <a:lnTo>
                    <a:pt x="11344" y="128"/>
                  </a:lnTo>
                  <a:lnTo>
                    <a:pt x="11346" y="130"/>
                  </a:lnTo>
                  <a:lnTo>
                    <a:pt x="11348" y="132"/>
                  </a:lnTo>
                  <a:lnTo>
                    <a:pt x="11354" y="138"/>
                  </a:lnTo>
                  <a:lnTo>
                    <a:pt x="11356" y="140"/>
                  </a:lnTo>
                  <a:lnTo>
                    <a:pt x="11362" y="144"/>
                  </a:lnTo>
                  <a:lnTo>
                    <a:pt x="11364" y="148"/>
                  </a:lnTo>
                  <a:lnTo>
                    <a:pt x="11366" y="150"/>
                  </a:lnTo>
                  <a:lnTo>
                    <a:pt x="11368" y="152"/>
                  </a:lnTo>
                  <a:lnTo>
                    <a:pt x="11372" y="154"/>
                  </a:lnTo>
                  <a:lnTo>
                    <a:pt x="11375" y="160"/>
                  </a:lnTo>
                  <a:lnTo>
                    <a:pt x="11377" y="163"/>
                  </a:lnTo>
                  <a:lnTo>
                    <a:pt x="11383" y="169"/>
                  </a:lnTo>
                  <a:lnTo>
                    <a:pt x="11385" y="171"/>
                  </a:lnTo>
                  <a:lnTo>
                    <a:pt x="11389" y="175"/>
                  </a:lnTo>
                  <a:lnTo>
                    <a:pt x="11393" y="179"/>
                  </a:lnTo>
                  <a:lnTo>
                    <a:pt x="11397" y="183"/>
                  </a:lnTo>
                  <a:lnTo>
                    <a:pt x="11397" y="183"/>
                  </a:lnTo>
                  <a:lnTo>
                    <a:pt x="11403" y="191"/>
                  </a:lnTo>
                  <a:lnTo>
                    <a:pt x="11403" y="191"/>
                  </a:lnTo>
                  <a:lnTo>
                    <a:pt x="11414" y="204"/>
                  </a:lnTo>
                  <a:lnTo>
                    <a:pt x="11416" y="210"/>
                  </a:lnTo>
                  <a:lnTo>
                    <a:pt x="11418" y="212"/>
                  </a:lnTo>
                  <a:cubicBezTo>
                    <a:pt x="11424" y="220"/>
                    <a:pt x="11426" y="226"/>
                    <a:pt x="11430" y="232"/>
                  </a:cubicBezTo>
                  <a:lnTo>
                    <a:pt x="11434" y="234"/>
                  </a:lnTo>
                  <a:lnTo>
                    <a:pt x="11436" y="241"/>
                  </a:lnTo>
                  <a:lnTo>
                    <a:pt x="11438" y="243"/>
                  </a:lnTo>
                  <a:lnTo>
                    <a:pt x="11440" y="247"/>
                  </a:lnTo>
                  <a:lnTo>
                    <a:pt x="11440" y="251"/>
                  </a:lnTo>
                  <a:lnTo>
                    <a:pt x="11444" y="257"/>
                  </a:lnTo>
                  <a:lnTo>
                    <a:pt x="11444" y="257"/>
                  </a:lnTo>
                  <a:lnTo>
                    <a:pt x="11446" y="265"/>
                  </a:lnTo>
                  <a:lnTo>
                    <a:pt x="11446" y="265"/>
                  </a:lnTo>
                  <a:lnTo>
                    <a:pt x="11449" y="274"/>
                  </a:lnTo>
                  <a:lnTo>
                    <a:pt x="11449" y="276"/>
                  </a:lnTo>
                  <a:lnTo>
                    <a:pt x="11451" y="284"/>
                  </a:lnTo>
                  <a:lnTo>
                    <a:pt x="11451" y="286"/>
                  </a:lnTo>
                  <a:lnTo>
                    <a:pt x="11455" y="292"/>
                  </a:lnTo>
                  <a:lnTo>
                    <a:pt x="11457" y="294"/>
                  </a:lnTo>
                  <a:lnTo>
                    <a:pt x="11459" y="302"/>
                  </a:lnTo>
                  <a:lnTo>
                    <a:pt x="11461" y="306"/>
                  </a:lnTo>
                  <a:lnTo>
                    <a:pt x="11465" y="313"/>
                  </a:lnTo>
                  <a:lnTo>
                    <a:pt x="11467" y="317"/>
                  </a:lnTo>
                  <a:lnTo>
                    <a:pt x="11469" y="323"/>
                  </a:lnTo>
                  <a:lnTo>
                    <a:pt x="11469" y="325"/>
                  </a:lnTo>
                  <a:lnTo>
                    <a:pt x="11471" y="329"/>
                  </a:lnTo>
                  <a:lnTo>
                    <a:pt x="11471" y="333"/>
                  </a:lnTo>
                  <a:lnTo>
                    <a:pt x="11475" y="339"/>
                  </a:lnTo>
                  <a:lnTo>
                    <a:pt x="11475" y="343"/>
                  </a:lnTo>
                  <a:cubicBezTo>
                    <a:pt x="11477" y="358"/>
                    <a:pt x="11479" y="376"/>
                    <a:pt x="11479" y="395"/>
                  </a:cubicBezTo>
                  <a:lnTo>
                    <a:pt x="11479" y="6926"/>
                  </a:lnTo>
                  <a:lnTo>
                    <a:pt x="11479" y="6930"/>
                  </a:lnTo>
                  <a:lnTo>
                    <a:pt x="11479" y="6936"/>
                  </a:lnTo>
                  <a:lnTo>
                    <a:pt x="11479" y="6938"/>
                  </a:lnTo>
                  <a:lnTo>
                    <a:pt x="11479" y="6946"/>
                  </a:lnTo>
                  <a:lnTo>
                    <a:pt x="11479" y="6946"/>
                  </a:lnTo>
                  <a:lnTo>
                    <a:pt x="11479" y="6955"/>
                  </a:lnTo>
                  <a:lnTo>
                    <a:pt x="11479" y="6957"/>
                  </a:lnTo>
                  <a:lnTo>
                    <a:pt x="11479" y="6961"/>
                  </a:lnTo>
                  <a:lnTo>
                    <a:pt x="11479" y="6965"/>
                  </a:lnTo>
                  <a:lnTo>
                    <a:pt x="11479" y="6967"/>
                  </a:lnTo>
                  <a:lnTo>
                    <a:pt x="11479" y="6969"/>
                  </a:lnTo>
                  <a:lnTo>
                    <a:pt x="11479" y="6975"/>
                  </a:lnTo>
                  <a:lnTo>
                    <a:pt x="11477" y="6981"/>
                  </a:lnTo>
                  <a:lnTo>
                    <a:pt x="11475" y="6996"/>
                  </a:lnTo>
                  <a:lnTo>
                    <a:pt x="11475" y="6996"/>
                  </a:lnTo>
                  <a:lnTo>
                    <a:pt x="11471" y="7000"/>
                  </a:lnTo>
                  <a:lnTo>
                    <a:pt x="11471" y="7002"/>
                  </a:lnTo>
                  <a:lnTo>
                    <a:pt x="11469" y="7008"/>
                  </a:lnTo>
                  <a:lnTo>
                    <a:pt x="11469" y="7008"/>
                  </a:lnTo>
                  <a:lnTo>
                    <a:pt x="11467" y="7016"/>
                  </a:lnTo>
                  <a:lnTo>
                    <a:pt x="11467" y="7018"/>
                  </a:lnTo>
                  <a:lnTo>
                    <a:pt x="11465" y="7022"/>
                  </a:lnTo>
                  <a:lnTo>
                    <a:pt x="11461" y="7027"/>
                  </a:lnTo>
                  <a:lnTo>
                    <a:pt x="11459" y="7031"/>
                  </a:lnTo>
                  <a:lnTo>
                    <a:pt x="11457" y="7037"/>
                  </a:lnTo>
                  <a:lnTo>
                    <a:pt x="11457" y="7039"/>
                  </a:lnTo>
                  <a:lnTo>
                    <a:pt x="11455" y="7047"/>
                  </a:lnTo>
                  <a:lnTo>
                    <a:pt x="11455" y="7047"/>
                  </a:lnTo>
                  <a:lnTo>
                    <a:pt x="11451" y="7051"/>
                  </a:lnTo>
                  <a:lnTo>
                    <a:pt x="11451" y="7053"/>
                  </a:lnTo>
                  <a:lnTo>
                    <a:pt x="11449" y="7060"/>
                  </a:lnTo>
                  <a:lnTo>
                    <a:pt x="11446" y="7064"/>
                  </a:lnTo>
                  <a:lnTo>
                    <a:pt x="11444" y="7068"/>
                  </a:lnTo>
                  <a:lnTo>
                    <a:pt x="11440" y="7072"/>
                  </a:lnTo>
                  <a:lnTo>
                    <a:pt x="11440" y="7074"/>
                  </a:lnTo>
                  <a:lnTo>
                    <a:pt x="11438" y="7080"/>
                  </a:lnTo>
                  <a:lnTo>
                    <a:pt x="11438" y="7082"/>
                  </a:lnTo>
                  <a:lnTo>
                    <a:pt x="11436" y="7088"/>
                  </a:lnTo>
                  <a:lnTo>
                    <a:pt x="11434" y="7090"/>
                  </a:lnTo>
                  <a:lnTo>
                    <a:pt x="11430" y="7092"/>
                  </a:lnTo>
                  <a:lnTo>
                    <a:pt x="11428" y="7099"/>
                  </a:lnTo>
                  <a:lnTo>
                    <a:pt x="11426" y="7101"/>
                  </a:lnTo>
                  <a:lnTo>
                    <a:pt x="11424" y="7105"/>
                  </a:lnTo>
                  <a:lnTo>
                    <a:pt x="11424" y="7105"/>
                  </a:lnTo>
                  <a:lnTo>
                    <a:pt x="11420" y="7111"/>
                  </a:lnTo>
                  <a:lnTo>
                    <a:pt x="11418" y="7113"/>
                  </a:lnTo>
                  <a:lnTo>
                    <a:pt x="11414" y="7121"/>
                  </a:lnTo>
                  <a:lnTo>
                    <a:pt x="11409" y="7123"/>
                  </a:lnTo>
                  <a:lnTo>
                    <a:pt x="11407" y="7129"/>
                  </a:lnTo>
                  <a:lnTo>
                    <a:pt x="11403" y="7136"/>
                  </a:lnTo>
                  <a:lnTo>
                    <a:pt x="11403" y="7140"/>
                  </a:lnTo>
                  <a:lnTo>
                    <a:pt x="11399" y="7144"/>
                  </a:lnTo>
                  <a:lnTo>
                    <a:pt x="11397" y="7146"/>
                  </a:lnTo>
                  <a:lnTo>
                    <a:pt x="11395" y="7150"/>
                  </a:lnTo>
                  <a:lnTo>
                    <a:pt x="11393" y="7154"/>
                  </a:lnTo>
                  <a:lnTo>
                    <a:pt x="11389" y="7156"/>
                  </a:lnTo>
                  <a:lnTo>
                    <a:pt x="11385" y="7162"/>
                  </a:lnTo>
                  <a:lnTo>
                    <a:pt x="11385" y="7162"/>
                  </a:lnTo>
                  <a:lnTo>
                    <a:pt x="11379" y="7166"/>
                  </a:lnTo>
                  <a:lnTo>
                    <a:pt x="11377" y="7171"/>
                  </a:lnTo>
                  <a:lnTo>
                    <a:pt x="11375" y="7175"/>
                  </a:lnTo>
                  <a:lnTo>
                    <a:pt x="11372" y="7177"/>
                  </a:lnTo>
                  <a:lnTo>
                    <a:pt x="11368" y="7181"/>
                  </a:lnTo>
                  <a:lnTo>
                    <a:pt x="11364" y="7185"/>
                  </a:lnTo>
                  <a:lnTo>
                    <a:pt x="11358" y="7191"/>
                  </a:lnTo>
                  <a:lnTo>
                    <a:pt x="11358" y="7191"/>
                  </a:lnTo>
                  <a:lnTo>
                    <a:pt x="11354" y="7195"/>
                  </a:lnTo>
                  <a:lnTo>
                    <a:pt x="11352" y="7197"/>
                  </a:lnTo>
                  <a:lnTo>
                    <a:pt x="11348" y="7201"/>
                  </a:lnTo>
                  <a:lnTo>
                    <a:pt x="11346" y="7203"/>
                  </a:lnTo>
                  <a:lnTo>
                    <a:pt x="11344" y="7206"/>
                  </a:lnTo>
                  <a:lnTo>
                    <a:pt x="11338" y="7212"/>
                  </a:lnTo>
                  <a:lnTo>
                    <a:pt x="11338" y="7212"/>
                  </a:lnTo>
                  <a:lnTo>
                    <a:pt x="11333" y="7216"/>
                  </a:lnTo>
                  <a:lnTo>
                    <a:pt x="11331" y="7218"/>
                  </a:lnTo>
                  <a:lnTo>
                    <a:pt x="11331" y="7218"/>
                  </a:lnTo>
                  <a:lnTo>
                    <a:pt x="11323" y="7224"/>
                  </a:lnTo>
                  <a:lnTo>
                    <a:pt x="11321" y="7226"/>
                  </a:lnTo>
                  <a:lnTo>
                    <a:pt x="11315" y="7228"/>
                  </a:lnTo>
                  <a:lnTo>
                    <a:pt x="11313" y="7232"/>
                  </a:lnTo>
                  <a:lnTo>
                    <a:pt x="11307" y="7236"/>
                  </a:lnTo>
                  <a:lnTo>
                    <a:pt x="11307" y="7236"/>
                  </a:lnTo>
                  <a:lnTo>
                    <a:pt x="11305" y="7236"/>
                  </a:lnTo>
                  <a:lnTo>
                    <a:pt x="11300" y="7243"/>
                  </a:lnTo>
                  <a:lnTo>
                    <a:pt x="11296" y="7245"/>
                  </a:lnTo>
                  <a:lnTo>
                    <a:pt x="11292" y="7247"/>
                  </a:lnTo>
                  <a:lnTo>
                    <a:pt x="11290" y="7249"/>
                  </a:lnTo>
                  <a:lnTo>
                    <a:pt x="11284" y="7253"/>
                  </a:lnTo>
                  <a:lnTo>
                    <a:pt x="11284" y="7253"/>
                  </a:lnTo>
                  <a:lnTo>
                    <a:pt x="11280" y="7257"/>
                  </a:lnTo>
                  <a:lnTo>
                    <a:pt x="11276" y="7259"/>
                  </a:lnTo>
                  <a:lnTo>
                    <a:pt x="11272" y="7263"/>
                  </a:lnTo>
                  <a:lnTo>
                    <a:pt x="11270" y="7265"/>
                  </a:lnTo>
                  <a:lnTo>
                    <a:pt x="11266" y="7267"/>
                  </a:lnTo>
                  <a:lnTo>
                    <a:pt x="11261" y="7269"/>
                  </a:lnTo>
                  <a:lnTo>
                    <a:pt x="11259" y="7273"/>
                  </a:lnTo>
                  <a:lnTo>
                    <a:pt x="11253" y="7275"/>
                  </a:lnTo>
                  <a:lnTo>
                    <a:pt x="11253" y="7275"/>
                  </a:lnTo>
                  <a:lnTo>
                    <a:pt x="11249" y="7277"/>
                  </a:lnTo>
                  <a:lnTo>
                    <a:pt x="11245" y="7280"/>
                  </a:lnTo>
                  <a:lnTo>
                    <a:pt x="11241" y="7284"/>
                  </a:lnTo>
                  <a:lnTo>
                    <a:pt x="11235" y="7286"/>
                  </a:lnTo>
                  <a:lnTo>
                    <a:pt x="11233" y="7288"/>
                  </a:lnTo>
                  <a:lnTo>
                    <a:pt x="11229" y="7290"/>
                  </a:lnTo>
                  <a:lnTo>
                    <a:pt x="11229" y="7290"/>
                  </a:lnTo>
                  <a:lnTo>
                    <a:pt x="11220" y="7294"/>
                  </a:lnTo>
                  <a:lnTo>
                    <a:pt x="11218" y="7294"/>
                  </a:lnTo>
                  <a:lnTo>
                    <a:pt x="11212" y="7296"/>
                  </a:lnTo>
                  <a:lnTo>
                    <a:pt x="11210" y="7298"/>
                  </a:lnTo>
                  <a:lnTo>
                    <a:pt x="11208" y="7300"/>
                  </a:lnTo>
                  <a:cubicBezTo>
                    <a:pt x="11171" y="7314"/>
                    <a:pt x="11134" y="7321"/>
                    <a:pt x="11095" y="7321"/>
                  </a:cubicBezTo>
                  <a:lnTo>
                    <a:pt x="385" y="7321"/>
                  </a:lnTo>
                  <a:cubicBezTo>
                    <a:pt x="338" y="7321"/>
                    <a:pt x="291" y="7310"/>
                    <a:pt x="250" y="7294"/>
                  </a:cubicBezTo>
                  <a:lnTo>
                    <a:pt x="246" y="7290"/>
                  </a:lnTo>
                  <a:lnTo>
                    <a:pt x="246" y="7290"/>
                  </a:lnTo>
                  <a:lnTo>
                    <a:pt x="239" y="7288"/>
                  </a:lnTo>
                  <a:lnTo>
                    <a:pt x="237" y="7288"/>
                  </a:lnTo>
                  <a:lnTo>
                    <a:pt x="231" y="7286"/>
                  </a:lnTo>
                  <a:lnTo>
                    <a:pt x="229" y="7284"/>
                  </a:lnTo>
                  <a:lnTo>
                    <a:pt x="227" y="7280"/>
                  </a:lnTo>
                  <a:lnTo>
                    <a:pt x="221" y="7277"/>
                  </a:lnTo>
                  <a:lnTo>
                    <a:pt x="219" y="7277"/>
                  </a:lnTo>
                  <a:lnTo>
                    <a:pt x="215" y="7275"/>
                  </a:lnTo>
                  <a:lnTo>
                    <a:pt x="211" y="7275"/>
                  </a:lnTo>
                  <a:lnTo>
                    <a:pt x="207" y="7273"/>
                  </a:lnTo>
                  <a:lnTo>
                    <a:pt x="204" y="7269"/>
                  </a:lnTo>
                  <a:lnTo>
                    <a:pt x="200" y="7267"/>
                  </a:lnTo>
                  <a:lnTo>
                    <a:pt x="196" y="7265"/>
                  </a:lnTo>
                  <a:lnTo>
                    <a:pt x="194" y="7265"/>
                  </a:lnTo>
                  <a:lnTo>
                    <a:pt x="188" y="7259"/>
                  </a:lnTo>
                  <a:lnTo>
                    <a:pt x="184" y="7255"/>
                  </a:lnTo>
                  <a:lnTo>
                    <a:pt x="180" y="7253"/>
                  </a:lnTo>
                  <a:lnTo>
                    <a:pt x="178" y="7249"/>
                  </a:lnTo>
                  <a:lnTo>
                    <a:pt x="174" y="7247"/>
                  </a:lnTo>
                  <a:lnTo>
                    <a:pt x="170" y="7245"/>
                  </a:lnTo>
                  <a:lnTo>
                    <a:pt x="165" y="7238"/>
                  </a:lnTo>
                  <a:lnTo>
                    <a:pt x="165" y="7238"/>
                  </a:lnTo>
                  <a:lnTo>
                    <a:pt x="159" y="7234"/>
                  </a:lnTo>
                  <a:lnTo>
                    <a:pt x="157" y="7232"/>
                  </a:lnTo>
                  <a:lnTo>
                    <a:pt x="155" y="7228"/>
                  </a:lnTo>
                  <a:lnTo>
                    <a:pt x="149" y="7226"/>
                  </a:lnTo>
                  <a:lnTo>
                    <a:pt x="147" y="7224"/>
                  </a:lnTo>
                  <a:lnTo>
                    <a:pt x="143" y="7218"/>
                  </a:lnTo>
                  <a:lnTo>
                    <a:pt x="143" y="7218"/>
                  </a:lnTo>
                  <a:lnTo>
                    <a:pt x="137" y="7214"/>
                  </a:lnTo>
                  <a:lnTo>
                    <a:pt x="132" y="7208"/>
                  </a:lnTo>
                  <a:lnTo>
                    <a:pt x="128" y="7206"/>
                  </a:lnTo>
                  <a:lnTo>
                    <a:pt x="126" y="7203"/>
                  </a:lnTo>
                  <a:lnTo>
                    <a:pt x="122" y="7197"/>
                  </a:lnTo>
                  <a:lnTo>
                    <a:pt x="122" y="7197"/>
                  </a:lnTo>
                  <a:lnTo>
                    <a:pt x="116" y="7193"/>
                  </a:lnTo>
                  <a:lnTo>
                    <a:pt x="114" y="7191"/>
                  </a:lnTo>
                  <a:lnTo>
                    <a:pt x="112" y="7187"/>
                  </a:lnTo>
                  <a:lnTo>
                    <a:pt x="108" y="7185"/>
                  </a:lnTo>
                  <a:lnTo>
                    <a:pt x="106" y="7183"/>
                  </a:lnTo>
                  <a:lnTo>
                    <a:pt x="102" y="7177"/>
                  </a:lnTo>
                  <a:lnTo>
                    <a:pt x="102" y="7177"/>
                  </a:lnTo>
                  <a:lnTo>
                    <a:pt x="95" y="7173"/>
                  </a:lnTo>
                  <a:lnTo>
                    <a:pt x="93" y="7171"/>
                  </a:lnTo>
                  <a:lnTo>
                    <a:pt x="91" y="7164"/>
                  </a:lnTo>
                  <a:lnTo>
                    <a:pt x="87" y="7162"/>
                  </a:lnTo>
                  <a:lnTo>
                    <a:pt x="85" y="7160"/>
                  </a:lnTo>
                  <a:lnTo>
                    <a:pt x="81" y="7154"/>
                  </a:lnTo>
                  <a:lnTo>
                    <a:pt x="81" y="7154"/>
                  </a:lnTo>
                  <a:cubicBezTo>
                    <a:pt x="75" y="7146"/>
                    <a:pt x="71" y="7142"/>
                    <a:pt x="67" y="7134"/>
                  </a:cubicBezTo>
                  <a:lnTo>
                    <a:pt x="67" y="7134"/>
                  </a:lnTo>
                  <a:lnTo>
                    <a:pt x="65" y="7129"/>
                  </a:lnTo>
                  <a:lnTo>
                    <a:pt x="63" y="7125"/>
                  </a:lnTo>
                  <a:lnTo>
                    <a:pt x="56" y="7119"/>
                  </a:lnTo>
                  <a:lnTo>
                    <a:pt x="54" y="7115"/>
                  </a:lnTo>
                  <a:lnTo>
                    <a:pt x="52" y="7111"/>
                  </a:lnTo>
                  <a:lnTo>
                    <a:pt x="52" y="7111"/>
                  </a:lnTo>
                  <a:lnTo>
                    <a:pt x="50" y="7105"/>
                  </a:lnTo>
                  <a:lnTo>
                    <a:pt x="50" y="7103"/>
                  </a:lnTo>
                  <a:lnTo>
                    <a:pt x="46" y="7099"/>
                  </a:lnTo>
                  <a:lnTo>
                    <a:pt x="44" y="7094"/>
                  </a:lnTo>
                  <a:lnTo>
                    <a:pt x="42" y="7092"/>
                  </a:lnTo>
                  <a:lnTo>
                    <a:pt x="40" y="7088"/>
                  </a:lnTo>
                  <a:lnTo>
                    <a:pt x="40" y="7084"/>
                  </a:lnTo>
                  <a:lnTo>
                    <a:pt x="36" y="7080"/>
                  </a:lnTo>
                  <a:lnTo>
                    <a:pt x="36" y="7078"/>
                  </a:lnTo>
                  <a:lnTo>
                    <a:pt x="34" y="7072"/>
                  </a:lnTo>
                  <a:lnTo>
                    <a:pt x="32" y="7070"/>
                  </a:lnTo>
                  <a:lnTo>
                    <a:pt x="30" y="7068"/>
                  </a:lnTo>
                  <a:lnTo>
                    <a:pt x="26" y="7062"/>
                  </a:lnTo>
                  <a:lnTo>
                    <a:pt x="26" y="7060"/>
                  </a:lnTo>
                  <a:lnTo>
                    <a:pt x="24" y="7051"/>
                  </a:lnTo>
                  <a:lnTo>
                    <a:pt x="24" y="7049"/>
                  </a:lnTo>
                  <a:lnTo>
                    <a:pt x="21" y="7043"/>
                  </a:lnTo>
                  <a:lnTo>
                    <a:pt x="19" y="7041"/>
                  </a:lnTo>
                  <a:lnTo>
                    <a:pt x="15" y="7033"/>
                  </a:lnTo>
                  <a:lnTo>
                    <a:pt x="15" y="7031"/>
                  </a:lnTo>
                  <a:lnTo>
                    <a:pt x="13" y="7022"/>
                  </a:lnTo>
                  <a:lnTo>
                    <a:pt x="13" y="7022"/>
                  </a:lnTo>
                  <a:lnTo>
                    <a:pt x="11" y="7018"/>
                  </a:lnTo>
                  <a:lnTo>
                    <a:pt x="11" y="7016"/>
                  </a:lnTo>
                  <a:lnTo>
                    <a:pt x="9" y="7010"/>
                  </a:lnTo>
                  <a:lnTo>
                    <a:pt x="5" y="7006"/>
                  </a:lnTo>
                  <a:lnTo>
                    <a:pt x="5" y="7002"/>
                  </a:lnTo>
                  <a:lnTo>
                    <a:pt x="3" y="6996"/>
                  </a:lnTo>
                  <a:lnTo>
                    <a:pt x="3" y="6996"/>
                  </a:lnTo>
                  <a:lnTo>
                    <a:pt x="1" y="6990"/>
                  </a:lnTo>
                  <a:lnTo>
                    <a:pt x="1" y="6988"/>
                  </a:lnTo>
                  <a:lnTo>
                    <a:pt x="1" y="6981"/>
                  </a:lnTo>
                  <a:lnTo>
                    <a:pt x="1" y="6977"/>
                  </a:lnTo>
                  <a:lnTo>
                    <a:pt x="1" y="6975"/>
                  </a:lnTo>
                  <a:lnTo>
                    <a:pt x="1" y="6967"/>
                  </a:lnTo>
                  <a:lnTo>
                    <a:pt x="1" y="6967"/>
                  </a:lnTo>
                  <a:lnTo>
                    <a:pt x="1" y="6959"/>
                  </a:lnTo>
                  <a:lnTo>
                    <a:pt x="1" y="6957"/>
                  </a:lnTo>
                  <a:lnTo>
                    <a:pt x="1" y="6951"/>
                  </a:lnTo>
                  <a:lnTo>
                    <a:pt x="1" y="6946"/>
                  </a:lnTo>
                  <a:lnTo>
                    <a:pt x="1" y="6944"/>
                  </a:lnTo>
                  <a:lnTo>
                    <a:pt x="1" y="6936"/>
                  </a:lnTo>
                  <a:lnTo>
                    <a:pt x="1" y="6722"/>
                  </a:lnTo>
                  <a:lnTo>
                    <a:pt x="1" y="411"/>
                  </a:lnTo>
                  <a:cubicBezTo>
                    <a:pt x="1" y="395"/>
                    <a:pt x="3" y="378"/>
                    <a:pt x="5" y="360"/>
                  </a:cubicBezTo>
                  <a:lnTo>
                    <a:pt x="5" y="358"/>
                  </a:lnTo>
                  <a:lnTo>
                    <a:pt x="9" y="350"/>
                  </a:lnTo>
                  <a:lnTo>
                    <a:pt x="11" y="343"/>
                  </a:lnTo>
                  <a:lnTo>
                    <a:pt x="11" y="339"/>
                  </a:lnTo>
                  <a:lnTo>
                    <a:pt x="11" y="337"/>
                  </a:lnTo>
                  <a:lnTo>
                    <a:pt x="13" y="333"/>
                  </a:lnTo>
                  <a:lnTo>
                    <a:pt x="15" y="325"/>
                  </a:lnTo>
                  <a:lnTo>
                    <a:pt x="15" y="325"/>
                  </a:lnTo>
                  <a:lnTo>
                    <a:pt x="19" y="319"/>
                  </a:lnTo>
                  <a:lnTo>
                    <a:pt x="21" y="317"/>
                  </a:lnTo>
                  <a:lnTo>
                    <a:pt x="24" y="313"/>
                  </a:lnTo>
                  <a:lnTo>
                    <a:pt x="26" y="309"/>
                  </a:lnTo>
                  <a:lnTo>
                    <a:pt x="30" y="302"/>
                  </a:lnTo>
                  <a:lnTo>
                    <a:pt x="32" y="294"/>
                  </a:lnTo>
                  <a:lnTo>
                    <a:pt x="32" y="292"/>
                  </a:lnTo>
                  <a:lnTo>
                    <a:pt x="36" y="276"/>
                  </a:lnTo>
                  <a:lnTo>
                    <a:pt x="36" y="276"/>
                  </a:lnTo>
                  <a:lnTo>
                    <a:pt x="40" y="267"/>
                  </a:lnTo>
                  <a:lnTo>
                    <a:pt x="40" y="265"/>
                  </a:lnTo>
                  <a:lnTo>
                    <a:pt x="42" y="261"/>
                  </a:lnTo>
                  <a:lnTo>
                    <a:pt x="44" y="257"/>
                  </a:lnTo>
                  <a:lnTo>
                    <a:pt x="46" y="253"/>
                  </a:lnTo>
                  <a:lnTo>
                    <a:pt x="50" y="251"/>
                  </a:lnTo>
                  <a:lnTo>
                    <a:pt x="52" y="245"/>
                  </a:lnTo>
                  <a:lnTo>
                    <a:pt x="54" y="243"/>
                  </a:lnTo>
                  <a:lnTo>
                    <a:pt x="56" y="237"/>
                  </a:lnTo>
                  <a:lnTo>
                    <a:pt x="61" y="232"/>
                  </a:lnTo>
                  <a:lnTo>
                    <a:pt x="63" y="230"/>
                  </a:lnTo>
                  <a:lnTo>
                    <a:pt x="65" y="224"/>
                  </a:lnTo>
                  <a:lnTo>
                    <a:pt x="67" y="222"/>
                  </a:lnTo>
                  <a:lnTo>
                    <a:pt x="71" y="216"/>
                  </a:lnTo>
                  <a:lnTo>
                    <a:pt x="73" y="214"/>
                  </a:lnTo>
                  <a:lnTo>
                    <a:pt x="77" y="210"/>
                  </a:lnTo>
                  <a:lnTo>
                    <a:pt x="77" y="206"/>
                  </a:lnTo>
                  <a:lnTo>
                    <a:pt x="83" y="200"/>
                  </a:lnTo>
                  <a:lnTo>
                    <a:pt x="83" y="200"/>
                  </a:lnTo>
                  <a:lnTo>
                    <a:pt x="87" y="191"/>
                  </a:lnTo>
                  <a:lnTo>
                    <a:pt x="87" y="191"/>
                  </a:lnTo>
                  <a:lnTo>
                    <a:pt x="93" y="185"/>
                  </a:lnTo>
                  <a:lnTo>
                    <a:pt x="95" y="183"/>
                  </a:lnTo>
                  <a:lnTo>
                    <a:pt x="102" y="179"/>
                  </a:lnTo>
                  <a:lnTo>
                    <a:pt x="112" y="169"/>
                  </a:lnTo>
                  <a:lnTo>
                    <a:pt x="112" y="169"/>
                  </a:lnTo>
                  <a:lnTo>
                    <a:pt x="114" y="165"/>
                  </a:lnTo>
                  <a:lnTo>
                    <a:pt x="116" y="163"/>
                  </a:lnTo>
                  <a:lnTo>
                    <a:pt x="118" y="160"/>
                  </a:lnTo>
                  <a:lnTo>
                    <a:pt x="122" y="158"/>
                  </a:lnTo>
                  <a:lnTo>
                    <a:pt x="126" y="152"/>
                  </a:lnTo>
                  <a:lnTo>
                    <a:pt x="128" y="150"/>
                  </a:lnTo>
                  <a:lnTo>
                    <a:pt x="139" y="140"/>
                  </a:lnTo>
                  <a:lnTo>
                    <a:pt x="145" y="134"/>
                  </a:lnTo>
                  <a:lnTo>
                    <a:pt x="145" y="134"/>
                  </a:lnTo>
                  <a:lnTo>
                    <a:pt x="149" y="130"/>
                  </a:lnTo>
                  <a:lnTo>
                    <a:pt x="149" y="130"/>
                  </a:lnTo>
                  <a:lnTo>
                    <a:pt x="155" y="123"/>
                  </a:lnTo>
                  <a:lnTo>
                    <a:pt x="157" y="121"/>
                  </a:lnTo>
                  <a:lnTo>
                    <a:pt x="163" y="117"/>
                  </a:lnTo>
                  <a:lnTo>
                    <a:pt x="174" y="109"/>
                  </a:lnTo>
                  <a:lnTo>
                    <a:pt x="176" y="107"/>
                  </a:lnTo>
                  <a:lnTo>
                    <a:pt x="178" y="103"/>
                  </a:lnTo>
                  <a:lnTo>
                    <a:pt x="180" y="101"/>
                  </a:lnTo>
                  <a:lnTo>
                    <a:pt x="184" y="99"/>
                  </a:lnTo>
                  <a:lnTo>
                    <a:pt x="188" y="97"/>
                  </a:lnTo>
                  <a:lnTo>
                    <a:pt x="188" y="97"/>
                  </a:lnTo>
                  <a:lnTo>
                    <a:pt x="194" y="93"/>
                  </a:lnTo>
                  <a:lnTo>
                    <a:pt x="196" y="91"/>
                  </a:lnTo>
                  <a:lnTo>
                    <a:pt x="200" y="88"/>
                  </a:lnTo>
                  <a:lnTo>
                    <a:pt x="204" y="86"/>
                  </a:lnTo>
                  <a:lnTo>
                    <a:pt x="209" y="80"/>
                  </a:lnTo>
                  <a:lnTo>
                    <a:pt x="211" y="80"/>
                  </a:lnTo>
                  <a:lnTo>
                    <a:pt x="219" y="76"/>
                  </a:lnTo>
                  <a:lnTo>
                    <a:pt x="219" y="76"/>
                  </a:lnTo>
                  <a:lnTo>
                    <a:pt x="227" y="70"/>
                  </a:lnTo>
                  <a:lnTo>
                    <a:pt x="227" y="70"/>
                  </a:lnTo>
                  <a:lnTo>
                    <a:pt x="235" y="68"/>
                  </a:lnTo>
                  <a:lnTo>
                    <a:pt x="237" y="68"/>
                  </a:lnTo>
                  <a:lnTo>
                    <a:pt x="241" y="66"/>
                  </a:lnTo>
                  <a:lnTo>
                    <a:pt x="246" y="62"/>
                  </a:lnTo>
                  <a:lnTo>
                    <a:pt x="250" y="60"/>
                  </a:lnTo>
                  <a:lnTo>
                    <a:pt x="258" y="58"/>
                  </a:lnTo>
                  <a:lnTo>
                    <a:pt x="258" y="58"/>
                  </a:lnTo>
                  <a:lnTo>
                    <a:pt x="262" y="56"/>
                  </a:lnTo>
                  <a:lnTo>
                    <a:pt x="268" y="51"/>
                  </a:lnTo>
                  <a:lnTo>
                    <a:pt x="272" y="49"/>
                  </a:lnTo>
                  <a:lnTo>
                    <a:pt x="276" y="47"/>
                  </a:lnTo>
                  <a:lnTo>
                    <a:pt x="281" y="45"/>
                  </a:lnTo>
                  <a:lnTo>
                    <a:pt x="283" y="41"/>
                  </a:lnTo>
                  <a:lnTo>
                    <a:pt x="289" y="39"/>
                  </a:lnTo>
                  <a:lnTo>
                    <a:pt x="291" y="39"/>
                  </a:lnTo>
                  <a:lnTo>
                    <a:pt x="299" y="37"/>
                  </a:lnTo>
                  <a:lnTo>
                    <a:pt x="301" y="37"/>
                  </a:lnTo>
                  <a:lnTo>
                    <a:pt x="309" y="35"/>
                  </a:lnTo>
                  <a:lnTo>
                    <a:pt x="309" y="35"/>
                  </a:lnTo>
                  <a:lnTo>
                    <a:pt x="318" y="31"/>
                  </a:lnTo>
                  <a:lnTo>
                    <a:pt x="320" y="31"/>
                  </a:lnTo>
                  <a:lnTo>
                    <a:pt x="328" y="29"/>
                  </a:lnTo>
                  <a:lnTo>
                    <a:pt x="330" y="29"/>
                  </a:lnTo>
                  <a:lnTo>
                    <a:pt x="338" y="27"/>
                  </a:lnTo>
                  <a:cubicBezTo>
                    <a:pt x="344" y="25"/>
                    <a:pt x="353" y="25"/>
                    <a:pt x="359" y="21"/>
                  </a:cubicBezTo>
                  <a:lnTo>
                    <a:pt x="361" y="21"/>
                  </a:lnTo>
                  <a:lnTo>
                    <a:pt x="365" y="21"/>
                  </a:lnTo>
                  <a:lnTo>
                    <a:pt x="373" y="21"/>
                  </a:lnTo>
                  <a:lnTo>
                    <a:pt x="375" y="21"/>
                  </a:lnTo>
                  <a:lnTo>
                    <a:pt x="379" y="21"/>
                  </a:lnTo>
                  <a:lnTo>
                    <a:pt x="361" y="0"/>
                  </a:lnTo>
                  <a:lnTo>
                    <a:pt x="363" y="0"/>
                  </a:lnTo>
                  <a:lnTo>
                    <a:pt x="371" y="0"/>
                  </a:lnTo>
                  <a:lnTo>
                    <a:pt x="373" y="0"/>
                  </a:lnTo>
                  <a:close/>
                </a:path>
              </a:pathLst>
            </a:custGeom>
            <a:solidFill>
              <a:srgbClr val="1B22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9"/>
            <p:cNvSpPr/>
            <p:nvPr/>
          </p:nvSpPr>
          <p:spPr>
            <a:xfrm>
              <a:off x="1191357" y="3683393"/>
              <a:ext cx="567535" cy="387889"/>
            </a:xfrm>
            <a:custGeom>
              <a:rect b="b" l="l" r="r" t="t"/>
              <a:pathLst>
                <a:path extrusionOk="0" h="8179" w="11967">
                  <a:moveTo>
                    <a:pt x="327" y="979"/>
                  </a:moveTo>
                  <a:lnTo>
                    <a:pt x="10991" y="17"/>
                  </a:lnTo>
                  <a:cubicBezTo>
                    <a:pt x="11176" y="0"/>
                    <a:pt x="11345" y="138"/>
                    <a:pt x="11361" y="325"/>
                  </a:cubicBezTo>
                  <a:lnTo>
                    <a:pt x="11948" y="6829"/>
                  </a:lnTo>
                  <a:cubicBezTo>
                    <a:pt x="11966" y="7014"/>
                    <a:pt x="11826" y="7183"/>
                    <a:pt x="11639" y="7199"/>
                  </a:cubicBezTo>
                  <a:lnTo>
                    <a:pt x="975" y="8160"/>
                  </a:lnTo>
                  <a:cubicBezTo>
                    <a:pt x="790" y="8178"/>
                    <a:pt x="619" y="8038"/>
                    <a:pt x="605" y="7851"/>
                  </a:cubicBezTo>
                  <a:lnTo>
                    <a:pt x="19" y="1349"/>
                  </a:lnTo>
                  <a:cubicBezTo>
                    <a:pt x="0" y="1162"/>
                    <a:pt x="142" y="993"/>
                    <a:pt x="327" y="979"/>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9"/>
            <p:cNvSpPr/>
            <p:nvPr/>
          </p:nvSpPr>
          <p:spPr>
            <a:xfrm>
              <a:off x="1192211" y="3683487"/>
              <a:ext cx="566349" cy="386324"/>
            </a:xfrm>
            <a:custGeom>
              <a:rect b="b" l="l" r="r" t="t"/>
              <a:pathLst>
                <a:path extrusionOk="0" h="8146" w="11942">
                  <a:moveTo>
                    <a:pt x="309" y="977"/>
                  </a:moveTo>
                  <a:lnTo>
                    <a:pt x="5409" y="4259"/>
                  </a:lnTo>
                  <a:cubicBezTo>
                    <a:pt x="5771" y="4493"/>
                    <a:pt x="6227" y="4452"/>
                    <a:pt x="6544" y="4156"/>
                  </a:cubicBezTo>
                  <a:lnTo>
                    <a:pt x="10973" y="15"/>
                  </a:lnTo>
                  <a:lnTo>
                    <a:pt x="10973" y="15"/>
                  </a:lnTo>
                  <a:cubicBezTo>
                    <a:pt x="11142" y="0"/>
                    <a:pt x="11296" y="113"/>
                    <a:pt x="11335" y="274"/>
                  </a:cubicBezTo>
                  <a:lnTo>
                    <a:pt x="9423" y="2065"/>
                  </a:lnTo>
                  <a:cubicBezTo>
                    <a:pt x="9073" y="2390"/>
                    <a:pt x="9030" y="2924"/>
                    <a:pt x="9320" y="3305"/>
                  </a:cubicBezTo>
                  <a:lnTo>
                    <a:pt x="11919" y="6694"/>
                  </a:lnTo>
                  <a:lnTo>
                    <a:pt x="11932" y="6831"/>
                  </a:lnTo>
                  <a:cubicBezTo>
                    <a:pt x="11942" y="6977"/>
                    <a:pt x="11860" y="7109"/>
                    <a:pt x="11734" y="7169"/>
                  </a:cubicBezTo>
                  <a:lnTo>
                    <a:pt x="9112" y="3747"/>
                  </a:lnTo>
                  <a:cubicBezTo>
                    <a:pt x="8948" y="3531"/>
                    <a:pt x="8724" y="3410"/>
                    <a:pt x="8452" y="3387"/>
                  </a:cubicBezTo>
                  <a:cubicBezTo>
                    <a:pt x="8181" y="3364"/>
                    <a:pt x="7940" y="3449"/>
                    <a:pt x="7743" y="3634"/>
                  </a:cubicBezTo>
                  <a:lnTo>
                    <a:pt x="6595" y="4707"/>
                  </a:lnTo>
                  <a:cubicBezTo>
                    <a:pt x="6279" y="4999"/>
                    <a:pt x="5822" y="5040"/>
                    <a:pt x="5460" y="4810"/>
                  </a:cubicBezTo>
                  <a:lnTo>
                    <a:pt x="3832" y="3763"/>
                  </a:lnTo>
                  <a:cubicBezTo>
                    <a:pt x="3593" y="3609"/>
                    <a:pt x="3326" y="3572"/>
                    <a:pt x="3056" y="3658"/>
                  </a:cubicBezTo>
                  <a:cubicBezTo>
                    <a:pt x="2787" y="3743"/>
                    <a:pt x="2586" y="3924"/>
                    <a:pt x="2474" y="4187"/>
                  </a:cubicBezTo>
                  <a:lnTo>
                    <a:pt x="827" y="8145"/>
                  </a:lnTo>
                  <a:cubicBezTo>
                    <a:pt x="700" y="8104"/>
                    <a:pt x="601" y="7991"/>
                    <a:pt x="589" y="7849"/>
                  </a:cubicBezTo>
                  <a:lnTo>
                    <a:pt x="568" y="7629"/>
                  </a:lnTo>
                  <a:lnTo>
                    <a:pt x="2232" y="3636"/>
                  </a:lnTo>
                  <a:cubicBezTo>
                    <a:pt x="2407" y="3218"/>
                    <a:pt x="2256" y="2745"/>
                    <a:pt x="1876" y="2501"/>
                  </a:cubicBezTo>
                  <a:lnTo>
                    <a:pt x="1" y="1294"/>
                  </a:lnTo>
                  <a:cubicBezTo>
                    <a:pt x="7" y="1131"/>
                    <a:pt x="138" y="991"/>
                    <a:pt x="309" y="977"/>
                  </a:cubicBezTo>
                  <a:close/>
                </a:path>
              </a:pathLst>
            </a:custGeom>
            <a:solidFill>
              <a:srgbClr val="1B22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9"/>
            <p:cNvSpPr/>
            <p:nvPr/>
          </p:nvSpPr>
          <p:spPr>
            <a:xfrm>
              <a:off x="1242624" y="3451057"/>
              <a:ext cx="149057" cy="204070"/>
            </a:xfrm>
            <a:custGeom>
              <a:rect b="b" l="l" r="r" t="t"/>
              <a:pathLst>
                <a:path extrusionOk="0" h="4303" w="3143">
                  <a:moveTo>
                    <a:pt x="2433" y="3959"/>
                  </a:moveTo>
                  <a:cubicBezTo>
                    <a:pt x="2433" y="3959"/>
                    <a:pt x="1" y="2057"/>
                    <a:pt x="906" y="1029"/>
                  </a:cubicBezTo>
                  <a:cubicBezTo>
                    <a:pt x="1810" y="1"/>
                    <a:pt x="2584" y="1763"/>
                    <a:pt x="2863" y="2750"/>
                  </a:cubicBezTo>
                  <a:cubicBezTo>
                    <a:pt x="3143" y="3733"/>
                    <a:pt x="2964" y="4303"/>
                    <a:pt x="2433" y="395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9"/>
            <p:cNvSpPr/>
            <p:nvPr/>
          </p:nvSpPr>
          <p:spPr>
            <a:xfrm>
              <a:off x="1398273" y="3495732"/>
              <a:ext cx="103434" cy="118657"/>
            </a:xfrm>
            <a:custGeom>
              <a:rect b="b" l="l" r="r" t="t"/>
              <a:pathLst>
                <a:path extrusionOk="0" h="2502" w="2181">
                  <a:moveTo>
                    <a:pt x="297" y="1956"/>
                  </a:moveTo>
                  <a:cubicBezTo>
                    <a:pt x="297" y="1956"/>
                    <a:pt x="1" y="1"/>
                    <a:pt x="1091" y="141"/>
                  </a:cubicBezTo>
                  <a:cubicBezTo>
                    <a:pt x="2180" y="282"/>
                    <a:pt x="1185" y="1718"/>
                    <a:pt x="910" y="2108"/>
                  </a:cubicBezTo>
                  <a:cubicBezTo>
                    <a:pt x="628" y="2501"/>
                    <a:pt x="299" y="2172"/>
                    <a:pt x="297" y="195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MAIN_POINT_1">
    <p:spTree>
      <p:nvGrpSpPr>
        <p:cNvPr id="272" name="Shape 272"/>
        <p:cNvGrpSpPr/>
        <p:nvPr/>
      </p:nvGrpSpPr>
      <p:grpSpPr>
        <a:xfrm>
          <a:off x="0" y="0"/>
          <a:ext cx="0" cy="0"/>
          <a:chOff x="0" y="0"/>
          <a:chExt cx="0" cy="0"/>
        </a:xfrm>
      </p:grpSpPr>
      <p:sp>
        <p:nvSpPr>
          <p:cNvPr id="273" name="Google Shape;273;p20"/>
          <p:cNvSpPr/>
          <p:nvPr/>
        </p:nvSpPr>
        <p:spPr>
          <a:xfrm>
            <a:off x="520575" y="819150"/>
            <a:ext cx="8079900" cy="3898800"/>
          </a:xfrm>
          <a:prstGeom prst="roundRect">
            <a:avLst>
              <a:gd fmla="val 3542" name="adj"/>
            </a:avLst>
          </a:pr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4" name="Google Shape;274;p20"/>
          <p:cNvGrpSpPr/>
          <p:nvPr/>
        </p:nvGrpSpPr>
        <p:grpSpPr>
          <a:xfrm>
            <a:off x="520563" y="326550"/>
            <a:ext cx="8079900" cy="426900"/>
            <a:chOff x="552450" y="401675"/>
            <a:chExt cx="8079900" cy="426900"/>
          </a:xfrm>
        </p:grpSpPr>
        <p:sp>
          <p:nvSpPr>
            <p:cNvPr id="275" name="Google Shape;275;p20"/>
            <p:cNvSpPr/>
            <p:nvPr/>
          </p:nvSpPr>
          <p:spPr>
            <a:xfrm>
              <a:off x="552450" y="401675"/>
              <a:ext cx="8079900" cy="426900"/>
            </a:xfrm>
            <a:prstGeom prst="roundRect">
              <a:avLst>
                <a:gd fmla="val 22312"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0"/>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0"/>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0"/>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9" name="Google Shape;279;p20"/>
          <p:cNvSpPr txBox="1"/>
          <p:nvPr>
            <p:ph idx="1" type="subTitle"/>
          </p:nvPr>
        </p:nvSpPr>
        <p:spPr>
          <a:xfrm rot="299">
            <a:off x="4572000" y="2896925"/>
            <a:ext cx="3447000" cy="8094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80" name="Google Shape;280;p20"/>
          <p:cNvSpPr txBox="1"/>
          <p:nvPr>
            <p:ph type="title"/>
          </p:nvPr>
        </p:nvSpPr>
        <p:spPr>
          <a:xfrm>
            <a:off x="4572000" y="1430375"/>
            <a:ext cx="3447000" cy="1466400"/>
          </a:xfrm>
          <a:prstGeom prst="rect">
            <a:avLst/>
          </a:prstGeom>
        </p:spPr>
        <p:txBody>
          <a:bodyPr anchorCtr="0" anchor="b"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sp>
        <p:nvSpPr>
          <p:cNvPr id="281" name="Google Shape;281;p20"/>
          <p:cNvSpPr/>
          <p:nvPr>
            <p:ph idx="2" type="pic"/>
          </p:nvPr>
        </p:nvSpPr>
        <p:spPr>
          <a:xfrm>
            <a:off x="1373525" y="1191463"/>
            <a:ext cx="2710200" cy="3028500"/>
          </a:xfrm>
          <a:prstGeom prst="roundRect">
            <a:avLst>
              <a:gd fmla="val 9964" name="adj"/>
            </a:avLst>
          </a:prstGeom>
          <a:noFill/>
          <a:ln cap="flat" cmpd="sng" w="19050">
            <a:solidFill>
              <a:schemeClr val="dk2"/>
            </a:solidFill>
            <a:prstDash val="solid"/>
            <a:round/>
            <a:headEnd len="sm" w="sm" type="none"/>
            <a:tailEnd len="sm" w="sm" type="none"/>
          </a:ln>
        </p:spPr>
      </p:sp>
      <p:sp>
        <p:nvSpPr>
          <p:cNvPr id="282" name="Google Shape;282;p20"/>
          <p:cNvSpPr/>
          <p:nvPr/>
        </p:nvSpPr>
        <p:spPr>
          <a:xfrm>
            <a:off x="5939543" y="4136625"/>
            <a:ext cx="940826" cy="716932"/>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104775">
              <a:schemeClr val="lt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0"/>
          <p:cNvSpPr/>
          <p:nvPr/>
        </p:nvSpPr>
        <p:spPr>
          <a:xfrm>
            <a:off x="4801063" y="4136625"/>
            <a:ext cx="940826" cy="716932"/>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104775">
              <a:schemeClr val="lt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4" name="Google Shape;284;p20"/>
          <p:cNvGrpSpPr/>
          <p:nvPr/>
        </p:nvGrpSpPr>
        <p:grpSpPr>
          <a:xfrm rot="1454298">
            <a:off x="118915" y="3968809"/>
            <a:ext cx="1128632" cy="1100045"/>
            <a:chOff x="7352643" y="433005"/>
            <a:chExt cx="1199742" cy="1169354"/>
          </a:xfrm>
        </p:grpSpPr>
        <p:sp>
          <p:nvSpPr>
            <p:cNvPr id="285" name="Google Shape;285;p20"/>
            <p:cNvSpPr/>
            <p:nvPr/>
          </p:nvSpPr>
          <p:spPr>
            <a:xfrm rot="-562243">
              <a:off x="7524655" y="539535"/>
              <a:ext cx="956261" cy="956261"/>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0"/>
            <p:cNvSpPr/>
            <p:nvPr/>
          </p:nvSpPr>
          <p:spPr>
            <a:xfrm rot="-9675424">
              <a:off x="7476279" y="557078"/>
              <a:ext cx="921645" cy="921645"/>
            </a:xfrm>
            <a:custGeom>
              <a:rect b="b" l="l" r="r" t="t"/>
              <a:pathLst>
                <a:path extrusionOk="0" h="18323" w="18323">
                  <a:moveTo>
                    <a:pt x="15639" y="2684"/>
                  </a:moveTo>
                  <a:cubicBezTo>
                    <a:pt x="17358" y="4401"/>
                    <a:pt x="18323" y="6731"/>
                    <a:pt x="18323" y="9162"/>
                  </a:cubicBezTo>
                  <a:cubicBezTo>
                    <a:pt x="18323" y="11590"/>
                    <a:pt x="17358" y="13920"/>
                    <a:pt x="15639" y="15639"/>
                  </a:cubicBezTo>
                  <a:cubicBezTo>
                    <a:pt x="13922" y="17356"/>
                    <a:pt x="11592" y="18323"/>
                    <a:pt x="9162" y="18323"/>
                  </a:cubicBezTo>
                  <a:cubicBezTo>
                    <a:pt x="6733" y="18323"/>
                    <a:pt x="4403" y="17356"/>
                    <a:pt x="2684" y="15639"/>
                  </a:cubicBezTo>
                  <a:cubicBezTo>
                    <a:pt x="967" y="13920"/>
                    <a:pt x="1" y="11590"/>
                    <a:pt x="1" y="9162"/>
                  </a:cubicBezTo>
                  <a:cubicBezTo>
                    <a:pt x="1" y="6731"/>
                    <a:pt x="967" y="4401"/>
                    <a:pt x="2684" y="2684"/>
                  </a:cubicBezTo>
                  <a:cubicBezTo>
                    <a:pt x="4403" y="965"/>
                    <a:pt x="6733" y="1"/>
                    <a:pt x="9162" y="1"/>
                  </a:cubicBezTo>
                  <a:cubicBezTo>
                    <a:pt x="11592" y="1"/>
                    <a:pt x="13922" y="965"/>
                    <a:pt x="15639" y="2684"/>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0"/>
            <p:cNvSpPr/>
            <p:nvPr/>
          </p:nvSpPr>
          <p:spPr>
            <a:xfrm rot="-9675424">
              <a:off x="7722870" y="932008"/>
              <a:ext cx="503703" cy="516228"/>
            </a:xfrm>
            <a:custGeom>
              <a:rect b="b" l="l" r="r" t="t"/>
              <a:pathLst>
                <a:path extrusionOk="0" h="10263" w="10014">
                  <a:moveTo>
                    <a:pt x="8596" y="30"/>
                  </a:moveTo>
                  <a:cubicBezTo>
                    <a:pt x="9008" y="54"/>
                    <a:pt x="9368" y="246"/>
                    <a:pt x="9620" y="536"/>
                  </a:cubicBezTo>
                  <a:cubicBezTo>
                    <a:pt x="9871" y="823"/>
                    <a:pt x="10013" y="1206"/>
                    <a:pt x="9986" y="1617"/>
                  </a:cubicBezTo>
                  <a:cubicBezTo>
                    <a:pt x="9962" y="2028"/>
                    <a:pt x="9769" y="2388"/>
                    <a:pt x="9481" y="2641"/>
                  </a:cubicBezTo>
                  <a:cubicBezTo>
                    <a:pt x="9193" y="2892"/>
                    <a:pt x="8810" y="3034"/>
                    <a:pt x="8401" y="3009"/>
                  </a:cubicBezTo>
                  <a:cubicBezTo>
                    <a:pt x="7990" y="2983"/>
                    <a:pt x="7630" y="2789"/>
                    <a:pt x="7379" y="2501"/>
                  </a:cubicBezTo>
                  <a:cubicBezTo>
                    <a:pt x="7126" y="2214"/>
                    <a:pt x="6984" y="1831"/>
                    <a:pt x="7011" y="1420"/>
                  </a:cubicBezTo>
                  <a:cubicBezTo>
                    <a:pt x="7036" y="1009"/>
                    <a:pt x="7229" y="649"/>
                    <a:pt x="7517" y="398"/>
                  </a:cubicBezTo>
                  <a:cubicBezTo>
                    <a:pt x="7805" y="145"/>
                    <a:pt x="8187" y="1"/>
                    <a:pt x="8596" y="30"/>
                  </a:cubicBezTo>
                  <a:close/>
                  <a:moveTo>
                    <a:pt x="3032" y="6968"/>
                  </a:moveTo>
                  <a:cubicBezTo>
                    <a:pt x="3482" y="6995"/>
                    <a:pt x="3879" y="7206"/>
                    <a:pt x="4155" y="7519"/>
                  </a:cubicBezTo>
                  <a:cubicBezTo>
                    <a:pt x="4432" y="7836"/>
                    <a:pt x="4587" y="8255"/>
                    <a:pt x="4558" y="8707"/>
                  </a:cubicBezTo>
                  <a:cubicBezTo>
                    <a:pt x="4531" y="9158"/>
                    <a:pt x="4319" y="9555"/>
                    <a:pt x="4007" y="9830"/>
                  </a:cubicBezTo>
                  <a:cubicBezTo>
                    <a:pt x="3690" y="10108"/>
                    <a:pt x="3270" y="10262"/>
                    <a:pt x="2818" y="10233"/>
                  </a:cubicBezTo>
                  <a:cubicBezTo>
                    <a:pt x="2368" y="10205"/>
                    <a:pt x="1971" y="9995"/>
                    <a:pt x="1695" y="9680"/>
                  </a:cubicBezTo>
                  <a:cubicBezTo>
                    <a:pt x="1418" y="9366"/>
                    <a:pt x="1263" y="8946"/>
                    <a:pt x="1292" y="8496"/>
                  </a:cubicBezTo>
                  <a:cubicBezTo>
                    <a:pt x="1319" y="8045"/>
                    <a:pt x="1531" y="7648"/>
                    <a:pt x="1843" y="7373"/>
                  </a:cubicBezTo>
                  <a:cubicBezTo>
                    <a:pt x="2160" y="7093"/>
                    <a:pt x="2582" y="6937"/>
                    <a:pt x="3032" y="6968"/>
                  </a:cubicBezTo>
                  <a:close/>
                  <a:moveTo>
                    <a:pt x="3949" y="7702"/>
                  </a:moveTo>
                  <a:cubicBezTo>
                    <a:pt x="3721" y="7441"/>
                    <a:pt x="3392" y="7268"/>
                    <a:pt x="3015" y="7241"/>
                  </a:cubicBezTo>
                  <a:cubicBezTo>
                    <a:pt x="2641" y="7217"/>
                    <a:pt x="2292" y="7348"/>
                    <a:pt x="2033" y="7576"/>
                  </a:cubicBezTo>
                  <a:cubicBezTo>
                    <a:pt x="1769" y="7805"/>
                    <a:pt x="1597" y="8134"/>
                    <a:pt x="1572" y="8510"/>
                  </a:cubicBezTo>
                  <a:cubicBezTo>
                    <a:pt x="1545" y="8884"/>
                    <a:pt x="1677" y="9234"/>
                    <a:pt x="1905" y="9493"/>
                  </a:cubicBezTo>
                  <a:cubicBezTo>
                    <a:pt x="2135" y="9756"/>
                    <a:pt x="2464" y="9929"/>
                    <a:pt x="2839" y="9954"/>
                  </a:cubicBezTo>
                  <a:cubicBezTo>
                    <a:pt x="3215" y="9980"/>
                    <a:pt x="3565" y="9849"/>
                    <a:pt x="3824" y="9621"/>
                  </a:cubicBezTo>
                  <a:cubicBezTo>
                    <a:pt x="4085" y="9390"/>
                    <a:pt x="4258" y="9061"/>
                    <a:pt x="4284" y="8687"/>
                  </a:cubicBezTo>
                  <a:cubicBezTo>
                    <a:pt x="4307" y="8313"/>
                    <a:pt x="4177" y="7965"/>
                    <a:pt x="3949" y="7702"/>
                  </a:cubicBezTo>
                  <a:close/>
                  <a:moveTo>
                    <a:pt x="1027" y="4124"/>
                  </a:moveTo>
                  <a:cubicBezTo>
                    <a:pt x="1288" y="4142"/>
                    <a:pt x="1518" y="4262"/>
                    <a:pt x="1679" y="4445"/>
                  </a:cubicBezTo>
                  <a:cubicBezTo>
                    <a:pt x="1841" y="4628"/>
                    <a:pt x="1932" y="4872"/>
                    <a:pt x="1913" y="5134"/>
                  </a:cubicBezTo>
                  <a:cubicBezTo>
                    <a:pt x="1895" y="5397"/>
                    <a:pt x="1776" y="5625"/>
                    <a:pt x="1592" y="5787"/>
                  </a:cubicBezTo>
                  <a:cubicBezTo>
                    <a:pt x="1409" y="5946"/>
                    <a:pt x="1165" y="6038"/>
                    <a:pt x="904" y="6022"/>
                  </a:cubicBezTo>
                  <a:cubicBezTo>
                    <a:pt x="640" y="6003"/>
                    <a:pt x="412" y="5882"/>
                    <a:pt x="254" y="5699"/>
                  </a:cubicBezTo>
                  <a:cubicBezTo>
                    <a:pt x="91" y="5516"/>
                    <a:pt x="1" y="5273"/>
                    <a:pt x="19" y="5010"/>
                  </a:cubicBezTo>
                  <a:cubicBezTo>
                    <a:pt x="36" y="4749"/>
                    <a:pt x="157" y="4519"/>
                    <a:pt x="340" y="4360"/>
                  </a:cubicBezTo>
                  <a:cubicBezTo>
                    <a:pt x="523" y="4196"/>
                    <a:pt x="768" y="4105"/>
                    <a:pt x="1027" y="4124"/>
                  </a:cubicBezTo>
                  <a:close/>
                  <a:moveTo>
                    <a:pt x="1471" y="4628"/>
                  </a:moveTo>
                  <a:cubicBezTo>
                    <a:pt x="1358" y="4496"/>
                    <a:pt x="1196" y="4412"/>
                    <a:pt x="1008" y="4399"/>
                  </a:cubicBezTo>
                  <a:cubicBezTo>
                    <a:pt x="823" y="4387"/>
                    <a:pt x="651" y="4451"/>
                    <a:pt x="521" y="4566"/>
                  </a:cubicBezTo>
                  <a:cubicBezTo>
                    <a:pt x="390" y="4679"/>
                    <a:pt x="305" y="4842"/>
                    <a:pt x="291" y="5029"/>
                  </a:cubicBezTo>
                  <a:cubicBezTo>
                    <a:pt x="278" y="5214"/>
                    <a:pt x="342" y="5389"/>
                    <a:pt x="455" y="5518"/>
                  </a:cubicBezTo>
                  <a:cubicBezTo>
                    <a:pt x="568" y="5646"/>
                    <a:pt x="733" y="5734"/>
                    <a:pt x="918" y="5746"/>
                  </a:cubicBezTo>
                  <a:cubicBezTo>
                    <a:pt x="1103" y="5759"/>
                    <a:pt x="1278" y="5695"/>
                    <a:pt x="1407" y="5582"/>
                  </a:cubicBezTo>
                  <a:cubicBezTo>
                    <a:pt x="1535" y="5469"/>
                    <a:pt x="1623" y="5304"/>
                    <a:pt x="1636" y="5119"/>
                  </a:cubicBezTo>
                  <a:cubicBezTo>
                    <a:pt x="1648" y="4928"/>
                    <a:pt x="1584" y="4757"/>
                    <a:pt x="1471" y="4628"/>
                  </a:cubicBezTo>
                  <a:close/>
                  <a:moveTo>
                    <a:pt x="8578" y="305"/>
                  </a:moveTo>
                  <a:cubicBezTo>
                    <a:pt x="8245" y="285"/>
                    <a:pt x="7930" y="400"/>
                    <a:pt x="7700" y="603"/>
                  </a:cubicBezTo>
                  <a:cubicBezTo>
                    <a:pt x="7465" y="809"/>
                    <a:pt x="7311" y="1101"/>
                    <a:pt x="7289" y="1436"/>
                  </a:cubicBezTo>
                  <a:cubicBezTo>
                    <a:pt x="7268" y="1769"/>
                    <a:pt x="7383" y="2080"/>
                    <a:pt x="7587" y="2314"/>
                  </a:cubicBezTo>
                  <a:cubicBezTo>
                    <a:pt x="7790" y="2549"/>
                    <a:pt x="8084" y="2703"/>
                    <a:pt x="8420" y="2726"/>
                  </a:cubicBezTo>
                  <a:cubicBezTo>
                    <a:pt x="8753" y="2746"/>
                    <a:pt x="9065" y="2631"/>
                    <a:pt x="9298" y="2427"/>
                  </a:cubicBezTo>
                  <a:cubicBezTo>
                    <a:pt x="9532" y="2224"/>
                    <a:pt x="9686" y="1930"/>
                    <a:pt x="9709" y="1595"/>
                  </a:cubicBezTo>
                  <a:cubicBezTo>
                    <a:pt x="9756" y="926"/>
                    <a:pt x="9250" y="348"/>
                    <a:pt x="8578" y="305"/>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0"/>
            <p:cNvSpPr/>
            <p:nvPr/>
          </p:nvSpPr>
          <p:spPr>
            <a:xfrm rot="-9675424">
              <a:off x="7501831" y="548847"/>
              <a:ext cx="847906" cy="768734"/>
            </a:xfrm>
            <a:custGeom>
              <a:rect b="b" l="l" r="r" t="t"/>
              <a:pathLst>
                <a:path extrusionOk="0" h="15283" w="16857">
                  <a:moveTo>
                    <a:pt x="14493" y="0"/>
                  </a:moveTo>
                  <a:cubicBezTo>
                    <a:pt x="15653" y="1289"/>
                    <a:pt x="16445" y="2904"/>
                    <a:pt x="16725" y="4676"/>
                  </a:cubicBezTo>
                  <a:cubicBezTo>
                    <a:pt x="16272" y="4697"/>
                    <a:pt x="15859" y="4874"/>
                    <a:pt x="15534" y="5159"/>
                  </a:cubicBezTo>
                  <a:cubicBezTo>
                    <a:pt x="15160" y="5488"/>
                    <a:pt x="14911" y="5961"/>
                    <a:pt x="14874" y="6498"/>
                  </a:cubicBezTo>
                  <a:cubicBezTo>
                    <a:pt x="14839" y="7035"/>
                    <a:pt x="15026" y="7537"/>
                    <a:pt x="15355" y="7911"/>
                  </a:cubicBezTo>
                  <a:cubicBezTo>
                    <a:pt x="15645" y="8244"/>
                    <a:pt x="16048" y="8476"/>
                    <a:pt x="16509" y="8552"/>
                  </a:cubicBezTo>
                  <a:cubicBezTo>
                    <a:pt x="15478" y="12311"/>
                    <a:pt x="12131" y="15053"/>
                    <a:pt x="8187" y="15266"/>
                  </a:cubicBezTo>
                  <a:cubicBezTo>
                    <a:pt x="8195" y="15201"/>
                    <a:pt x="8201" y="15139"/>
                    <a:pt x="8207" y="15075"/>
                  </a:cubicBezTo>
                  <a:cubicBezTo>
                    <a:pt x="8244" y="14479"/>
                    <a:pt x="8039" y="13926"/>
                    <a:pt x="7677" y="13510"/>
                  </a:cubicBezTo>
                  <a:cubicBezTo>
                    <a:pt x="7313" y="13093"/>
                    <a:pt x="6790" y="12819"/>
                    <a:pt x="6196" y="12780"/>
                  </a:cubicBezTo>
                  <a:cubicBezTo>
                    <a:pt x="5602" y="12741"/>
                    <a:pt x="5047" y="12947"/>
                    <a:pt x="4631" y="13309"/>
                  </a:cubicBezTo>
                  <a:cubicBezTo>
                    <a:pt x="4288" y="13611"/>
                    <a:pt x="4043" y="14016"/>
                    <a:pt x="3942" y="14485"/>
                  </a:cubicBezTo>
                  <a:cubicBezTo>
                    <a:pt x="2320" y="13759"/>
                    <a:pt x="954" y="12583"/>
                    <a:pt x="0" y="11117"/>
                  </a:cubicBezTo>
                  <a:cubicBezTo>
                    <a:pt x="3899" y="11551"/>
                    <a:pt x="5402" y="10839"/>
                    <a:pt x="6829" y="7921"/>
                  </a:cubicBezTo>
                  <a:cubicBezTo>
                    <a:pt x="8343" y="4826"/>
                    <a:pt x="11113" y="8604"/>
                    <a:pt x="12322" y="3691"/>
                  </a:cubicBezTo>
                  <a:cubicBezTo>
                    <a:pt x="12892" y="1372"/>
                    <a:pt x="13749" y="391"/>
                    <a:pt x="14493" y="0"/>
                  </a:cubicBezTo>
                  <a:close/>
                  <a:moveTo>
                    <a:pt x="16764" y="4954"/>
                  </a:moveTo>
                  <a:cubicBezTo>
                    <a:pt x="16365" y="4966"/>
                    <a:pt x="16001" y="5120"/>
                    <a:pt x="15717" y="5367"/>
                  </a:cubicBezTo>
                  <a:cubicBezTo>
                    <a:pt x="15396" y="5649"/>
                    <a:pt x="15180" y="6056"/>
                    <a:pt x="15151" y="6513"/>
                  </a:cubicBezTo>
                  <a:cubicBezTo>
                    <a:pt x="15123" y="6973"/>
                    <a:pt x="15283" y="7403"/>
                    <a:pt x="15563" y="7724"/>
                  </a:cubicBezTo>
                  <a:cubicBezTo>
                    <a:pt x="15818" y="8014"/>
                    <a:pt x="16171" y="8217"/>
                    <a:pt x="16579" y="8277"/>
                  </a:cubicBezTo>
                  <a:cubicBezTo>
                    <a:pt x="16700" y="7771"/>
                    <a:pt x="16782" y="7251"/>
                    <a:pt x="16815" y="6714"/>
                  </a:cubicBezTo>
                  <a:cubicBezTo>
                    <a:pt x="16856" y="6118"/>
                    <a:pt x="16838" y="5528"/>
                    <a:pt x="16764" y="4954"/>
                  </a:cubicBezTo>
                  <a:close/>
                  <a:moveTo>
                    <a:pt x="7905" y="15277"/>
                  </a:moveTo>
                  <a:cubicBezTo>
                    <a:pt x="7919" y="15205"/>
                    <a:pt x="7930" y="15133"/>
                    <a:pt x="7932" y="15055"/>
                  </a:cubicBezTo>
                  <a:cubicBezTo>
                    <a:pt x="7965" y="14536"/>
                    <a:pt x="7786" y="14053"/>
                    <a:pt x="7469" y="13693"/>
                  </a:cubicBezTo>
                  <a:cubicBezTo>
                    <a:pt x="7150" y="13329"/>
                    <a:pt x="6696" y="13091"/>
                    <a:pt x="6178" y="13056"/>
                  </a:cubicBezTo>
                  <a:cubicBezTo>
                    <a:pt x="5659" y="13021"/>
                    <a:pt x="5176" y="13200"/>
                    <a:pt x="4816" y="13518"/>
                  </a:cubicBezTo>
                  <a:cubicBezTo>
                    <a:pt x="4506" y="13790"/>
                    <a:pt x="4284" y="14164"/>
                    <a:pt x="4208" y="14594"/>
                  </a:cubicBezTo>
                  <a:cubicBezTo>
                    <a:pt x="5098" y="14960"/>
                    <a:pt x="6064" y="15190"/>
                    <a:pt x="7082" y="15258"/>
                  </a:cubicBezTo>
                  <a:cubicBezTo>
                    <a:pt x="7358" y="15279"/>
                    <a:pt x="7633" y="15283"/>
                    <a:pt x="7905" y="15277"/>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9" name="Google Shape;289;p20"/>
          <p:cNvSpPr/>
          <p:nvPr/>
        </p:nvSpPr>
        <p:spPr>
          <a:xfrm flipH="1">
            <a:off x="178957" y="3738137"/>
            <a:ext cx="452388" cy="452476"/>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0"/>
          <p:cNvSpPr/>
          <p:nvPr/>
        </p:nvSpPr>
        <p:spPr>
          <a:xfrm flipH="1">
            <a:off x="1373534" y="4603488"/>
            <a:ext cx="244483" cy="244522"/>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0"/>
          <p:cNvSpPr/>
          <p:nvPr/>
        </p:nvSpPr>
        <p:spPr>
          <a:xfrm>
            <a:off x="7078023" y="4136625"/>
            <a:ext cx="940826" cy="716932"/>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104775">
              <a:schemeClr val="lt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MAIN_POINT_1_1">
    <p:spTree>
      <p:nvGrpSpPr>
        <p:cNvPr id="292" name="Shape 292"/>
        <p:cNvGrpSpPr/>
        <p:nvPr/>
      </p:nvGrpSpPr>
      <p:grpSpPr>
        <a:xfrm>
          <a:off x="0" y="0"/>
          <a:ext cx="0" cy="0"/>
          <a:chOff x="0" y="0"/>
          <a:chExt cx="0" cy="0"/>
        </a:xfrm>
      </p:grpSpPr>
      <p:sp>
        <p:nvSpPr>
          <p:cNvPr id="293" name="Google Shape;293;p21"/>
          <p:cNvSpPr/>
          <p:nvPr/>
        </p:nvSpPr>
        <p:spPr>
          <a:xfrm>
            <a:off x="520575" y="819150"/>
            <a:ext cx="8079900" cy="3898800"/>
          </a:xfrm>
          <a:prstGeom prst="roundRect">
            <a:avLst>
              <a:gd fmla="val 3542" name="adj"/>
            </a:avLst>
          </a:pr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4" name="Google Shape;294;p21"/>
          <p:cNvGrpSpPr/>
          <p:nvPr/>
        </p:nvGrpSpPr>
        <p:grpSpPr>
          <a:xfrm>
            <a:off x="520563" y="326550"/>
            <a:ext cx="8079900" cy="426900"/>
            <a:chOff x="552450" y="401675"/>
            <a:chExt cx="8079900" cy="426900"/>
          </a:xfrm>
        </p:grpSpPr>
        <p:sp>
          <p:nvSpPr>
            <p:cNvPr id="295" name="Google Shape;295;p21"/>
            <p:cNvSpPr/>
            <p:nvPr/>
          </p:nvSpPr>
          <p:spPr>
            <a:xfrm>
              <a:off x="552450" y="401675"/>
              <a:ext cx="8079900" cy="426900"/>
            </a:xfrm>
            <a:prstGeom prst="roundRect">
              <a:avLst>
                <a:gd fmla="val 22312"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1"/>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1"/>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1"/>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9" name="Google Shape;299;p21"/>
          <p:cNvSpPr txBox="1"/>
          <p:nvPr>
            <p:ph idx="1" type="subTitle"/>
          </p:nvPr>
        </p:nvSpPr>
        <p:spPr>
          <a:xfrm rot="420">
            <a:off x="5358075" y="2660125"/>
            <a:ext cx="2456400" cy="9969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00" name="Google Shape;300;p21"/>
          <p:cNvSpPr txBox="1"/>
          <p:nvPr>
            <p:ph type="title"/>
          </p:nvPr>
        </p:nvSpPr>
        <p:spPr>
          <a:xfrm>
            <a:off x="5631513" y="2071775"/>
            <a:ext cx="1757400" cy="533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sp>
        <p:nvSpPr>
          <p:cNvPr id="301" name="Google Shape;301;p21"/>
          <p:cNvSpPr/>
          <p:nvPr>
            <p:ph idx="2" type="pic"/>
          </p:nvPr>
        </p:nvSpPr>
        <p:spPr>
          <a:xfrm>
            <a:off x="1481629" y="1635513"/>
            <a:ext cx="3247200" cy="1803300"/>
          </a:xfrm>
          <a:prstGeom prst="rect">
            <a:avLst/>
          </a:prstGeom>
          <a:noFill/>
          <a:ln>
            <a:noFill/>
          </a:ln>
        </p:spPr>
      </p:sp>
      <p:sp>
        <p:nvSpPr>
          <p:cNvPr id="302" name="Google Shape;302;p21"/>
          <p:cNvSpPr/>
          <p:nvPr/>
        </p:nvSpPr>
        <p:spPr>
          <a:xfrm>
            <a:off x="6802912" y="1040725"/>
            <a:ext cx="1046687" cy="165490"/>
          </a:xfrm>
          <a:custGeom>
            <a:rect b="b" l="l" r="r" t="t"/>
            <a:pathLst>
              <a:path extrusionOk="0" h="978" w="6186">
                <a:moveTo>
                  <a:pt x="488" y="1"/>
                </a:moveTo>
                <a:lnTo>
                  <a:pt x="5699" y="1"/>
                </a:lnTo>
                <a:cubicBezTo>
                  <a:pt x="5966" y="1"/>
                  <a:pt x="6186" y="221"/>
                  <a:pt x="6186" y="488"/>
                </a:cubicBezTo>
                <a:lnTo>
                  <a:pt x="6186" y="488"/>
                </a:lnTo>
                <a:cubicBezTo>
                  <a:pt x="6186" y="755"/>
                  <a:pt x="5966" y="978"/>
                  <a:pt x="5699" y="978"/>
                </a:cubicBezTo>
                <a:lnTo>
                  <a:pt x="488" y="978"/>
                </a:lnTo>
                <a:cubicBezTo>
                  <a:pt x="221" y="978"/>
                  <a:pt x="0" y="755"/>
                  <a:pt x="0" y="488"/>
                </a:cubicBezTo>
                <a:lnTo>
                  <a:pt x="0" y="488"/>
                </a:lnTo>
                <a:cubicBezTo>
                  <a:pt x="0" y="219"/>
                  <a:pt x="218" y="1"/>
                  <a:pt x="48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1"/>
          <p:cNvSpPr/>
          <p:nvPr/>
        </p:nvSpPr>
        <p:spPr>
          <a:xfrm>
            <a:off x="5154700" y="1138531"/>
            <a:ext cx="841444" cy="160244"/>
          </a:xfrm>
          <a:custGeom>
            <a:rect b="b" l="l" r="r" t="t"/>
            <a:pathLst>
              <a:path extrusionOk="0" h="947" w="4973">
                <a:moveTo>
                  <a:pt x="474" y="1"/>
                </a:moveTo>
                <a:lnTo>
                  <a:pt x="4500" y="1"/>
                </a:lnTo>
                <a:cubicBezTo>
                  <a:pt x="4759" y="1"/>
                  <a:pt x="4973" y="214"/>
                  <a:pt x="4973" y="474"/>
                </a:cubicBezTo>
                <a:lnTo>
                  <a:pt x="4973" y="474"/>
                </a:lnTo>
                <a:cubicBezTo>
                  <a:pt x="4973" y="733"/>
                  <a:pt x="4759" y="947"/>
                  <a:pt x="4500" y="947"/>
                </a:cubicBezTo>
                <a:lnTo>
                  <a:pt x="474" y="947"/>
                </a:lnTo>
                <a:cubicBezTo>
                  <a:pt x="214" y="947"/>
                  <a:pt x="1" y="733"/>
                  <a:pt x="1" y="474"/>
                </a:cubicBezTo>
                <a:lnTo>
                  <a:pt x="1" y="474"/>
                </a:lnTo>
                <a:cubicBezTo>
                  <a:pt x="1" y="214"/>
                  <a:pt x="214" y="1"/>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1"/>
          <p:cNvSpPr/>
          <p:nvPr/>
        </p:nvSpPr>
        <p:spPr>
          <a:xfrm>
            <a:off x="6071615" y="1138531"/>
            <a:ext cx="578673" cy="160244"/>
          </a:xfrm>
          <a:custGeom>
            <a:rect b="b" l="l" r="r" t="t"/>
            <a:pathLst>
              <a:path extrusionOk="0" h="947" w="3420">
                <a:moveTo>
                  <a:pt x="473" y="1"/>
                </a:moveTo>
                <a:lnTo>
                  <a:pt x="2947" y="1"/>
                </a:lnTo>
                <a:cubicBezTo>
                  <a:pt x="3206" y="1"/>
                  <a:pt x="3420" y="214"/>
                  <a:pt x="3420" y="474"/>
                </a:cubicBezTo>
                <a:lnTo>
                  <a:pt x="3420" y="474"/>
                </a:lnTo>
                <a:cubicBezTo>
                  <a:pt x="3420" y="733"/>
                  <a:pt x="3206" y="947"/>
                  <a:pt x="2947" y="947"/>
                </a:cubicBezTo>
                <a:lnTo>
                  <a:pt x="473" y="947"/>
                </a:lnTo>
                <a:cubicBezTo>
                  <a:pt x="214" y="947"/>
                  <a:pt x="0" y="733"/>
                  <a:pt x="0" y="474"/>
                </a:cubicBezTo>
                <a:lnTo>
                  <a:pt x="0" y="474"/>
                </a:lnTo>
                <a:cubicBezTo>
                  <a:pt x="0" y="214"/>
                  <a:pt x="212" y="1"/>
                  <a:pt x="473" y="1"/>
                </a:cubicBezTo>
                <a:close/>
              </a:path>
            </a:pathLst>
          </a:custGeom>
          <a:solidFill>
            <a:srgbClr val="6D6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1"/>
          <p:cNvSpPr/>
          <p:nvPr/>
        </p:nvSpPr>
        <p:spPr>
          <a:xfrm>
            <a:off x="6724910" y="1138531"/>
            <a:ext cx="793898" cy="160244"/>
          </a:xfrm>
          <a:custGeom>
            <a:rect b="b" l="l" r="r" t="t"/>
            <a:pathLst>
              <a:path extrusionOk="0" h="947" w="4692">
                <a:moveTo>
                  <a:pt x="474" y="1"/>
                </a:moveTo>
                <a:lnTo>
                  <a:pt x="4218" y="1"/>
                </a:lnTo>
                <a:cubicBezTo>
                  <a:pt x="4478" y="1"/>
                  <a:pt x="4691" y="214"/>
                  <a:pt x="4691" y="474"/>
                </a:cubicBezTo>
                <a:lnTo>
                  <a:pt x="4691" y="474"/>
                </a:lnTo>
                <a:cubicBezTo>
                  <a:pt x="4691" y="733"/>
                  <a:pt x="4478" y="947"/>
                  <a:pt x="4218" y="947"/>
                </a:cubicBezTo>
                <a:lnTo>
                  <a:pt x="474" y="947"/>
                </a:lnTo>
                <a:cubicBezTo>
                  <a:pt x="215" y="947"/>
                  <a:pt x="1" y="733"/>
                  <a:pt x="1" y="474"/>
                </a:cubicBezTo>
                <a:lnTo>
                  <a:pt x="1" y="474"/>
                </a:lnTo>
                <a:cubicBezTo>
                  <a:pt x="1" y="214"/>
                  <a:pt x="215" y="1"/>
                  <a:pt x="474" y="1"/>
                </a:cubicBezTo>
                <a:close/>
              </a:path>
            </a:pathLst>
          </a:custGeom>
          <a:solidFill>
            <a:srgbClr val="6D6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1"/>
          <p:cNvSpPr/>
          <p:nvPr/>
        </p:nvSpPr>
        <p:spPr>
          <a:xfrm>
            <a:off x="720012" y="4354900"/>
            <a:ext cx="1046687" cy="165490"/>
          </a:xfrm>
          <a:custGeom>
            <a:rect b="b" l="l" r="r" t="t"/>
            <a:pathLst>
              <a:path extrusionOk="0" h="978" w="6186">
                <a:moveTo>
                  <a:pt x="488" y="1"/>
                </a:moveTo>
                <a:lnTo>
                  <a:pt x="5699" y="1"/>
                </a:lnTo>
                <a:cubicBezTo>
                  <a:pt x="5966" y="1"/>
                  <a:pt x="6186" y="221"/>
                  <a:pt x="6186" y="488"/>
                </a:cubicBezTo>
                <a:lnTo>
                  <a:pt x="6186" y="488"/>
                </a:lnTo>
                <a:cubicBezTo>
                  <a:pt x="6186" y="755"/>
                  <a:pt x="5966" y="978"/>
                  <a:pt x="5699" y="978"/>
                </a:cubicBezTo>
                <a:lnTo>
                  <a:pt x="488" y="978"/>
                </a:lnTo>
                <a:cubicBezTo>
                  <a:pt x="221" y="978"/>
                  <a:pt x="0" y="755"/>
                  <a:pt x="0" y="488"/>
                </a:cubicBezTo>
                <a:lnTo>
                  <a:pt x="0" y="488"/>
                </a:lnTo>
                <a:cubicBezTo>
                  <a:pt x="0" y="219"/>
                  <a:pt x="218" y="1"/>
                  <a:pt x="488"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1"/>
          <p:cNvSpPr/>
          <p:nvPr/>
        </p:nvSpPr>
        <p:spPr>
          <a:xfrm>
            <a:off x="1366265" y="4272256"/>
            <a:ext cx="578673" cy="160244"/>
          </a:xfrm>
          <a:custGeom>
            <a:rect b="b" l="l" r="r" t="t"/>
            <a:pathLst>
              <a:path extrusionOk="0" h="947" w="3420">
                <a:moveTo>
                  <a:pt x="473" y="1"/>
                </a:moveTo>
                <a:lnTo>
                  <a:pt x="2947" y="1"/>
                </a:lnTo>
                <a:cubicBezTo>
                  <a:pt x="3206" y="1"/>
                  <a:pt x="3420" y="214"/>
                  <a:pt x="3420" y="474"/>
                </a:cubicBezTo>
                <a:lnTo>
                  <a:pt x="3420" y="474"/>
                </a:lnTo>
                <a:cubicBezTo>
                  <a:pt x="3420" y="733"/>
                  <a:pt x="3206" y="947"/>
                  <a:pt x="2947" y="947"/>
                </a:cubicBezTo>
                <a:lnTo>
                  <a:pt x="473" y="947"/>
                </a:lnTo>
                <a:cubicBezTo>
                  <a:pt x="214" y="947"/>
                  <a:pt x="0" y="733"/>
                  <a:pt x="0" y="474"/>
                </a:cubicBezTo>
                <a:lnTo>
                  <a:pt x="0" y="474"/>
                </a:lnTo>
                <a:cubicBezTo>
                  <a:pt x="0" y="214"/>
                  <a:pt x="212" y="1"/>
                  <a:pt x="473"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MAIN_POINT_1_1_1">
    <p:bg>
      <p:bgPr>
        <a:solidFill>
          <a:schemeClr val="accent2"/>
        </a:solidFill>
      </p:bgPr>
    </p:bg>
    <p:spTree>
      <p:nvGrpSpPr>
        <p:cNvPr id="308" name="Shape 308"/>
        <p:cNvGrpSpPr/>
        <p:nvPr/>
      </p:nvGrpSpPr>
      <p:grpSpPr>
        <a:xfrm>
          <a:off x="0" y="0"/>
          <a:ext cx="0" cy="0"/>
          <a:chOff x="0" y="0"/>
          <a:chExt cx="0" cy="0"/>
        </a:xfrm>
      </p:grpSpPr>
      <p:sp>
        <p:nvSpPr>
          <p:cNvPr id="309" name="Google Shape;309;p22"/>
          <p:cNvSpPr/>
          <p:nvPr/>
        </p:nvSpPr>
        <p:spPr>
          <a:xfrm>
            <a:off x="520575" y="819150"/>
            <a:ext cx="8079900" cy="3898800"/>
          </a:xfrm>
          <a:prstGeom prst="roundRect">
            <a:avLst>
              <a:gd fmla="val 354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0" name="Google Shape;310;p22"/>
          <p:cNvGrpSpPr/>
          <p:nvPr/>
        </p:nvGrpSpPr>
        <p:grpSpPr>
          <a:xfrm>
            <a:off x="520563" y="326550"/>
            <a:ext cx="8079900" cy="426900"/>
            <a:chOff x="552450" y="401675"/>
            <a:chExt cx="8079900" cy="426900"/>
          </a:xfrm>
        </p:grpSpPr>
        <p:sp>
          <p:nvSpPr>
            <p:cNvPr id="311" name="Google Shape;311;p22"/>
            <p:cNvSpPr/>
            <p:nvPr/>
          </p:nvSpPr>
          <p:spPr>
            <a:xfrm>
              <a:off x="552450" y="401675"/>
              <a:ext cx="8079900" cy="426900"/>
            </a:xfrm>
            <a:prstGeom prst="roundRect">
              <a:avLst>
                <a:gd fmla="val 22312"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2"/>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2"/>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2"/>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5" name="Google Shape;315;p22"/>
          <p:cNvSpPr txBox="1"/>
          <p:nvPr>
            <p:ph type="title"/>
          </p:nvPr>
        </p:nvSpPr>
        <p:spPr>
          <a:xfrm>
            <a:off x="720000" y="969225"/>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6" name="Google Shape;316;p22"/>
          <p:cNvSpPr txBox="1"/>
          <p:nvPr>
            <p:ph idx="1" type="body"/>
          </p:nvPr>
        </p:nvSpPr>
        <p:spPr>
          <a:xfrm>
            <a:off x="720000" y="1533525"/>
            <a:ext cx="7704000" cy="23241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chemeClr val="dk2"/>
              </a:buClr>
              <a:buSzPts val="1400"/>
              <a:buChar char="●"/>
              <a:defRPr>
                <a:solidFill>
                  <a:srgbClr val="434343"/>
                </a:solidFill>
              </a:defRPr>
            </a:lvl1pPr>
            <a:lvl2pPr indent="-317500" lvl="1" marL="914400" rtl="0">
              <a:lnSpc>
                <a:spcPct val="115000"/>
              </a:lnSpc>
              <a:spcBef>
                <a:spcPts val="0"/>
              </a:spcBef>
              <a:spcAft>
                <a:spcPts val="0"/>
              </a:spcAft>
              <a:buClr>
                <a:srgbClr val="434343"/>
              </a:buClr>
              <a:buSzPts val="1400"/>
              <a:buChar char="○"/>
              <a:defRPr>
                <a:solidFill>
                  <a:srgbClr val="434343"/>
                </a:solidFill>
              </a:defRPr>
            </a:lvl2pPr>
            <a:lvl3pPr indent="-317500" lvl="2" marL="1371600" rtl="0">
              <a:lnSpc>
                <a:spcPct val="115000"/>
              </a:lnSpc>
              <a:spcBef>
                <a:spcPts val="1600"/>
              </a:spcBef>
              <a:spcAft>
                <a:spcPts val="0"/>
              </a:spcAft>
              <a:buClr>
                <a:srgbClr val="434343"/>
              </a:buClr>
              <a:buSzPts val="1400"/>
              <a:buChar char="■"/>
              <a:defRPr>
                <a:solidFill>
                  <a:srgbClr val="434343"/>
                </a:solidFill>
              </a:defRPr>
            </a:lvl3pPr>
            <a:lvl4pPr indent="-317500" lvl="3" marL="1828800" rtl="0">
              <a:lnSpc>
                <a:spcPct val="115000"/>
              </a:lnSpc>
              <a:spcBef>
                <a:spcPts val="1600"/>
              </a:spcBef>
              <a:spcAft>
                <a:spcPts val="0"/>
              </a:spcAft>
              <a:buClr>
                <a:srgbClr val="434343"/>
              </a:buClr>
              <a:buSzPts val="1400"/>
              <a:buChar char="●"/>
              <a:defRPr>
                <a:solidFill>
                  <a:srgbClr val="434343"/>
                </a:solidFill>
              </a:defRPr>
            </a:lvl4pPr>
            <a:lvl5pPr indent="-317500" lvl="4" marL="2286000" rtl="0">
              <a:lnSpc>
                <a:spcPct val="115000"/>
              </a:lnSpc>
              <a:spcBef>
                <a:spcPts val="1600"/>
              </a:spcBef>
              <a:spcAft>
                <a:spcPts val="0"/>
              </a:spcAft>
              <a:buClr>
                <a:srgbClr val="434343"/>
              </a:buClr>
              <a:buSzPts val="1400"/>
              <a:buChar char="○"/>
              <a:defRPr>
                <a:solidFill>
                  <a:srgbClr val="434343"/>
                </a:solidFill>
              </a:defRPr>
            </a:lvl5pPr>
            <a:lvl6pPr indent="-317500" lvl="5" marL="2743200" rtl="0">
              <a:lnSpc>
                <a:spcPct val="115000"/>
              </a:lnSpc>
              <a:spcBef>
                <a:spcPts val="1600"/>
              </a:spcBef>
              <a:spcAft>
                <a:spcPts val="0"/>
              </a:spcAft>
              <a:buClr>
                <a:srgbClr val="434343"/>
              </a:buClr>
              <a:buSzPts val="1400"/>
              <a:buChar char="■"/>
              <a:defRPr>
                <a:solidFill>
                  <a:srgbClr val="434343"/>
                </a:solidFill>
              </a:defRPr>
            </a:lvl6pPr>
            <a:lvl7pPr indent="-317500" lvl="6" marL="3200400" rtl="0">
              <a:lnSpc>
                <a:spcPct val="115000"/>
              </a:lnSpc>
              <a:spcBef>
                <a:spcPts val="1600"/>
              </a:spcBef>
              <a:spcAft>
                <a:spcPts val="0"/>
              </a:spcAft>
              <a:buClr>
                <a:srgbClr val="434343"/>
              </a:buClr>
              <a:buSzPts val="1400"/>
              <a:buChar char="●"/>
              <a:defRPr>
                <a:solidFill>
                  <a:srgbClr val="434343"/>
                </a:solidFill>
              </a:defRPr>
            </a:lvl7pPr>
            <a:lvl8pPr indent="-317500" lvl="7" marL="3657600" rtl="0">
              <a:lnSpc>
                <a:spcPct val="115000"/>
              </a:lnSpc>
              <a:spcBef>
                <a:spcPts val="1600"/>
              </a:spcBef>
              <a:spcAft>
                <a:spcPts val="0"/>
              </a:spcAft>
              <a:buClr>
                <a:srgbClr val="434343"/>
              </a:buClr>
              <a:buSzPts val="1400"/>
              <a:buChar char="○"/>
              <a:defRPr>
                <a:solidFill>
                  <a:srgbClr val="434343"/>
                </a:solidFill>
              </a:defRPr>
            </a:lvl8pPr>
            <a:lvl9pPr indent="-317500" lvl="8" marL="4114800" rtl="0">
              <a:lnSpc>
                <a:spcPct val="115000"/>
              </a:lnSpc>
              <a:spcBef>
                <a:spcPts val="1600"/>
              </a:spcBef>
              <a:spcAft>
                <a:spcPts val="1600"/>
              </a:spcAft>
              <a:buClr>
                <a:srgbClr val="434343"/>
              </a:buClr>
              <a:buSzPts val="1400"/>
              <a:buChar char="■"/>
              <a:defRPr>
                <a:solidFill>
                  <a:srgbClr val="434343"/>
                </a:solidFill>
              </a:defRPr>
            </a:lvl9pPr>
          </a:lstStyle>
          <a:p/>
        </p:txBody>
      </p:sp>
      <p:sp>
        <p:nvSpPr>
          <p:cNvPr id="317" name="Google Shape;317;p22"/>
          <p:cNvSpPr/>
          <p:nvPr/>
        </p:nvSpPr>
        <p:spPr>
          <a:xfrm>
            <a:off x="5939543" y="4136625"/>
            <a:ext cx="940826" cy="716932"/>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104775">
              <a:schemeClr val="lt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2"/>
          <p:cNvSpPr/>
          <p:nvPr/>
        </p:nvSpPr>
        <p:spPr>
          <a:xfrm>
            <a:off x="4801063" y="4136625"/>
            <a:ext cx="940826" cy="716932"/>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104775">
              <a:schemeClr val="lt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2"/>
          <p:cNvSpPr/>
          <p:nvPr/>
        </p:nvSpPr>
        <p:spPr>
          <a:xfrm>
            <a:off x="7078023" y="4136625"/>
            <a:ext cx="940826" cy="716932"/>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104775">
              <a:schemeClr val="lt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2">
    <p:bg>
      <p:bgPr>
        <a:solidFill>
          <a:schemeClr val="accent2"/>
        </a:solidFill>
      </p:bgPr>
    </p:bg>
    <p:spTree>
      <p:nvGrpSpPr>
        <p:cNvPr id="320" name="Shape 320"/>
        <p:cNvGrpSpPr/>
        <p:nvPr/>
      </p:nvGrpSpPr>
      <p:grpSpPr>
        <a:xfrm>
          <a:off x="0" y="0"/>
          <a:ext cx="0" cy="0"/>
          <a:chOff x="0" y="0"/>
          <a:chExt cx="0" cy="0"/>
        </a:xfrm>
      </p:grpSpPr>
      <p:sp>
        <p:nvSpPr>
          <p:cNvPr id="321" name="Google Shape;321;p23"/>
          <p:cNvSpPr/>
          <p:nvPr/>
        </p:nvSpPr>
        <p:spPr>
          <a:xfrm>
            <a:off x="520575" y="819150"/>
            <a:ext cx="8079900" cy="3898800"/>
          </a:xfrm>
          <a:prstGeom prst="roundRect">
            <a:avLst>
              <a:gd fmla="val 354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2" name="Google Shape;322;p23"/>
          <p:cNvGrpSpPr/>
          <p:nvPr/>
        </p:nvGrpSpPr>
        <p:grpSpPr>
          <a:xfrm>
            <a:off x="520563" y="326550"/>
            <a:ext cx="8079900" cy="426900"/>
            <a:chOff x="552450" y="401675"/>
            <a:chExt cx="8079900" cy="426900"/>
          </a:xfrm>
        </p:grpSpPr>
        <p:sp>
          <p:nvSpPr>
            <p:cNvPr id="323" name="Google Shape;323;p23"/>
            <p:cNvSpPr/>
            <p:nvPr/>
          </p:nvSpPr>
          <p:spPr>
            <a:xfrm>
              <a:off x="552450" y="401675"/>
              <a:ext cx="8079900" cy="426900"/>
            </a:xfrm>
            <a:prstGeom prst="roundRect">
              <a:avLst>
                <a:gd fmla="val 22312"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3"/>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3"/>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3"/>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7" name="Google Shape;327;p23"/>
          <p:cNvSpPr txBox="1"/>
          <p:nvPr>
            <p:ph idx="1" type="subTitle"/>
          </p:nvPr>
        </p:nvSpPr>
        <p:spPr>
          <a:xfrm>
            <a:off x="1936263" y="3692325"/>
            <a:ext cx="2420100" cy="67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28" name="Google Shape;328;p23"/>
          <p:cNvSpPr txBox="1"/>
          <p:nvPr>
            <p:ph idx="2" type="subTitle"/>
          </p:nvPr>
        </p:nvSpPr>
        <p:spPr>
          <a:xfrm>
            <a:off x="4784638" y="3692275"/>
            <a:ext cx="2423100" cy="67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29" name="Google Shape;329;p23"/>
          <p:cNvSpPr txBox="1"/>
          <p:nvPr>
            <p:ph type="title"/>
          </p:nvPr>
        </p:nvSpPr>
        <p:spPr>
          <a:xfrm>
            <a:off x="720000" y="969225"/>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0" name="Google Shape;330;p23"/>
          <p:cNvSpPr txBox="1"/>
          <p:nvPr>
            <p:ph idx="3" type="title"/>
          </p:nvPr>
        </p:nvSpPr>
        <p:spPr>
          <a:xfrm>
            <a:off x="1941522" y="3274875"/>
            <a:ext cx="24096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18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331" name="Google Shape;331;p23"/>
          <p:cNvSpPr txBox="1"/>
          <p:nvPr>
            <p:ph idx="4" type="title"/>
          </p:nvPr>
        </p:nvSpPr>
        <p:spPr>
          <a:xfrm>
            <a:off x="4789134" y="3274825"/>
            <a:ext cx="24141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32" name="Google Shape;332;p23"/>
          <p:cNvSpPr/>
          <p:nvPr>
            <p:ph idx="5" type="pic"/>
          </p:nvPr>
        </p:nvSpPr>
        <p:spPr>
          <a:xfrm>
            <a:off x="2391313" y="1693650"/>
            <a:ext cx="1509900" cy="1452000"/>
          </a:xfrm>
          <a:prstGeom prst="roundRect">
            <a:avLst>
              <a:gd fmla="val 12275" name="adj"/>
            </a:avLst>
          </a:prstGeom>
          <a:noFill/>
          <a:ln cap="flat" cmpd="sng" w="19050">
            <a:solidFill>
              <a:schemeClr val="dk2"/>
            </a:solidFill>
            <a:prstDash val="solid"/>
            <a:round/>
            <a:headEnd len="sm" w="sm" type="none"/>
            <a:tailEnd len="sm" w="sm" type="none"/>
          </a:ln>
        </p:spPr>
      </p:sp>
      <p:sp>
        <p:nvSpPr>
          <p:cNvPr id="333" name="Google Shape;333;p23"/>
          <p:cNvSpPr/>
          <p:nvPr>
            <p:ph idx="6" type="pic"/>
          </p:nvPr>
        </p:nvSpPr>
        <p:spPr>
          <a:xfrm>
            <a:off x="5241238" y="1693639"/>
            <a:ext cx="1509900" cy="1452000"/>
          </a:xfrm>
          <a:prstGeom prst="roundRect">
            <a:avLst>
              <a:gd fmla="val 14418" name="adj"/>
            </a:avLst>
          </a:prstGeom>
          <a:noFill/>
          <a:ln cap="flat" cmpd="sng" w="19050">
            <a:solidFill>
              <a:schemeClr val="accent5"/>
            </a:solidFill>
            <a:prstDash val="solid"/>
            <a:round/>
            <a:headEnd len="sm" w="sm" type="none"/>
            <a:tailEnd len="sm" w="sm" type="none"/>
          </a:ln>
        </p:spPr>
      </p:sp>
      <p:sp>
        <p:nvSpPr>
          <p:cNvPr id="334" name="Google Shape;334;p23"/>
          <p:cNvSpPr/>
          <p:nvPr/>
        </p:nvSpPr>
        <p:spPr>
          <a:xfrm>
            <a:off x="7946263" y="1248225"/>
            <a:ext cx="878059" cy="669109"/>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104775">
              <a:schemeClr val="lt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3"/>
          <p:cNvSpPr/>
          <p:nvPr/>
        </p:nvSpPr>
        <p:spPr>
          <a:xfrm>
            <a:off x="7946263" y="2237190"/>
            <a:ext cx="878059" cy="669109"/>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104775">
              <a:schemeClr val="lt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3"/>
          <p:cNvSpPr/>
          <p:nvPr/>
        </p:nvSpPr>
        <p:spPr>
          <a:xfrm>
            <a:off x="7946263" y="3226156"/>
            <a:ext cx="878059" cy="669109"/>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104775">
              <a:schemeClr val="lt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337" name="Shape 337"/>
        <p:cNvGrpSpPr/>
        <p:nvPr/>
      </p:nvGrpSpPr>
      <p:grpSpPr>
        <a:xfrm>
          <a:off x="0" y="0"/>
          <a:ext cx="0" cy="0"/>
          <a:chOff x="0" y="0"/>
          <a:chExt cx="0" cy="0"/>
        </a:xfrm>
      </p:grpSpPr>
      <p:sp>
        <p:nvSpPr>
          <p:cNvPr id="338" name="Google Shape;338;p24"/>
          <p:cNvSpPr/>
          <p:nvPr/>
        </p:nvSpPr>
        <p:spPr>
          <a:xfrm>
            <a:off x="520575" y="819150"/>
            <a:ext cx="8079900" cy="3898800"/>
          </a:xfrm>
          <a:prstGeom prst="roundRect">
            <a:avLst>
              <a:gd fmla="val 3542" name="adj"/>
            </a:avLst>
          </a:pr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9" name="Google Shape;339;p24"/>
          <p:cNvGrpSpPr/>
          <p:nvPr/>
        </p:nvGrpSpPr>
        <p:grpSpPr>
          <a:xfrm>
            <a:off x="520563" y="326550"/>
            <a:ext cx="8079900" cy="426900"/>
            <a:chOff x="552450" y="401675"/>
            <a:chExt cx="8079900" cy="426900"/>
          </a:xfrm>
        </p:grpSpPr>
        <p:sp>
          <p:nvSpPr>
            <p:cNvPr id="340" name="Google Shape;340;p24"/>
            <p:cNvSpPr/>
            <p:nvPr/>
          </p:nvSpPr>
          <p:spPr>
            <a:xfrm>
              <a:off x="552450" y="401675"/>
              <a:ext cx="8079900" cy="426900"/>
            </a:xfrm>
            <a:prstGeom prst="roundRect">
              <a:avLst>
                <a:gd fmla="val 22312"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4"/>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4"/>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4"/>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4" name="Google Shape;344;p24"/>
          <p:cNvSpPr txBox="1"/>
          <p:nvPr>
            <p:ph type="title"/>
          </p:nvPr>
        </p:nvSpPr>
        <p:spPr>
          <a:xfrm>
            <a:off x="720000" y="969225"/>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5" name="Google Shape;345;p24"/>
          <p:cNvSpPr txBox="1"/>
          <p:nvPr>
            <p:ph idx="2" type="title"/>
          </p:nvPr>
        </p:nvSpPr>
        <p:spPr>
          <a:xfrm>
            <a:off x="923025" y="2121888"/>
            <a:ext cx="19569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0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46" name="Google Shape;346;p24"/>
          <p:cNvSpPr txBox="1"/>
          <p:nvPr>
            <p:ph idx="1" type="subTitle"/>
          </p:nvPr>
        </p:nvSpPr>
        <p:spPr>
          <a:xfrm>
            <a:off x="922125" y="2571749"/>
            <a:ext cx="1958700" cy="1243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47" name="Google Shape;347;p24"/>
          <p:cNvSpPr txBox="1"/>
          <p:nvPr>
            <p:ph idx="3" type="title"/>
          </p:nvPr>
        </p:nvSpPr>
        <p:spPr>
          <a:xfrm>
            <a:off x="3526675" y="2121900"/>
            <a:ext cx="19569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0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48" name="Google Shape;348;p24"/>
          <p:cNvSpPr txBox="1"/>
          <p:nvPr>
            <p:ph idx="4" type="subTitle"/>
          </p:nvPr>
        </p:nvSpPr>
        <p:spPr>
          <a:xfrm>
            <a:off x="3526675" y="2571899"/>
            <a:ext cx="1956900" cy="1243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49" name="Google Shape;349;p24"/>
          <p:cNvSpPr txBox="1"/>
          <p:nvPr>
            <p:ph idx="5" type="title"/>
          </p:nvPr>
        </p:nvSpPr>
        <p:spPr>
          <a:xfrm>
            <a:off x="6130350" y="2121888"/>
            <a:ext cx="19569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0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50" name="Google Shape;350;p24"/>
          <p:cNvSpPr txBox="1"/>
          <p:nvPr>
            <p:ph idx="6" type="subTitle"/>
          </p:nvPr>
        </p:nvSpPr>
        <p:spPr>
          <a:xfrm>
            <a:off x="6130350" y="2571899"/>
            <a:ext cx="1956900" cy="1243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51" name="Google Shape;351;p24"/>
          <p:cNvSpPr/>
          <p:nvPr/>
        </p:nvSpPr>
        <p:spPr>
          <a:xfrm>
            <a:off x="6929708" y="969222"/>
            <a:ext cx="196098" cy="195643"/>
          </a:xfrm>
          <a:custGeom>
            <a:rect b="b" l="l" r="r" t="t"/>
            <a:pathLst>
              <a:path extrusionOk="0" h="945" w="947">
                <a:moveTo>
                  <a:pt x="474" y="1"/>
                </a:moveTo>
                <a:lnTo>
                  <a:pt x="474" y="1"/>
                </a:lnTo>
                <a:cubicBezTo>
                  <a:pt x="735" y="1"/>
                  <a:pt x="947" y="212"/>
                  <a:pt x="947" y="474"/>
                </a:cubicBezTo>
                <a:lnTo>
                  <a:pt x="947" y="474"/>
                </a:lnTo>
                <a:cubicBezTo>
                  <a:pt x="947" y="733"/>
                  <a:pt x="735" y="944"/>
                  <a:pt x="474" y="944"/>
                </a:cubicBezTo>
                <a:lnTo>
                  <a:pt x="474" y="944"/>
                </a:lnTo>
                <a:cubicBezTo>
                  <a:pt x="214" y="944"/>
                  <a:pt x="1" y="733"/>
                  <a:pt x="1" y="474"/>
                </a:cubicBezTo>
                <a:lnTo>
                  <a:pt x="1" y="474"/>
                </a:lnTo>
                <a:cubicBezTo>
                  <a:pt x="1" y="212"/>
                  <a:pt x="214" y="1"/>
                  <a:pt x="47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4"/>
          <p:cNvSpPr/>
          <p:nvPr/>
        </p:nvSpPr>
        <p:spPr>
          <a:xfrm>
            <a:off x="7194649" y="969228"/>
            <a:ext cx="196097" cy="195643"/>
          </a:xfrm>
          <a:custGeom>
            <a:rect b="b" l="l" r="r" t="t"/>
            <a:pathLst>
              <a:path extrusionOk="0" h="947" w="949">
                <a:moveTo>
                  <a:pt x="473" y="1"/>
                </a:moveTo>
                <a:lnTo>
                  <a:pt x="948" y="947"/>
                </a:lnTo>
                <a:lnTo>
                  <a:pt x="0" y="947"/>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4"/>
          <p:cNvSpPr/>
          <p:nvPr/>
        </p:nvSpPr>
        <p:spPr>
          <a:xfrm>
            <a:off x="7489841" y="969228"/>
            <a:ext cx="779478" cy="195655"/>
          </a:xfrm>
          <a:custGeom>
            <a:rect b="b" l="l" r="r" t="t"/>
            <a:pathLst>
              <a:path extrusionOk="0" h="945" w="3067">
                <a:moveTo>
                  <a:pt x="473" y="1"/>
                </a:moveTo>
                <a:lnTo>
                  <a:pt x="2593" y="1"/>
                </a:lnTo>
                <a:cubicBezTo>
                  <a:pt x="2855" y="1"/>
                  <a:pt x="3066" y="212"/>
                  <a:pt x="3066" y="474"/>
                </a:cubicBezTo>
                <a:lnTo>
                  <a:pt x="3066" y="474"/>
                </a:lnTo>
                <a:cubicBezTo>
                  <a:pt x="3066" y="733"/>
                  <a:pt x="2855" y="944"/>
                  <a:pt x="2593" y="944"/>
                </a:cubicBezTo>
                <a:lnTo>
                  <a:pt x="473" y="944"/>
                </a:lnTo>
                <a:cubicBezTo>
                  <a:pt x="214" y="944"/>
                  <a:pt x="0" y="733"/>
                  <a:pt x="0" y="474"/>
                </a:cubicBezTo>
                <a:lnTo>
                  <a:pt x="0" y="474"/>
                </a:lnTo>
                <a:cubicBezTo>
                  <a:pt x="0" y="212"/>
                  <a:pt x="214" y="1"/>
                  <a:pt x="473" y="1"/>
                </a:cubicBezTo>
                <a:close/>
              </a:path>
            </a:pathLst>
          </a:custGeom>
          <a:solidFill>
            <a:srgbClr val="6D6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4"/>
          <p:cNvSpPr/>
          <p:nvPr/>
        </p:nvSpPr>
        <p:spPr>
          <a:xfrm>
            <a:off x="1261496" y="4407852"/>
            <a:ext cx="196107" cy="195650"/>
          </a:xfrm>
          <a:custGeom>
            <a:rect b="b" l="l" r="r" t="t"/>
            <a:pathLst>
              <a:path extrusionOk="0" h="945" w="947">
                <a:moveTo>
                  <a:pt x="474" y="1"/>
                </a:moveTo>
                <a:lnTo>
                  <a:pt x="474" y="1"/>
                </a:lnTo>
                <a:cubicBezTo>
                  <a:pt x="735" y="1"/>
                  <a:pt x="947" y="212"/>
                  <a:pt x="947" y="474"/>
                </a:cubicBezTo>
                <a:lnTo>
                  <a:pt x="947" y="474"/>
                </a:lnTo>
                <a:cubicBezTo>
                  <a:pt x="947" y="733"/>
                  <a:pt x="735" y="944"/>
                  <a:pt x="474" y="944"/>
                </a:cubicBezTo>
                <a:lnTo>
                  <a:pt x="474" y="944"/>
                </a:lnTo>
                <a:cubicBezTo>
                  <a:pt x="214" y="944"/>
                  <a:pt x="1" y="733"/>
                  <a:pt x="1" y="474"/>
                </a:cubicBezTo>
                <a:lnTo>
                  <a:pt x="1" y="474"/>
                </a:lnTo>
                <a:cubicBezTo>
                  <a:pt x="1" y="212"/>
                  <a:pt x="214" y="1"/>
                  <a:pt x="474"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4"/>
          <p:cNvSpPr/>
          <p:nvPr/>
        </p:nvSpPr>
        <p:spPr>
          <a:xfrm>
            <a:off x="922126" y="4407852"/>
            <a:ext cx="196107" cy="195650"/>
          </a:xfrm>
          <a:custGeom>
            <a:rect b="b" l="l" r="r" t="t"/>
            <a:pathLst>
              <a:path extrusionOk="0" h="945" w="947">
                <a:moveTo>
                  <a:pt x="474" y="1"/>
                </a:moveTo>
                <a:lnTo>
                  <a:pt x="474" y="1"/>
                </a:lnTo>
                <a:cubicBezTo>
                  <a:pt x="735" y="1"/>
                  <a:pt x="947" y="212"/>
                  <a:pt x="947" y="474"/>
                </a:cubicBezTo>
                <a:lnTo>
                  <a:pt x="947" y="474"/>
                </a:lnTo>
                <a:cubicBezTo>
                  <a:pt x="947" y="733"/>
                  <a:pt x="735" y="944"/>
                  <a:pt x="474" y="944"/>
                </a:cubicBezTo>
                <a:lnTo>
                  <a:pt x="474" y="944"/>
                </a:lnTo>
                <a:cubicBezTo>
                  <a:pt x="214" y="944"/>
                  <a:pt x="1" y="733"/>
                  <a:pt x="1" y="474"/>
                </a:cubicBezTo>
                <a:lnTo>
                  <a:pt x="1" y="474"/>
                </a:lnTo>
                <a:cubicBezTo>
                  <a:pt x="1" y="212"/>
                  <a:pt x="214" y="1"/>
                  <a:pt x="47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356" name="Shape 356"/>
        <p:cNvGrpSpPr/>
        <p:nvPr/>
      </p:nvGrpSpPr>
      <p:grpSpPr>
        <a:xfrm>
          <a:off x="0" y="0"/>
          <a:ext cx="0" cy="0"/>
          <a:chOff x="0" y="0"/>
          <a:chExt cx="0" cy="0"/>
        </a:xfrm>
      </p:grpSpPr>
      <p:sp>
        <p:nvSpPr>
          <p:cNvPr id="357" name="Google Shape;357;p25"/>
          <p:cNvSpPr/>
          <p:nvPr/>
        </p:nvSpPr>
        <p:spPr>
          <a:xfrm>
            <a:off x="520575" y="819150"/>
            <a:ext cx="8079900" cy="3898800"/>
          </a:xfrm>
          <a:prstGeom prst="roundRect">
            <a:avLst>
              <a:gd fmla="val 3542" name="adj"/>
            </a:avLst>
          </a:pr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8" name="Google Shape;358;p25"/>
          <p:cNvGrpSpPr/>
          <p:nvPr/>
        </p:nvGrpSpPr>
        <p:grpSpPr>
          <a:xfrm>
            <a:off x="520563" y="326550"/>
            <a:ext cx="8079900" cy="426900"/>
            <a:chOff x="552450" y="401675"/>
            <a:chExt cx="8079900" cy="426900"/>
          </a:xfrm>
        </p:grpSpPr>
        <p:sp>
          <p:nvSpPr>
            <p:cNvPr id="359" name="Google Shape;359;p25"/>
            <p:cNvSpPr/>
            <p:nvPr/>
          </p:nvSpPr>
          <p:spPr>
            <a:xfrm>
              <a:off x="552450" y="401675"/>
              <a:ext cx="8079900" cy="426900"/>
            </a:xfrm>
            <a:prstGeom prst="roundRect">
              <a:avLst>
                <a:gd fmla="val 22312"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5"/>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5"/>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5"/>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3" name="Google Shape;363;p25"/>
          <p:cNvSpPr txBox="1"/>
          <p:nvPr>
            <p:ph type="title"/>
          </p:nvPr>
        </p:nvSpPr>
        <p:spPr>
          <a:xfrm>
            <a:off x="720000" y="969225"/>
            <a:ext cx="3852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4" name="Google Shape;364;p25"/>
          <p:cNvSpPr txBox="1"/>
          <p:nvPr>
            <p:ph idx="2" type="title"/>
          </p:nvPr>
        </p:nvSpPr>
        <p:spPr>
          <a:xfrm>
            <a:off x="2163750" y="1808325"/>
            <a:ext cx="16080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0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65" name="Google Shape;365;p25"/>
          <p:cNvSpPr txBox="1"/>
          <p:nvPr>
            <p:ph idx="1" type="subTitle"/>
          </p:nvPr>
        </p:nvSpPr>
        <p:spPr>
          <a:xfrm>
            <a:off x="1815713" y="2342313"/>
            <a:ext cx="2304300" cy="564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66" name="Google Shape;366;p25"/>
          <p:cNvSpPr txBox="1"/>
          <p:nvPr>
            <p:ph idx="3" type="title"/>
          </p:nvPr>
        </p:nvSpPr>
        <p:spPr>
          <a:xfrm>
            <a:off x="5261384" y="1807500"/>
            <a:ext cx="16080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0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67" name="Google Shape;367;p25"/>
          <p:cNvSpPr txBox="1"/>
          <p:nvPr>
            <p:ph idx="4" type="subTitle"/>
          </p:nvPr>
        </p:nvSpPr>
        <p:spPr>
          <a:xfrm>
            <a:off x="4957215" y="2334075"/>
            <a:ext cx="2304300" cy="564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68" name="Google Shape;368;p25"/>
          <p:cNvSpPr txBox="1"/>
          <p:nvPr>
            <p:ph idx="5" type="title"/>
          </p:nvPr>
        </p:nvSpPr>
        <p:spPr>
          <a:xfrm>
            <a:off x="2163802" y="3363275"/>
            <a:ext cx="16080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0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69" name="Google Shape;369;p25"/>
          <p:cNvSpPr txBox="1"/>
          <p:nvPr>
            <p:ph idx="6" type="subTitle"/>
          </p:nvPr>
        </p:nvSpPr>
        <p:spPr>
          <a:xfrm>
            <a:off x="1815700" y="3867725"/>
            <a:ext cx="2304300" cy="564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70" name="Google Shape;370;p25"/>
          <p:cNvSpPr txBox="1"/>
          <p:nvPr>
            <p:ph idx="7" type="title"/>
          </p:nvPr>
        </p:nvSpPr>
        <p:spPr>
          <a:xfrm>
            <a:off x="5261375" y="3363275"/>
            <a:ext cx="16080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0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71" name="Google Shape;371;p25"/>
          <p:cNvSpPr txBox="1"/>
          <p:nvPr>
            <p:ph idx="8" type="subTitle"/>
          </p:nvPr>
        </p:nvSpPr>
        <p:spPr>
          <a:xfrm>
            <a:off x="4957202" y="3867725"/>
            <a:ext cx="2304300" cy="564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72" name="Google Shape;372;p25"/>
          <p:cNvSpPr/>
          <p:nvPr/>
        </p:nvSpPr>
        <p:spPr>
          <a:xfrm>
            <a:off x="6966975" y="1083425"/>
            <a:ext cx="986749" cy="199751"/>
          </a:xfrm>
          <a:custGeom>
            <a:rect b="b" l="l" r="r" t="t"/>
            <a:pathLst>
              <a:path extrusionOk="0" h="947" w="4694">
                <a:moveTo>
                  <a:pt x="475" y="1"/>
                </a:moveTo>
                <a:lnTo>
                  <a:pt x="4220" y="1"/>
                </a:lnTo>
                <a:cubicBezTo>
                  <a:pt x="4479" y="1"/>
                  <a:pt x="4693" y="215"/>
                  <a:pt x="4693" y="474"/>
                </a:cubicBezTo>
                <a:lnTo>
                  <a:pt x="4693" y="474"/>
                </a:lnTo>
                <a:cubicBezTo>
                  <a:pt x="4693" y="735"/>
                  <a:pt x="4479" y="947"/>
                  <a:pt x="4220" y="947"/>
                </a:cubicBezTo>
                <a:lnTo>
                  <a:pt x="475" y="947"/>
                </a:lnTo>
                <a:cubicBezTo>
                  <a:pt x="216" y="947"/>
                  <a:pt x="3" y="733"/>
                  <a:pt x="3" y="474"/>
                </a:cubicBezTo>
                <a:lnTo>
                  <a:pt x="3" y="474"/>
                </a:lnTo>
                <a:cubicBezTo>
                  <a:pt x="0" y="215"/>
                  <a:pt x="214" y="1"/>
                  <a:pt x="4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3" name="Google Shape;373;p25"/>
          <p:cNvGrpSpPr/>
          <p:nvPr/>
        </p:nvGrpSpPr>
        <p:grpSpPr>
          <a:xfrm>
            <a:off x="7580498" y="313907"/>
            <a:ext cx="1440046" cy="1407772"/>
            <a:chOff x="7499398" y="624507"/>
            <a:chExt cx="1440046" cy="1407772"/>
          </a:xfrm>
        </p:grpSpPr>
        <p:sp>
          <p:nvSpPr>
            <p:cNvPr id="374" name="Google Shape;374;p25"/>
            <p:cNvSpPr/>
            <p:nvPr/>
          </p:nvSpPr>
          <p:spPr>
            <a:xfrm rot="-497753">
              <a:off x="7734887" y="799728"/>
              <a:ext cx="1129014" cy="1129014"/>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5" name="Google Shape;375;p25"/>
            <p:cNvGrpSpPr/>
            <p:nvPr/>
          </p:nvGrpSpPr>
          <p:grpSpPr>
            <a:xfrm rot="-1343739">
              <a:off x="7664174" y="789203"/>
              <a:ext cx="1078029" cy="1078380"/>
              <a:chOff x="5759760" y="3433415"/>
              <a:chExt cx="583422" cy="583612"/>
            </a:xfrm>
          </p:grpSpPr>
          <p:sp>
            <p:nvSpPr>
              <p:cNvPr id="376" name="Google Shape;376;p25"/>
              <p:cNvSpPr/>
              <p:nvPr/>
            </p:nvSpPr>
            <p:spPr>
              <a:xfrm>
                <a:off x="5759760" y="3433415"/>
                <a:ext cx="583422" cy="583612"/>
              </a:xfrm>
              <a:custGeom>
                <a:rect b="b" l="l" r="r" t="t"/>
                <a:pathLst>
                  <a:path extrusionOk="0" h="12306" w="12302">
                    <a:moveTo>
                      <a:pt x="6540" y="217"/>
                    </a:moveTo>
                    <a:cubicBezTo>
                      <a:pt x="9818" y="430"/>
                      <a:pt x="12302" y="3262"/>
                      <a:pt x="12090" y="6542"/>
                    </a:cubicBezTo>
                    <a:cubicBezTo>
                      <a:pt x="11876" y="9820"/>
                      <a:pt x="9042" y="12306"/>
                      <a:pt x="5762" y="12092"/>
                    </a:cubicBezTo>
                    <a:cubicBezTo>
                      <a:pt x="2487" y="11878"/>
                      <a:pt x="1" y="9047"/>
                      <a:pt x="214" y="5767"/>
                    </a:cubicBezTo>
                    <a:cubicBezTo>
                      <a:pt x="426" y="2487"/>
                      <a:pt x="3260" y="1"/>
                      <a:pt x="6540" y="217"/>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5"/>
              <p:cNvSpPr/>
              <p:nvPr/>
            </p:nvSpPr>
            <p:spPr>
              <a:xfrm>
                <a:off x="5834360" y="3463578"/>
                <a:ext cx="315613" cy="339421"/>
              </a:xfrm>
              <a:custGeom>
                <a:rect b="b" l="l" r="r" t="t"/>
                <a:pathLst>
                  <a:path extrusionOk="0" h="7157" w="6655">
                    <a:moveTo>
                      <a:pt x="5732" y="251"/>
                    </a:moveTo>
                    <a:cubicBezTo>
                      <a:pt x="5999" y="269"/>
                      <a:pt x="6233" y="393"/>
                      <a:pt x="6398" y="580"/>
                    </a:cubicBezTo>
                    <a:cubicBezTo>
                      <a:pt x="6562" y="769"/>
                      <a:pt x="6655" y="1016"/>
                      <a:pt x="6636" y="1283"/>
                    </a:cubicBezTo>
                    <a:cubicBezTo>
                      <a:pt x="6620" y="1551"/>
                      <a:pt x="6497" y="1783"/>
                      <a:pt x="6307" y="1947"/>
                    </a:cubicBezTo>
                    <a:cubicBezTo>
                      <a:pt x="6122" y="2112"/>
                      <a:pt x="5874" y="2205"/>
                      <a:pt x="5606" y="2188"/>
                    </a:cubicBezTo>
                    <a:cubicBezTo>
                      <a:pt x="5339" y="2170"/>
                      <a:pt x="5104" y="2046"/>
                      <a:pt x="4940" y="1859"/>
                    </a:cubicBezTo>
                    <a:cubicBezTo>
                      <a:pt x="4775" y="1674"/>
                      <a:pt x="4683" y="1423"/>
                      <a:pt x="4701" y="1156"/>
                    </a:cubicBezTo>
                    <a:cubicBezTo>
                      <a:pt x="4720" y="888"/>
                      <a:pt x="4843" y="656"/>
                      <a:pt x="5030" y="492"/>
                    </a:cubicBezTo>
                    <a:cubicBezTo>
                      <a:pt x="5216" y="329"/>
                      <a:pt x="5464" y="237"/>
                      <a:pt x="5732" y="251"/>
                    </a:cubicBezTo>
                    <a:close/>
                    <a:moveTo>
                      <a:pt x="1535" y="4298"/>
                    </a:moveTo>
                    <a:cubicBezTo>
                      <a:pt x="1925" y="4323"/>
                      <a:pt x="2271" y="4506"/>
                      <a:pt x="2509" y="4777"/>
                    </a:cubicBezTo>
                    <a:cubicBezTo>
                      <a:pt x="2748" y="5051"/>
                      <a:pt x="2884" y="5417"/>
                      <a:pt x="2859" y="5805"/>
                    </a:cubicBezTo>
                    <a:cubicBezTo>
                      <a:pt x="2832" y="6196"/>
                      <a:pt x="2651" y="6541"/>
                      <a:pt x="2378" y="6780"/>
                    </a:cubicBezTo>
                    <a:cubicBezTo>
                      <a:pt x="2106" y="7018"/>
                      <a:pt x="1740" y="7156"/>
                      <a:pt x="1350" y="7129"/>
                    </a:cubicBezTo>
                    <a:cubicBezTo>
                      <a:pt x="959" y="7105"/>
                      <a:pt x="616" y="6922"/>
                      <a:pt x="375" y="6650"/>
                    </a:cubicBezTo>
                    <a:cubicBezTo>
                      <a:pt x="136" y="6377"/>
                      <a:pt x="1" y="6009"/>
                      <a:pt x="25" y="5622"/>
                    </a:cubicBezTo>
                    <a:cubicBezTo>
                      <a:pt x="52" y="5231"/>
                      <a:pt x="235" y="4886"/>
                      <a:pt x="507" y="4647"/>
                    </a:cubicBezTo>
                    <a:cubicBezTo>
                      <a:pt x="780" y="4409"/>
                      <a:pt x="1144" y="4271"/>
                      <a:pt x="1535" y="4298"/>
                    </a:cubicBezTo>
                    <a:close/>
                    <a:moveTo>
                      <a:pt x="2333" y="4937"/>
                    </a:moveTo>
                    <a:cubicBezTo>
                      <a:pt x="2133" y="4711"/>
                      <a:pt x="1845" y="4559"/>
                      <a:pt x="1522" y="4538"/>
                    </a:cubicBezTo>
                    <a:cubicBezTo>
                      <a:pt x="1195" y="4518"/>
                      <a:pt x="893" y="4629"/>
                      <a:pt x="667" y="4830"/>
                    </a:cubicBezTo>
                    <a:cubicBezTo>
                      <a:pt x="441" y="5028"/>
                      <a:pt x="289" y="5316"/>
                      <a:pt x="268" y="5639"/>
                    </a:cubicBezTo>
                    <a:cubicBezTo>
                      <a:pt x="247" y="5966"/>
                      <a:pt x="358" y="6270"/>
                      <a:pt x="558" y="6496"/>
                    </a:cubicBezTo>
                    <a:cubicBezTo>
                      <a:pt x="759" y="6722"/>
                      <a:pt x="1043" y="6872"/>
                      <a:pt x="1368" y="6893"/>
                    </a:cubicBezTo>
                    <a:cubicBezTo>
                      <a:pt x="1695" y="6914"/>
                      <a:pt x="1997" y="6805"/>
                      <a:pt x="2224" y="6603"/>
                    </a:cubicBezTo>
                    <a:cubicBezTo>
                      <a:pt x="2452" y="6406"/>
                      <a:pt x="2602" y="6118"/>
                      <a:pt x="2622" y="5793"/>
                    </a:cubicBezTo>
                    <a:cubicBezTo>
                      <a:pt x="2643" y="5468"/>
                      <a:pt x="2530" y="5164"/>
                      <a:pt x="2333" y="4937"/>
                    </a:cubicBezTo>
                    <a:close/>
                    <a:moveTo>
                      <a:pt x="3468" y="12"/>
                    </a:moveTo>
                    <a:cubicBezTo>
                      <a:pt x="3638" y="23"/>
                      <a:pt x="3788" y="103"/>
                      <a:pt x="3891" y="220"/>
                    </a:cubicBezTo>
                    <a:cubicBezTo>
                      <a:pt x="3998" y="339"/>
                      <a:pt x="4056" y="498"/>
                      <a:pt x="4043" y="668"/>
                    </a:cubicBezTo>
                    <a:cubicBezTo>
                      <a:pt x="4033" y="837"/>
                      <a:pt x="3953" y="987"/>
                      <a:pt x="3836" y="1092"/>
                    </a:cubicBezTo>
                    <a:cubicBezTo>
                      <a:pt x="3716" y="1197"/>
                      <a:pt x="3558" y="1257"/>
                      <a:pt x="3387" y="1244"/>
                    </a:cubicBezTo>
                    <a:cubicBezTo>
                      <a:pt x="3219" y="1234"/>
                      <a:pt x="3069" y="1154"/>
                      <a:pt x="2964" y="1034"/>
                    </a:cubicBezTo>
                    <a:cubicBezTo>
                      <a:pt x="2859" y="917"/>
                      <a:pt x="2799" y="757"/>
                      <a:pt x="2812" y="588"/>
                    </a:cubicBezTo>
                    <a:cubicBezTo>
                      <a:pt x="2826" y="420"/>
                      <a:pt x="2902" y="269"/>
                      <a:pt x="3021" y="165"/>
                    </a:cubicBezTo>
                    <a:cubicBezTo>
                      <a:pt x="3139" y="60"/>
                      <a:pt x="3299" y="0"/>
                      <a:pt x="3468" y="12"/>
                    </a:cubicBezTo>
                    <a:close/>
                    <a:moveTo>
                      <a:pt x="3756" y="339"/>
                    </a:moveTo>
                    <a:cubicBezTo>
                      <a:pt x="3682" y="253"/>
                      <a:pt x="3577" y="198"/>
                      <a:pt x="3455" y="193"/>
                    </a:cubicBezTo>
                    <a:cubicBezTo>
                      <a:pt x="3334" y="185"/>
                      <a:pt x="3221" y="226"/>
                      <a:pt x="3139" y="300"/>
                    </a:cubicBezTo>
                    <a:cubicBezTo>
                      <a:pt x="3054" y="374"/>
                      <a:pt x="2997" y="481"/>
                      <a:pt x="2993" y="601"/>
                    </a:cubicBezTo>
                    <a:cubicBezTo>
                      <a:pt x="2984" y="722"/>
                      <a:pt x="3026" y="835"/>
                      <a:pt x="3100" y="917"/>
                    </a:cubicBezTo>
                    <a:cubicBezTo>
                      <a:pt x="3176" y="1002"/>
                      <a:pt x="3281" y="1055"/>
                      <a:pt x="3402" y="1063"/>
                    </a:cubicBezTo>
                    <a:cubicBezTo>
                      <a:pt x="3521" y="1071"/>
                      <a:pt x="3634" y="1030"/>
                      <a:pt x="3716" y="956"/>
                    </a:cubicBezTo>
                    <a:cubicBezTo>
                      <a:pt x="3803" y="882"/>
                      <a:pt x="3856" y="775"/>
                      <a:pt x="3865" y="656"/>
                    </a:cubicBezTo>
                    <a:cubicBezTo>
                      <a:pt x="3871" y="537"/>
                      <a:pt x="3830" y="424"/>
                      <a:pt x="3756" y="339"/>
                    </a:cubicBezTo>
                    <a:close/>
                    <a:moveTo>
                      <a:pt x="5719" y="432"/>
                    </a:moveTo>
                    <a:cubicBezTo>
                      <a:pt x="5503" y="415"/>
                      <a:pt x="5300" y="492"/>
                      <a:pt x="5150" y="627"/>
                    </a:cubicBezTo>
                    <a:cubicBezTo>
                      <a:pt x="4998" y="761"/>
                      <a:pt x="4895" y="950"/>
                      <a:pt x="4882" y="1170"/>
                    </a:cubicBezTo>
                    <a:cubicBezTo>
                      <a:pt x="4866" y="1386"/>
                      <a:pt x="4944" y="1588"/>
                      <a:pt x="5078" y="1740"/>
                    </a:cubicBezTo>
                    <a:cubicBezTo>
                      <a:pt x="5211" y="1892"/>
                      <a:pt x="5401" y="1995"/>
                      <a:pt x="5619" y="2007"/>
                    </a:cubicBezTo>
                    <a:cubicBezTo>
                      <a:pt x="5834" y="2024"/>
                      <a:pt x="6038" y="1945"/>
                      <a:pt x="6190" y="1812"/>
                    </a:cubicBezTo>
                    <a:cubicBezTo>
                      <a:pt x="6342" y="1678"/>
                      <a:pt x="6445" y="1487"/>
                      <a:pt x="6458" y="1269"/>
                    </a:cubicBezTo>
                    <a:cubicBezTo>
                      <a:pt x="6486" y="835"/>
                      <a:pt x="6157" y="459"/>
                      <a:pt x="5719" y="43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5"/>
              <p:cNvSpPr/>
              <p:nvPr/>
            </p:nvSpPr>
            <p:spPr>
              <a:xfrm>
                <a:off x="5815058" y="3536707"/>
                <a:ext cx="519161" cy="470788"/>
              </a:xfrm>
              <a:custGeom>
                <a:rect b="b" l="l" r="r" t="t"/>
                <a:pathLst>
                  <a:path extrusionOk="0" h="9927" w="10947">
                    <a:moveTo>
                      <a:pt x="9412" y="0"/>
                    </a:moveTo>
                    <a:cubicBezTo>
                      <a:pt x="10165" y="837"/>
                      <a:pt x="10679" y="1886"/>
                      <a:pt x="10860" y="3038"/>
                    </a:cubicBezTo>
                    <a:lnTo>
                      <a:pt x="10887" y="3219"/>
                    </a:lnTo>
                    <a:cubicBezTo>
                      <a:pt x="10934" y="3591"/>
                      <a:pt x="10946" y="3973"/>
                      <a:pt x="10922" y="4364"/>
                    </a:cubicBezTo>
                    <a:cubicBezTo>
                      <a:pt x="10899" y="4714"/>
                      <a:pt x="10848" y="5053"/>
                      <a:pt x="10768" y="5380"/>
                    </a:cubicBezTo>
                    <a:lnTo>
                      <a:pt x="10722" y="5555"/>
                    </a:lnTo>
                    <a:cubicBezTo>
                      <a:pt x="10054" y="7998"/>
                      <a:pt x="7878" y="9778"/>
                      <a:pt x="5316" y="9916"/>
                    </a:cubicBezTo>
                    <a:cubicBezTo>
                      <a:pt x="5324" y="9875"/>
                      <a:pt x="5326" y="9834"/>
                      <a:pt x="5328" y="9793"/>
                    </a:cubicBezTo>
                    <a:cubicBezTo>
                      <a:pt x="5355" y="9408"/>
                      <a:pt x="5222" y="9048"/>
                      <a:pt x="4985" y="8779"/>
                    </a:cubicBezTo>
                    <a:cubicBezTo>
                      <a:pt x="4749" y="8507"/>
                      <a:pt x="4409" y="8329"/>
                      <a:pt x="4023" y="8302"/>
                    </a:cubicBezTo>
                    <a:cubicBezTo>
                      <a:pt x="3638" y="8277"/>
                      <a:pt x="3278" y="8411"/>
                      <a:pt x="3009" y="8647"/>
                    </a:cubicBezTo>
                    <a:cubicBezTo>
                      <a:pt x="2785" y="8843"/>
                      <a:pt x="2626" y="9106"/>
                      <a:pt x="2561" y="9410"/>
                    </a:cubicBezTo>
                    <a:cubicBezTo>
                      <a:pt x="1508" y="8939"/>
                      <a:pt x="622" y="8174"/>
                      <a:pt x="0" y="7222"/>
                    </a:cubicBezTo>
                    <a:cubicBezTo>
                      <a:pt x="2532" y="7506"/>
                      <a:pt x="3509" y="7043"/>
                      <a:pt x="4434" y="5147"/>
                    </a:cubicBezTo>
                    <a:cubicBezTo>
                      <a:pt x="5417" y="3138"/>
                      <a:pt x="7218" y="5590"/>
                      <a:pt x="8004" y="2400"/>
                    </a:cubicBezTo>
                    <a:cubicBezTo>
                      <a:pt x="8370" y="893"/>
                      <a:pt x="8929" y="253"/>
                      <a:pt x="9412" y="0"/>
                    </a:cubicBezTo>
                    <a:close/>
                    <a:moveTo>
                      <a:pt x="5131" y="9922"/>
                    </a:moveTo>
                    <a:cubicBezTo>
                      <a:pt x="5139" y="9875"/>
                      <a:pt x="5148" y="9828"/>
                      <a:pt x="5150" y="9778"/>
                    </a:cubicBezTo>
                    <a:cubicBezTo>
                      <a:pt x="5170" y="9441"/>
                      <a:pt x="5055" y="9126"/>
                      <a:pt x="4849" y="8894"/>
                    </a:cubicBezTo>
                    <a:cubicBezTo>
                      <a:pt x="4644" y="8660"/>
                      <a:pt x="4348" y="8503"/>
                      <a:pt x="4010" y="8479"/>
                    </a:cubicBezTo>
                    <a:cubicBezTo>
                      <a:pt x="3673" y="8458"/>
                      <a:pt x="3361" y="8575"/>
                      <a:pt x="3124" y="8781"/>
                    </a:cubicBezTo>
                    <a:cubicBezTo>
                      <a:pt x="2921" y="8958"/>
                      <a:pt x="2777" y="9203"/>
                      <a:pt x="2729" y="9482"/>
                    </a:cubicBezTo>
                    <a:cubicBezTo>
                      <a:pt x="3309" y="9719"/>
                      <a:pt x="3936" y="9871"/>
                      <a:pt x="4594" y="9912"/>
                    </a:cubicBezTo>
                    <a:cubicBezTo>
                      <a:pt x="4777" y="9924"/>
                      <a:pt x="4954" y="9926"/>
                      <a:pt x="5131" y="992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5"/>
              <p:cNvSpPr/>
              <p:nvPr/>
            </p:nvSpPr>
            <p:spPr>
              <a:xfrm>
                <a:off x="6114357" y="3762165"/>
                <a:ext cx="55724" cy="55630"/>
              </a:xfrm>
              <a:custGeom>
                <a:rect b="b" l="l" r="r" t="t"/>
                <a:pathLst>
                  <a:path extrusionOk="0" h="1173" w="1175">
                    <a:moveTo>
                      <a:pt x="626" y="19"/>
                    </a:moveTo>
                    <a:cubicBezTo>
                      <a:pt x="936" y="40"/>
                      <a:pt x="1175" y="309"/>
                      <a:pt x="1154" y="624"/>
                    </a:cubicBezTo>
                    <a:cubicBezTo>
                      <a:pt x="1133" y="934"/>
                      <a:pt x="864" y="1173"/>
                      <a:pt x="552" y="1152"/>
                    </a:cubicBezTo>
                    <a:cubicBezTo>
                      <a:pt x="237" y="1132"/>
                      <a:pt x="0" y="862"/>
                      <a:pt x="21" y="550"/>
                    </a:cubicBezTo>
                    <a:cubicBezTo>
                      <a:pt x="42" y="237"/>
                      <a:pt x="311" y="1"/>
                      <a:pt x="626" y="1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80" name="Google Shape;380;p25"/>
          <p:cNvSpPr/>
          <p:nvPr/>
        </p:nvSpPr>
        <p:spPr>
          <a:xfrm>
            <a:off x="276638" y="4345000"/>
            <a:ext cx="886720" cy="199751"/>
          </a:xfrm>
          <a:custGeom>
            <a:rect b="b" l="l" r="r" t="t"/>
            <a:pathLst>
              <a:path extrusionOk="0" h="947" w="4694">
                <a:moveTo>
                  <a:pt x="475" y="1"/>
                </a:moveTo>
                <a:lnTo>
                  <a:pt x="4220" y="1"/>
                </a:lnTo>
                <a:cubicBezTo>
                  <a:pt x="4479" y="1"/>
                  <a:pt x="4693" y="215"/>
                  <a:pt x="4693" y="474"/>
                </a:cubicBezTo>
                <a:lnTo>
                  <a:pt x="4693" y="474"/>
                </a:lnTo>
                <a:cubicBezTo>
                  <a:pt x="4693" y="735"/>
                  <a:pt x="4479" y="947"/>
                  <a:pt x="4220" y="947"/>
                </a:cubicBezTo>
                <a:lnTo>
                  <a:pt x="475" y="947"/>
                </a:lnTo>
                <a:cubicBezTo>
                  <a:pt x="216" y="947"/>
                  <a:pt x="3" y="733"/>
                  <a:pt x="3" y="474"/>
                </a:cubicBezTo>
                <a:lnTo>
                  <a:pt x="3" y="474"/>
                </a:lnTo>
                <a:cubicBezTo>
                  <a:pt x="0" y="215"/>
                  <a:pt x="214" y="1"/>
                  <a:pt x="475"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381" name="Shape 381"/>
        <p:cNvGrpSpPr/>
        <p:nvPr/>
      </p:nvGrpSpPr>
      <p:grpSpPr>
        <a:xfrm>
          <a:off x="0" y="0"/>
          <a:ext cx="0" cy="0"/>
          <a:chOff x="0" y="0"/>
          <a:chExt cx="0" cy="0"/>
        </a:xfrm>
      </p:grpSpPr>
      <p:sp>
        <p:nvSpPr>
          <p:cNvPr id="382" name="Google Shape;382;p26"/>
          <p:cNvSpPr/>
          <p:nvPr/>
        </p:nvSpPr>
        <p:spPr>
          <a:xfrm>
            <a:off x="520575" y="819150"/>
            <a:ext cx="8079900" cy="3898800"/>
          </a:xfrm>
          <a:prstGeom prst="roundRect">
            <a:avLst>
              <a:gd fmla="val 3542" name="adj"/>
            </a:avLst>
          </a:pr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3" name="Google Shape;383;p26"/>
          <p:cNvGrpSpPr/>
          <p:nvPr/>
        </p:nvGrpSpPr>
        <p:grpSpPr>
          <a:xfrm>
            <a:off x="520563" y="326550"/>
            <a:ext cx="8079900" cy="426900"/>
            <a:chOff x="552450" y="401675"/>
            <a:chExt cx="8079900" cy="426900"/>
          </a:xfrm>
        </p:grpSpPr>
        <p:sp>
          <p:nvSpPr>
            <p:cNvPr id="384" name="Google Shape;384;p26"/>
            <p:cNvSpPr/>
            <p:nvPr/>
          </p:nvSpPr>
          <p:spPr>
            <a:xfrm>
              <a:off x="552450" y="401675"/>
              <a:ext cx="8079900" cy="426900"/>
            </a:xfrm>
            <a:prstGeom prst="roundRect">
              <a:avLst>
                <a:gd fmla="val 22312"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6"/>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6"/>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6"/>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8" name="Google Shape;388;p26"/>
          <p:cNvSpPr txBox="1"/>
          <p:nvPr>
            <p:ph type="title"/>
          </p:nvPr>
        </p:nvSpPr>
        <p:spPr>
          <a:xfrm>
            <a:off x="720000" y="969225"/>
            <a:ext cx="7704000" cy="5643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9" name="Google Shape;389;p26"/>
          <p:cNvSpPr txBox="1"/>
          <p:nvPr>
            <p:ph idx="2" type="title"/>
          </p:nvPr>
        </p:nvSpPr>
        <p:spPr>
          <a:xfrm>
            <a:off x="903750" y="1749300"/>
            <a:ext cx="19380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0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90" name="Google Shape;390;p26"/>
          <p:cNvSpPr txBox="1"/>
          <p:nvPr>
            <p:ph idx="1" type="subTitle"/>
          </p:nvPr>
        </p:nvSpPr>
        <p:spPr>
          <a:xfrm>
            <a:off x="925988" y="2277000"/>
            <a:ext cx="1938000" cy="564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91" name="Google Shape;391;p26"/>
          <p:cNvSpPr txBox="1"/>
          <p:nvPr>
            <p:ph idx="3" type="title"/>
          </p:nvPr>
        </p:nvSpPr>
        <p:spPr>
          <a:xfrm>
            <a:off x="3602719" y="1749300"/>
            <a:ext cx="19386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0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92" name="Google Shape;392;p26"/>
          <p:cNvSpPr txBox="1"/>
          <p:nvPr>
            <p:ph idx="4" type="subTitle"/>
          </p:nvPr>
        </p:nvSpPr>
        <p:spPr>
          <a:xfrm>
            <a:off x="3613313" y="2277000"/>
            <a:ext cx="1938600" cy="564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93" name="Google Shape;393;p26"/>
          <p:cNvSpPr txBox="1"/>
          <p:nvPr>
            <p:ph idx="5" type="title"/>
          </p:nvPr>
        </p:nvSpPr>
        <p:spPr>
          <a:xfrm>
            <a:off x="903450" y="3254250"/>
            <a:ext cx="19386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0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94" name="Google Shape;394;p26"/>
          <p:cNvSpPr txBox="1"/>
          <p:nvPr>
            <p:ph idx="6" type="subTitle"/>
          </p:nvPr>
        </p:nvSpPr>
        <p:spPr>
          <a:xfrm>
            <a:off x="926063" y="3769350"/>
            <a:ext cx="1938600" cy="564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95" name="Google Shape;395;p26"/>
          <p:cNvSpPr txBox="1"/>
          <p:nvPr>
            <p:ph idx="7" type="title"/>
          </p:nvPr>
        </p:nvSpPr>
        <p:spPr>
          <a:xfrm>
            <a:off x="3602719" y="3254250"/>
            <a:ext cx="19386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0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96" name="Google Shape;396;p26"/>
          <p:cNvSpPr txBox="1"/>
          <p:nvPr>
            <p:ph idx="8" type="subTitle"/>
          </p:nvPr>
        </p:nvSpPr>
        <p:spPr>
          <a:xfrm>
            <a:off x="3613238" y="3769350"/>
            <a:ext cx="1938600" cy="564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97" name="Google Shape;397;p26"/>
          <p:cNvSpPr txBox="1"/>
          <p:nvPr>
            <p:ph idx="9" type="title"/>
          </p:nvPr>
        </p:nvSpPr>
        <p:spPr>
          <a:xfrm>
            <a:off x="6233770" y="1749300"/>
            <a:ext cx="19386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0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398" name="Google Shape;398;p26"/>
          <p:cNvSpPr txBox="1"/>
          <p:nvPr>
            <p:ph idx="13" type="subTitle"/>
          </p:nvPr>
        </p:nvSpPr>
        <p:spPr>
          <a:xfrm>
            <a:off x="6255863" y="2289600"/>
            <a:ext cx="1938600" cy="564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99" name="Google Shape;399;p26"/>
          <p:cNvSpPr txBox="1"/>
          <p:nvPr>
            <p:ph idx="14" type="title"/>
          </p:nvPr>
        </p:nvSpPr>
        <p:spPr>
          <a:xfrm>
            <a:off x="6233770" y="3254250"/>
            <a:ext cx="19386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000">
                <a:solidFill>
                  <a:schemeClr val="lt1"/>
                </a:solidFill>
              </a:defRPr>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400" name="Google Shape;400;p26"/>
          <p:cNvSpPr txBox="1"/>
          <p:nvPr>
            <p:ph idx="15" type="subTitle"/>
          </p:nvPr>
        </p:nvSpPr>
        <p:spPr>
          <a:xfrm>
            <a:off x="6255788" y="3769350"/>
            <a:ext cx="1938600" cy="564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401" name="Google Shape;401;p26"/>
          <p:cNvGrpSpPr/>
          <p:nvPr/>
        </p:nvGrpSpPr>
        <p:grpSpPr>
          <a:xfrm rot="-772050">
            <a:off x="7298022" y="153508"/>
            <a:ext cx="1302599" cy="1303396"/>
            <a:chOff x="7530588" y="382981"/>
            <a:chExt cx="1302582" cy="1303380"/>
          </a:xfrm>
        </p:grpSpPr>
        <p:sp>
          <p:nvSpPr>
            <p:cNvPr id="402" name="Google Shape;402;p26"/>
            <p:cNvSpPr/>
            <p:nvPr/>
          </p:nvSpPr>
          <p:spPr>
            <a:xfrm rot="892134">
              <a:off x="7763764" y="583692"/>
              <a:ext cx="956322" cy="956322"/>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6"/>
            <p:cNvSpPr/>
            <p:nvPr/>
          </p:nvSpPr>
          <p:spPr>
            <a:xfrm rot="-8220844">
              <a:off x="7721062" y="574253"/>
              <a:ext cx="921634" cy="921634"/>
            </a:xfrm>
            <a:custGeom>
              <a:rect b="b" l="l" r="r" t="t"/>
              <a:pathLst>
                <a:path extrusionOk="0" h="18323" w="18323">
                  <a:moveTo>
                    <a:pt x="15639" y="2684"/>
                  </a:moveTo>
                  <a:cubicBezTo>
                    <a:pt x="17358" y="4401"/>
                    <a:pt x="18323" y="6731"/>
                    <a:pt x="18323" y="9162"/>
                  </a:cubicBezTo>
                  <a:cubicBezTo>
                    <a:pt x="18323" y="11590"/>
                    <a:pt x="17358" y="13920"/>
                    <a:pt x="15639" y="15639"/>
                  </a:cubicBezTo>
                  <a:cubicBezTo>
                    <a:pt x="13922" y="17356"/>
                    <a:pt x="11592" y="18323"/>
                    <a:pt x="9162" y="18323"/>
                  </a:cubicBezTo>
                  <a:cubicBezTo>
                    <a:pt x="6733" y="18323"/>
                    <a:pt x="4403" y="17356"/>
                    <a:pt x="2684" y="15639"/>
                  </a:cubicBezTo>
                  <a:cubicBezTo>
                    <a:pt x="967" y="13920"/>
                    <a:pt x="1" y="11590"/>
                    <a:pt x="1" y="9162"/>
                  </a:cubicBezTo>
                  <a:cubicBezTo>
                    <a:pt x="1" y="6731"/>
                    <a:pt x="967" y="4401"/>
                    <a:pt x="2684" y="2684"/>
                  </a:cubicBezTo>
                  <a:cubicBezTo>
                    <a:pt x="4403" y="965"/>
                    <a:pt x="6733" y="1"/>
                    <a:pt x="9162" y="1"/>
                  </a:cubicBezTo>
                  <a:cubicBezTo>
                    <a:pt x="11592" y="1"/>
                    <a:pt x="13922" y="965"/>
                    <a:pt x="15639" y="2684"/>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6"/>
            <p:cNvSpPr/>
            <p:nvPr/>
          </p:nvSpPr>
          <p:spPr>
            <a:xfrm rot="-8220844">
              <a:off x="7893618" y="949438"/>
              <a:ext cx="503697" cy="516222"/>
            </a:xfrm>
            <a:custGeom>
              <a:rect b="b" l="l" r="r" t="t"/>
              <a:pathLst>
                <a:path extrusionOk="0" h="10263" w="10014">
                  <a:moveTo>
                    <a:pt x="8596" y="30"/>
                  </a:moveTo>
                  <a:cubicBezTo>
                    <a:pt x="9008" y="54"/>
                    <a:pt x="9368" y="246"/>
                    <a:pt x="9620" y="536"/>
                  </a:cubicBezTo>
                  <a:cubicBezTo>
                    <a:pt x="9871" y="823"/>
                    <a:pt x="10013" y="1206"/>
                    <a:pt x="9986" y="1617"/>
                  </a:cubicBezTo>
                  <a:cubicBezTo>
                    <a:pt x="9962" y="2028"/>
                    <a:pt x="9769" y="2388"/>
                    <a:pt x="9481" y="2641"/>
                  </a:cubicBezTo>
                  <a:cubicBezTo>
                    <a:pt x="9193" y="2892"/>
                    <a:pt x="8810" y="3034"/>
                    <a:pt x="8401" y="3009"/>
                  </a:cubicBezTo>
                  <a:cubicBezTo>
                    <a:pt x="7990" y="2983"/>
                    <a:pt x="7630" y="2789"/>
                    <a:pt x="7379" y="2501"/>
                  </a:cubicBezTo>
                  <a:cubicBezTo>
                    <a:pt x="7126" y="2214"/>
                    <a:pt x="6984" y="1831"/>
                    <a:pt x="7011" y="1420"/>
                  </a:cubicBezTo>
                  <a:cubicBezTo>
                    <a:pt x="7036" y="1009"/>
                    <a:pt x="7229" y="649"/>
                    <a:pt x="7517" y="398"/>
                  </a:cubicBezTo>
                  <a:cubicBezTo>
                    <a:pt x="7805" y="145"/>
                    <a:pt x="8187" y="1"/>
                    <a:pt x="8596" y="30"/>
                  </a:cubicBezTo>
                  <a:close/>
                  <a:moveTo>
                    <a:pt x="3032" y="6968"/>
                  </a:moveTo>
                  <a:cubicBezTo>
                    <a:pt x="3482" y="6995"/>
                    <a:pt x="3879" y="7206"/>
                    <a:pt x="4155" y="7519"/>
                  </a:cubicBezTo>
                  <a:cubicBezTo>
                    <a:pt x="4432" y="7836"/>
                    <a:pt x="4587" y="8255"/>
                    <a:pt x="4558" y="8707"/>
                  </a:cubicBezTo>
                  <a:cubicBezTo>
                    <a:pt x="4531" y="9158"/>
                    <a:pt x="4319" y="9555"/>
                    <a:pt x="4007" y="9830"/>
                  </a:cubicBezTo>
                  <a:cubicBezTo>
                    <a:pt x="3690" y="10108"/>
                    <a:pt x="3270" y="10262"/>
                    <a:pt x="2818" y="10233"/>
                  </a:cubicBezTo>
                  <a:cubicBezTo>
                    <a:pt x="2368" y="10205"/>
                    <a:pt x="1971" y="9995"/>
                    <a:pt x="1695" y="9680"/>
                  </a:cubicBezTo>
                  <a:cubicBezTo>
                    <a:pt x="1418" y="9366"/>
                    <a:pt x="1263" y="8946"/>
                    <a:pt x="1292" y="8496"/>
                  </a:cubicBezTo>
                  <a:cubicBezTo>
                    <a:pt x="1319" y="8045"/>
                    <a:pt x="1531" y="7648"/>
                    <a:pt x="1843" y="7373"/>
                  </a:cubicBezTo>
                  <a:cubicBezTo>
                    <a:pt x="2160" y="7093"/>
                    <a:pt x="2582" y="6937"/>
                    <a:pt x="3032" y="6968"/>
                  </a:cubicBezTo>
                  <a:close/>
                  <a:moveTo>
                    <a:pt x="3949" y="7702"/>
                  </a:moveTo>
                  <a:cubicBezTo>
                    <a:pt x="3721" y="7441"/>
                    <a:pt x="3392" y="7268"/>
                    <a:pt x="3015" y="7241"/>
                  </a:cubicBezTo>
                  <a:cubicBezTo>
                    <a:pt x="2641" y="7217"/>
                    <a:pt x="2292" y="7348"/>
                    <a:pt x="2033" y="7576"/>
                  </a:cubicBezTo>
                  <a:cubicBezTo>
                    <a:pt x="1769" y="7805"/>
                    <a:pt x="1597" y="8134"/>
                    <a:pt x="1572" y="8510"/>
                  </a:cubicBezTo>
                  <a:cubicBezTo>
                    <a:pt x="1545" y="8884"/>
                    <a:pt x="1677" y="9234"/>
                    <a:pt x="1905" y="9493"/>
                  </a:cubicBezTo>
                  <a:cubicBezTo>
                    <a:pt x="2135" y="9756"/>
                    <a:pt x="2464" y="9929"/>
                    <a:pt x="2839" y="9954"/>
                  </a:cubicBezTo>
                  <a:cubicBezTo>
                    <a:pt x="3215" y="9980"/>
                    <a:pt x="3565" y="9849"/>
                    <a:pt x="3824" y="9621"/>
                  </a:cubicBezTo>
                  <a:cubicBezTo>
                    <a:pt x="4085" y="9390"/>
                    <a:pt x="4258" y="9061"/>
                    <a:pt x="4284" y="8687"/>
                  </a:cubicBezTo>
                  <a:cubicBezTo>
                    <a:pt x="4307" y="8313"/>
                    <a:pt x="4177" y="7965"/>
                    <a:pt x="3949" y="7702"/>
                  </a:cubicBezTo>
                  <a:close/>
                  <a:moveTo>
                    <a:pt x="1027" y="4124"/>
                  </a:moveTo>
                  <a:cubicBezTo>
                    <a:pt x="1288" y="4142"/>
                    <a:pt x="1518" y="4262"/>
                    <a:pt x="1679" y="4445"/>
                  </a:cubicBezTo>
                  <a:cubicBezTo>
                    <a:pt x="1841" y="4628"/>
                    <a:pt x="1932" y="4872"/>
                    <a:pt x="1913" y="5134"/>
                  </a:cubicBezTo>
                  <a:cubicBezTo>
                    <a:pt x="1895" y="5397"/>
                    <a:pt x="1776" y="5625"/>
                    <a:pt x="1592" y="5787"/>
                  </a:cubicBezTo>
                  <a:cubicBezTo>
                    <a:pt x="1409" y="5946"/>
                    <a:pt x="1165" y="6038"/>
                    <a:pt x="904" y="6022"/>
                  </a:cubicBezTo>
                  <a:cubicBezTo>
                    <a:pt x="640" y="6003"/>
                    <a:pt x="412" y="5882"/>
                    <a:pt x="254" y="5699"/>
                  </a:cubicBezTo>
                  <a:cubicBezTo>
                    <a:pt x="91" y="5516"/>
                    <a:pt x="1" y="5273"/>
                    <a:pt x="19" y="5010"/>
                  </a:cubicBezTo>
                  <a:cubicBezTo>
                    <a:pt x="36" y="4749"/>
                    <a:pt x="157" y="4519"/>
                    <a:pt x="340" y="4360"/>
                  </a:cubicBezTo>
                  <a:cubicBezTo>
                    <a:pt x="523" y="4196"/>
                    <a:pt x="768" y="4105"/>
                    <a:pt x="1027" y="4124"/>
                  </a:cubicBezTo>
                  <a:close/>
                  <a:moveTo>
                    <a:pt x="1471" y="4628"/>
                  </a:moveTo>
                  <a:cubicBezTo>
                    <a:pt x="1358" y="4496"/>
                    <a:pt x="1196" y="4412"/>
                    <a:pt x="1008" y="4399"/>
                  </a:cubicBezTo>
                  <a:cubicBezTo>
                    <a:pt x="823" y="4387"/>
                    <a:pt x="651" y="4451"/>
                    <a:pt x="521" y="4566"/>
                  </a:cubicBezTo>
                  <a:cubicBezTo>
                    <a:pt x="390" y="4679"/>
                    <a:pt x="305" y="4842"/>
                    <a:pt x="291" y="5029"/>
                  </a:cubicBezTo>
                  <a:cubicBezTo>
                    <a:pt x="278" y="5214"/>
                    <a:pt x="342" y="5389"/>
                    <a:pt x="455" y="5518"/>
                  </a:cubicBezTo>
                  <a:cubicBezTo>
                    <a:pt x="568" y="5646"/>
                    <a:pt x="733" y="5734"/>
                    <a:pt x="918" y="5746"/>
                  </a:cubicBezTo>
                  <a:cubicBezTo>
                    <a:pt x="1103" y="5759"/>
                    <a:pt x="1278" y="5695"/>
                    <a:pt x="1407" y="5582"/>
                  </a:cubicBezTo>
                  <a:cubicBezTo>
                    <a:pt x="1535" y="5469"/>
                    <a:pt x="1623" y="5304"/>
                    <a:pt x="1636" y="5119"/>
                  </a:cubicBezTo>
                  <a:cubicBezTo>
                    <a:pt x="1648" y="4928"/>
                    <a:pt x="1584" y="4757"/>
                    <a:pt x="1471" y="4628"/>
                  </a:cubicBezTo>
                  <a:close/>
                  <a:moveTo>
                    <a:pt x="8578" y="305"/>
                  </a:moveTo>
                  <a:cubicBezTo>
                    <a:pt x="8245" y="285"/>
                    <a:pt x="7930" y="400"/>
                    <a:pt x="7700" y="603"/>
                  </a:cubicBezTo>
                  <a:cubicBezTo>
                    <a:pt x="7465" y="809"/>
                    <a:pt x="7311" y="1101"/>
                    <a:pt x="7289" y="1436"/>
                  </a:cubicBezTo>
                  <a:cubicBezTo>
                    <a:pt x="7268" y="1769"/>
                    <a:pt x="7383" y="2080"/>
                    <a:pt x="7587" y="2314"/>
                  </a:cubicBezTo>
                  <a:cubicBezTo>
                    <a:pt x="7790" y="2549"/>
                    <a:pt x="8084" y="2703"/>
                    <a:pt x="8420" y="2726"/>
                  </a:cubicBezTo>
                  <a:cubicBezTo>
                    <a:pt x="8753" y="2746"/>
                    <a:pt x="9065" y="2631"/>
                    <a:pt x="9298" y="2427"/>
                  </a:cubicBezTo>
                  <a:cubicBezTo>
                    <a:pt x="9532" y="2224"/>
                    <a:pt x="9686" y="1930"/>
                    <a:pt x="9709" y="1595"/>
                  </a:cubicBezTo>
                  <a:cubicBezTo>
                    <a:pt x="9756" y="926"/>
                    <a:pt x="9250" y="348"/>
                    <a:pt x="8578" y="305"/>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6"/>
            <p:cNvSpPr/>
            <p:nvPr/>
          </p:nvSpPr>
          <p:spPr>
            <a:xfrm rot="-8220844">
              <a:off x="7782384" y="568843"/>
              <a:ext cx="847895" cy="768724"/>
            </a:xfrm>
            <a:custGeom>
              <a:rect b="b" l="l" r="r" t="t"/>
              <a:pathLst>
                <a:path extrusionOk="0" h="15283" w="16857">
                  <a:moveTo>
                    <a:pt x="14493" y="0"/>
                  </a:moveTo>
                  <a:cubicBezTo>
                    <a:pt x="15653" y="1289"/>
                    <a:pt x="16445" y="2904"/>
                    <a:pt x="16725" y="4676"/>
                  </a:cubicBezTo>
                  <a:cubicBezTo>
                    <a:pt x="16272" y="4697"/>
                    <a:pt x="15859" y="4874"/>
                    <a:pt x="15534" y="5159"/>
                  </a:cubicBezTo>
                  <a:cubicBezTo>
                    <a:pt x="15160" y="5488"/>
                    <a:pt x="14911" y="5961"/>
                    <a:pt x="14874" y="6498"/>
                  </a:cubicBezTo>
                  <a:cubicBezTo>
                    <a:pt x="14839" y="7035"/>
                    <a:pt x="15026" y="7537"/>
                    <a:pt x="15355" y="7911"/>
                  </a:cubicBezTo>
                  <a:cubicBezTo>
                    <a:pt x="15645" y="8244"/>
                    <a:pt x="16048" y="8476"/>
                    <a:pt x="16509" y="8552"/>
                  </a:cubicBezTo>
                  <a:cubicBezTo>
                    <a:pt x="15478" y="12311"/>
                    <a:pt x="12131" y="15053"/>
                    <a:pt x="8187" y="15266"/>
                  </a:cubicBezTo>
                  <a:cubicBezTo>
                    <a:pt x="8195" y="15201"/>
                    <a:pt x="8201" y="15139"/>
                    <a:pt x="8207" y="15075"/>
                  </a:cubicBezTo>
                  <a:cubicBezTo>
                    <a:pt x="8244" y="14479"/>
                    <a:pt x="8039" y="13926"/>
                    <a:pt x="7677" y="13510"/>
                  </a:cubicBezTo>
                  <a:cubicBezTo>
                    <a:pt x="7313" y="13093"/>
                    <a:pt x="6790" y="12819"/>
                    <a:pt x="6196" y="12780"/>
                  </a:cubicBezTo>
                  <a:cubicBezTo>
                    <a:pt x="5602" y="12741"/>
                    <a:pt x="5047" y="12947"/>
                    <a:pt x="4631" y="13309"/>
                  </a:cubicBezTo>
                  <a:cubicBezTo>
                    <a:pt x="4288" y="13611"/>
                    <a:pt x="4043" y="14016"/>
                    <a:pt x="3942" y="14485"/>
                  </a:cubicBezTo>
                  <a:cubicBezTo>
                    <a:pt x="2320" y="13759"/>
                    <a:pt x="954" y="12583"/>
                    <a:pt x="0" y="11117"/>
                  </a:cubicBezTo>
                  <a:cubicBezTo>
                    <a:pt x="3899" y="11551"/>
                    <a:pt x="5402" y="10839"/>
                    <a:pt x="6829" y="7921"/>
                  </a:cubicBezTo>
                  <a:cubicBezTo>
                    <a:pt x="8343" y="4826"/>
                    <a:pt x="11113" y="8604"/>
                    <a:pt x="12322" y="3691"/>
                  </a:cubicBezTo>
                  <a:cubicBezTo>
                    <a:pt x="12892" y="1372"/>
                    <a:pt x="13749" y="391"/>
                    <a:pt x="14493" y="0"/>
                  </a:cubicBezTo>
                  <a:close/>
                  <a:moveTo>
                    <a:pt x="16764" y="4954"/>
                  </a:moveTo>
                  <a:cubicBezTo>
                    <a:pt x="16365" y="4966"/>
                    <a:pt x="16001" y="5120"/>
                    <a:pt x="15717" y="5367"/>
                  </a:cubicBezTo>
                  <a:cubicBezTo>
                    <a:pt x="15396" y="5649"/>
                    <a:pt x="15180" y="6056"/>
                    <a:pt x="15151" y="6513"/>
                  </a:cubicBezTo>
                  <a:cubicBezTo>
                    <a:pt x="15123" y="6973"/>
                    <a:pt x="15283" y="7403"/>
                    <a:pt x="15563" y="7724"/>
                  </a:cubicBezTo>
                  <a:cubicBezTo>
                    <a:pt x="15818" y="8014"/>
                    <a:pt x="16171" y="8217"/>
                    <a:pt x="16579" y="8277"/>
                  </a:cubicBezTo>
                  <a:cubicBezTo>
                    <a:pt x="16700" y="7771"/>
                    <a:pt x="16782" y="7251"/>
                    <a:pt x="16815" y="6714"/>
                  </a:cubicBezTo>
                  <a:cubicBezTo>
                    <a:pt x="16856" y="6118"/>
                    <a:pt x="16838" y="5528"/>
                    <a:pt x="16764" y="4954"/>
                  </a:cubicBezTo>
                  <a:close/>
                  <a:moveTo>
                    <a:pt x="7905" y="15277"/>
                  </a:moveTo>
                  <a:cubicBezTo>
                    <a:pt x="7919" y="15205"/>
                    <a:pt x="7930" y="15133"/>
                    <a:pt x="7932" y="15055"/>
                  </a:cubicBezTo>
                  <a:cubicBezTo>
                    <a:pt x="7965" y="14536"/>
                    <a:pt x="7786" y="14053"/>
                    <a:pt x="7469" y="13693"/>
                  </a:cubicBezTo>
                  <a:cubicBezTo>
                    <a:pt x="7150" y="13329"/>
                    <a:pt x="6696" y="13091"/>
                    <a:pt x="6178" y="13056"/>
                  </a:cubicBezTo>
                  <a:cubicBezTo>
                    <a:pt x="5659" y="13021"/>
                    <a:pt x="5176" y="13200"/>
                    <a:pt x="4816" y="13518"/>
                  </a:cubicBezTo>
                  <a:cubicBezTo>
                    <a:pt x="4506" y="13790"/>
                    <a:pt x="4284" y="14164"/>
                    <a:pt x="4208" y="14594"/>
                  </a:cubicBezTo>
                  <a:cubicBezTo>
                    <a:pt x="5098" y="14960"/>
                    <a:pt x="6064" y="15190"/>
                    <a:pt x="7082" y="15258"/>
                  </a:cubicBezTo>
                  <a:cubicBezTo>
                    <a:pt x="7358" y="15279"/>
                    <a:pt x="7633" y="15283"/>
                    <a:pt x="7905" y="1527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6" name="Google Shape;406;p26"/>
          <p:cNvSpPr/>
          <p:nvPr/>
        </p:nvSpPr>
        <p:spPr>
          <a:xfrm rot="8577204">
            <a:off x="8349726" y="1205862"/>
            <a:ext cx="316288" cy="316369"/>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6"/>
          <p:cNvSpPr/>
          <p:nvPr/>
        </p:nvSpPr>
        <p:spPr>
          <a:xfrm rot="8577085">
            <a:off x="6895024" y="381730"/>
            <a:ext cx="489346" cy="489480"/>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408" name="Shape 408"/>
        <p:cNvGrpSpPr/>
        <p:nvPr/>
      </p:nvGrpSpPr>
      <p:grpSpPr>
        <a:xfrm>
          <a:off x="0" y="0"/>
          <a:ext cx="0" cy="0"/>
          <a:chOff x="0" y="0"/>
          <a:chExt cx="0" cy="0"/>
        </a:xfrm>
      </p:grpSpPr>
      <p:sp>
        <p:nvSpPr>
          <p:cNvPr id="409" name="Google Shape;409;p27"/>
          <p:cNvSpPr/>
          <p:nvPr/>
        </p:nvSpPr>
        <p:spPr>
          <a:xfrm>
            <a:off x="520575" y="819150"/>
            <a:ext cx="8079900" cy="3898800"/>
          </a:xfrm>
          <a:prstGeom prst="roundRect">
            <a:avLst>
              <a:gd fmla="val 3542" name="adj"/>
            </a:avLst>
          </a:pr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0" name="Google Shape;410;p27"/>
          <p:cNvGrpSpPr/>
          <p:nvPr/>
        </p:nvGrpSpPr>
        <p:grpSpPr>
          <a:xfrm>
            <a:off x="520563" y="326550"/>
            <a:ext cx="8079900" cy="426900"/>
            <a:chOff x="552450" y="401675"/>
            <a:chExt cx="8079900" cy="426900"/>
          </a:xfrm>
        </p:grpSpPr>
        <p:sp>
          <p:nvSpPr>
            <p:cNvPr id="411" name="Google Shape;411;p27"/>
            <p:cNvSpPr/>
            <p:nvPr/>
          </p:nvSpPr>
          <p:spPr>
            <a:xfrm>
              <a:off x="552450" y="401675"/>
              <a:ext cx="8079900" cy="426900"/>
            </a:xfrm>
            <a:prstGeom prst="roundRect">
              <a:avLst>
                <a:gd fmla="val 22312"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7"/>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7"/>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7"/>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5" name="Google Shape;415;p27"/>
          <p:cNvSpPr txBox="1"/>
          <p:nvPr>
            <p:ph hasCustomPrompt="1" type="title"/>
          </p:nvPr>
        </p:nvSpPr>
        <p:spPr>
          <a:xfrm rot="-535">
            <a:off x="1861862" y="1725456"/>
            <a:ext cx="1928400" cy="991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6200"/>
              <a:buNone/>
              <a:defRPr sz="6200">
                <a:solidFill>
                  <a:schemeClr val="lt1"/>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416" name="Google Shape;416;p27"/>
          <p:cNvSpPr txBox="1"/>
          <p:nvPr>
            <p:ph idx="1" type="subTitle"/>
          </p:nvPr>
        </p:nvSpPr>
        <p:spPr>
          <a:xfrm>
            <a:off x="1640850" y="3426600"/>
            <a:ext cx="2404800" cy="612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417" name="Google Shape;417;p27"/>
          <p:cNvSpPr txBox="1"/>
          <p:nvPr>
            <p:ph hasCustomPrompt="1" idx="2" type="title"/>
          </p:nvPr>
        </p:nvSpPr>
        <p:spPr>
          <a:xfrm>
            <a:off x="5352316" y="1732553"/>
            <a:ext cx="1929300" cy="991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6200"/>
              <a:buNone/>
              <a:defRPr sz="6200">
                <a:solidFill>
                  <a:schemeClr val="lt1"/>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418" name="Google Shape;418;p27"/>
          <p:cNvSpPr txBox="1"/>
          <p:nvPr>
            <p:ph idx="3" type="subTitle"/>
          </p:nvPr>
        </p:nvSpPr>
        <p:spPr>
          <a:xfrm>
            <a:off x="5114563" y="3426300"/>
            <a:ext cx="2404800" cy="61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419" name="Google Shape;419;p27"/>
          <p:cNvGrpSpPr/>
          <p:nvPr/>
        </p:nvGrpSpPr>
        <p:grpSpPr>
          <a:xfrm>
            <a:off x="7769832" y="3176181"/>
            <a:ext cx="1308352" cy="1308606"/>
            <a:chOff x="7764407" y="575481"/>
            <a:chExt cx="1308352" cy="1308606"/>
          </a:xfrm>
        </p:grpSpPr>
        <p:sp>
          <p:nvSpPr>
            <p:cNvPr id="420" name="Google Shape;420;p27"/>
            <p:cNvSpPr/>
            <p:nvPr/>
          </p:nvSpPr>
          <p:spPr>
            <a:xfrm>
              <a:off x="7943850" y="714375"/>
              <a:ext cx="1128900" cy="112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1" name="Google Shape;421;p27"/>
            <p:cNvGrpSpPr/>
            <p:nvPr/>
          </p:nvGrpSpPr>
          <p:grpSpPr>
            <a:xfrm rot="-846281">
              <a:off x="7879557" y="690583"/>
              <a:ext cx="1078052" cy="1078403"/>
              <a:chOff x="5759760" y="3433415"/>
              <a:chExt cx="583422" cy="583612"/>
            </a:xfrm>
          </p:grpSpPr>
          <p:sp>
            <p:nvSpPr>
              <p:cNvPr id="422" name="Google Shape;422;p27"/>
              <p:cNvSpPr/>
              <p:nvPr/>
            </p:nvSpPr>
            <p:spPr>
              <a:xfrm>
                <a:off x="5759760" y="3433415"/>
                <a:ext cx="583422" cy="583612"/>
              </a:xfrm>
              <a:custGeom>
                <a:rect b="b" l="l" r="r" t="t"/>
                <a:pathLst>
                  <a:path extrusionOk="0" h="12306" w="12302">
                    <a:moveTo>
                      <a:pt x="6540" y="217"/>
                    </a:moveTo>
                    <a:cubicBezTo>
                      <a:pt x="9818" y="430"/>
                      <a:pt x="12302" y="3262"/>
                      <a:pt x="12090" y="6542"/>
                    </a:cubicBezTo>
                    <a:cubicBezTo>
                      <a:pt x="11876" y="9820"/>
                      <a:pt x="9042" y="12306"/>
                      <a:pt x="5762" y="12092"/>
                    </a:cubicBezTo>
                    <a:cubicBezTo>
                      <a:pt x="2487" y="11878"/>
                      <a:pt x="1" y="9047"/>
                      <a:pt x="214" y="5767"/>
                    </a:cubicBezTo>
                    <a:cubicBezTo>
                      <a:pt x="426" y="2487"/>
                      <a:pt x="3260" y="1"/>
                      <a:pt x="6540" y="217"/>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27"/>
              <p:cNvSpPr/>
              <p:nvPr/>
            </p:nvSpPr>
            <p:spPr>
              <a:xfrm>
                <a:off x="5834360" y="3463578"/>
                <a:ext cx="315613" cy="339421"/>
              </a:xfrm>
              <a:custGeom>
                <a:rect b="b" l="l" r="r" t="t"/>
                <a:pathLst>
                  <a:path extrusionOk="0" h="7157" w="6655">
                    <a:moveTo>
                      <a:pt x="5732" y="251"/>
                    </a:moveTo>
                    <a:cubicBezTo>
                      <a:pt x="5999" y="269"/>
                      <a:pt x="6233" y="393"/>
                      <a:pt x="6398" y="580"/>
                    </a:cubicBezTo>
                    <a:cubicBezTo>
                      <a:pt x="6562" y="769"/>
                      <a:pt x="6655" y="1016"/>
                      <a:pt x="6636" y="1283"/>
                    </a:cubicBezTo>
                    <a:cubicBezTo>
                      <a:pt x="6620" y="1551"/>
                      <a:pt x="6497" y="1783"/>
                      <a:pt x="6307" y="1947"/>
                    </a:cubicBezTo>
                    <a:cubicBezTo>
                      <a:pt x="6122" y="2112"/>
                      <a:pt x="5874" y="2205"/>
                      <a:pt x="5606" y="2188"/>
                    </a:cubicBezTo>
                    <a:cubicBezTo>
                      <a:pt x="5339" y="2170"/>
                      <a:pt x="5104" y="2046"/>
                      <a:pt x="4940" y="1859"/>
                    </a:cubicBezTo>
                    <a:cubicBezTo>
                      <a:pt x="4775" y="1674"/>
                      <a:pt x="4683" y="1423"/>
                      <a:pt x="4701" y="1156"/>
                    </a:cubicBezTo>
                    <a:cubicBezTo>
                      <a:pt x="4720" y="888"/>
                      <a:pt x="4843" y="656"/>
                      <a:pt x="5030" y="492"/>
                    </a:cubicBezTo>
                    <a:cubicBezTo>
                      <a:pt x="5216" y="329"/>
                      <a:pt x="5464" y="237"/>
                      <a:pt x="5732" y="251"/>
                    </a:cubicBezTo>
                    <a:close/>
                    <a:moveTo>
                      <a:pt x="1535" y="4298"/>
                    </a:moveTo>
                    <a:cubicBezTo>
                      <a:pt x="1925" y="4323"/>
                      <a:pt x="2271" y="4506"/>
                      <a:pt x="2509" y="4777"/>
                    </a:cubicBezTo>
                    <a:cubicBezTo>
                      <a:pt x="2748" y="5051"/>
                      <a:pt x="2884" y="5417"/>
                      <a:pt x="2859" y="5805"/>
                    </a:cubicBezTo>
                    <a:cubicBezTo>
                      <a:pt x="2832" y="6196"/>
                      <a:pt x="2651" y="6541"/>
                      <a:pt x="2378" y="6780"/>
                    </a:cubicBezTo>
                    <a:cubicBezTo>
                      <a:pt x="2106" y="7018"/>
                      <a:pt x="1740" y="7156"/>
                      <a:pt x="1350" y="7129"/>
                    </a:cubicBezTo>
                    <a:cubicBezTo>
                      <a:pt x="959" y="7105"/>
                      <a:pt x="616" y="6922"/>
                      <a:pt x="375" y="6650"/>
                    </a:cubicBezTo>
                    <a:cubicBezTo>
                      <a:pt x="136" y="6377"/>
                      <a:pt x="1" y="6009"/>
                      <a:pt x="25" y="5622"/>
                    </a:cubicBezTo>
                    <a:cubicBezTo>
                      <a:pt x="52" y="5231"/>
                      <a:pt x="235" y="4886"/>
                      <a:pt x="507" y="4647"/>
                    </a:cubicBezTo>
                    <a:cubicBezTo>
                      <a:pt x="780" y="4409"/>
                      <a:pt x="1144" y="4271"/>
                      <a:pt x="1535" y="4298"/>
                    </a:cubicBezTo>
                    <a:close/>
                    <a:moveTo>
                      <a:pt x="2333" y="4937"/>
                    </a:moveTo>
                    <a:cubicBezTo>
                      <a:pt x="2133" y="4711"/>
                      <a:pt x="1845" y="4559"/>
                      <a:pt x="1522" y="4538"/>
                    </a:cubicBezTo>
                    <a:cubicBezTo>
                      <a:pt x="1195" y="4518"/>
                      <a:pt x="893" y="4629"/>
                      <a:pt x="667" y="4830"/>
                    </a:cubicBezTo>
                    <a:cubicBezTo>
                      <a:pt x="441" y="5028"/>
                      <a:pt x="289" y="5316"/>
                      <a:pt x="268" y="5639"/>
                    </a:cubicBezTo>
                    <a:cubicBezTo>
                      <a:pt x="247" y="5966"/>
                      <a:pt x="358" y="6270"/>
                      <a:pt x="558" y="6496"/>
                    </a:cubicBezTo>
                    <a:cubicBezTo>
                      <a:pt x="759" y="6722"/>
                      <a:pt x="1043" y="6872"/>
                      <a:pt x="1368" y="6893"/>
                    </a:cubicBezTo>
                    <a:cubicBezTo>
                      <a:pt x="1695" y="6914"/>
                      <a:pt x="1997" y="6805"/>
                      <a:pt x="2224" y="6603"/>
                    </a:cubicBezTo>
                    <a:cubicBezTo>
                      <a:pt x="2452" y="6406"/>
                      <a:pt x="2602" y="6118"/>
                      <a:pt x="2622" y="5793"/>
                    </a:cubicBezTo>
                    <a:cubicBezTo>
                      <a:pt x="2643" y="5468"/>
                      <a:pt x="2530" y="5164"/>
                      <a:pt x="2333" y="4937"/>
                    </a:cubicBezTo>
                    <a:close/>
                    <a:moveTo>
                      <a:pt x="3468" y="12"/>
                    </a:moveTo>
                    <a:cubicBezTo>
                      <a:pt x="3638" y="23"/>
                      <a:pt x="3788" y="103"/>
                      <a:pt x="3891" y="220"/>
                    </a:cubicBezTo>
                    <a:cubicBezTo>
                      <a:pt x="3998" y="339"/>
                      <a:pt x="4056" y="498"/>
                      <a:pt x="4043" y="668"/>
                    </a:cubicBezTo>
                    <a:cubicBezTo>
                      <a:pt x="4033" y="837"/>
                      <a:pt x="3953" y="987"/>
                      <a:pt x="3836" y="1092"/>
                    </a:cubicBezTo>
                    <a:cubicBezTo>
                      <a:pt x="3716" y="1197"/>
                      <a:pt x="3558" y="1257"/>
                      <a:pt x="3387" y="1244"/>
                    </a:cubicBezTo>
                    <a:cubicBezTo>
                      <a:pt x="3219" y="1234"/>
                      <a:pt x="3069" y="1154"/>
                      <a:pt x="2964" y="1034"/>
                    </a:cubicBezTo>
                    <a:cubicBezTo>
                      <a:pt x="2859" y="917"/>
                      <a:pt x="2799" y="757"/>
                      <a:pt x="2812" y="588"/>
                    </a:cubicBezTo>
                    <a:cubicBezTo>
                      <a:pt x="2826" y="420"/>
                      <a:pt x="2902" y="269"/>
                      <a:pt x="3021" y="165"/>
                    </a:cubicBezTo>
                    <a:cubicBezTo>
                      <a:pt x="3139" y="60"/>
                      <a:pt x="3299" y="0"/>
                      <a:pt x="3468" y="12"/>
                    </a:cubicBezTo>
                    <a:close/>
                    <a:moveTo>
                      <a:pt x="3756" y="339"/>
                    </a:moveTo>
                    <a:cubicBezTo>
                      <a:pt x="3682" y="253"/>
                      <a:pt x="3577" y="198"/>
                      <a:pt x="3455" y="193"/>
                    </a:cubicBezTo>
                    <a:cubicBezTo>
                      <a:pt x="3334" y="185"/>
                      <a:pt x="3221" y="226"/>
                      <a:pt x="3139" y="300"/>
                    </a:cubicBezTo>
                    <a:cubicBezTo>
                      <a:pt x="3054" y="374"/>
                      <a:pt x="2997" y="481"/>
                      <a:pt x="2993" y="601"/>
                    </a:cubicBezTo>
                    <a:cubicBezTo>
                      <a:pt x="2984" y="722"/>
                      <a:pt x="3026" y="835"/>
                      <a:pt x="3100" y="917"/>
                    </a:cubicBezTo>
                    <a:cubicBezTo>
                      <a:pt x="3176" y="1002"/>
                      <a:pt x="3281" y="1055"/>
                      <a:pt x="3402" y="1063"/>
                    </a:cubicBezTo>
                    <a:cubicBezTo>
                      <a:pt x="3521" y="1071"/>
                      <a:pt x="3634" y="1030"/>
                      <a:pt x="3716" y="956"/>
                    </a:cubicBezTo>
                    <a:cubicBezTo>
                      <a:pt x="3803" y="882"/>
                      <a:pt x="3856" y="775"/>
                      <a:pt x="3865" y="656"/>
                    </a:cubicBezTo>
                    <a:cubicBezTo>
                      <a:pt x="3871" y="537"/>
                      <a:pt x="3830" y="424"/>
                      <a:pt x="3756" y="339"/>
                    </a:cubicBezTo>
                    <a:close/>
                    <a:moveTo>
                      <a:pt x="5719" y="432"/>
                    </a:moveTo>
                    <a:cubicBezTo>
                      <a:pt x="5503" y="415"/>
                      <a:pt x="5300" y="492"/>
                      <a:pt x="5150" y="627"/>
                    </a:cubicBezTo>
                    <a:cubicBezTo>
                      <a:pt x="4998" y="761"/>
                      <a:pt x="4895" y="950"/>
                      <a:pt x="4882" y="1170"/>
                    </a:cubicBezTo>
                    <a:cubicBezTo>
                      <a:pt x="4866" y="1386"/>
                      <a:pt x="4944" y="1588"/>
                      <a:pt x="5078" y="1740"/>
                    </a:cubicBezTo>
                    <a:cubicBezTo>
                      <a:pt x="5211" y="1892"/>
                      <a:pt x="5401" y="1995"/>
                      <a:pt x="5619" y="2007"/>
                    </a:cubicBezTo>
                    <a:cubicBezTo>
                      <a:pt x="5834" y="2024"/>
                      <a:pt x="6038" y="1945"/>
                      <a:pt x="6190" y="1812"/>
                    </a:cubicBezTo>
                    <a:cubicBezTo>
                      <a:pt x="6342" y="1678"/>
                      <a:pt x="6445" y="1487"/>
                      <a:pt x="6458" y="1269"/>
                    </a:cubicBezTo>
                    <a:cubicBezTo>
                      <a:pt x="6486" y="835"/>
                      <a:pt x="6157" y="459"/>
                      <a:pt x="5719" y="432"/>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7"/>
              <p:cNvSpPr/>
              <p:nvPr/>
            </p:nvSpPr>
            <p:spPr>
              <a:xfrm>
                <a:off x="5815058" y="3536707"/>
                <a:ext cx="519161" cy="470788"/>
              </a:xfrm>
              <a:custGeom>
                <a:rect b="b" l="l" r="r" t="t"/>
                <a:pathLst>
                  <a:path extrusionOk="0" h="9927" w="10947">
                    <a:moveTo>
                      <a:pt x="9412" y="0"/>
                    </a:moveTo>
                    <a:cubicBezTo>
                      <a:pt x="10165" y="837"/>
                      <a:pt x="10679" y="1886"/>
                      <a:pt x="10860" y="3038"/>
                    </a:cubicBezTo>
                    <a:lnTo>
                      <a:pt x="10887" y="3219"/>
                    </a:lnTo>
                    <a:cubicBezTo>
                      <a:pt x="10934" y="3591"/>
                      <a:pt x="10946" y="3973"/>
                      <a:pt x="10922" y="4364"/>
                    </a:cubicBezTo>
                    <a:cubicBezTo>
                      <a:pt x="10899" y="4714"/>
                      <a:pt x="10848" y="5053"/>
                      <a:pt x="10768" y="5380"/>
                    </a:cubicBezTo>
                    <a:lnTo>
                      <a:pt x="10722" y="5555"/>
                    </a:lnTo>
                    <a:cubicBezTo>
                      <a:pt x="10054" y="7998"/>
                      <a:pt x="7878" y="9778"/>
                      <a:pt x="5316" y="9916"/>
                    </a:cubicBezTo>
                    <a:cubicBezTo>
                      <a:pt x="5324" y="9875"/>
                      <a:pt x="5326" y="9834"/>
                      <a:pt x="5328" y="9793"/>
                    </a:cubicBezTo>
                    <a:cubicBezTo>
                      <a:pt x="5355" y="9408"/>
                      <a:pt x="5222" y="9048"/>
                      <a:pt x="4985" y="8779"/>
                    </a:cubicBezTo>
                    <a:cubicBezTo>
                      <a:pt x="4749" y="8507"/>
                      <a:pt x="4409" y="8329"/>
                      <a:pt x="4023" y="8302"/>
                    </a:cubicBezTo>
                    <a:cubicBezTo>
                      <a:pt x="3638" y="8277"/>
                      <a:pt x="3278" y="8411"/>
                      <a:pt x="3009" y="8647"/>
                    </a:cubicBezTo>
                    <a:cubicBezTo>
                      <a:pt x="2785" y="8843"/>
                      <a:pt x="2626" y="9106"/>
                      <a:pt x="2561" y="9410"/>
                    </a:cubicBezTo>
                    <a:cubicBezTo>
                      <a:pt x="1508" y="8939"/>
                      <a:pt x="622" y="8174"/>
                      <a:pt x="0" y="7222"/>
                    </a:cubicBezTo>
                    <a:cubicBezTo>
                      <a:pt x="2532" y="7506"/>
                      <a:pt x="3509" y="7043"/>
                      <a:pt x="4434" y="5147"/>
                    </a:cubicBezTo>
                    <a:cubicBezTo>
                      <a:pt x="5417" y="3138"/>
                      <a:pt x="7218" y="5590"/>
                      <a:pt x="8004" y="2400"/>
                    </a:cubicBezTo>
                    <a:cubicBezTo>
                      <a:pt x="8370" y="893"/>
                      <a:pt x="8929" y="253"/>
                      <a:pt x="9412" y="0"/>
                    </a:cubicBezTo>
                    <a:close/>
                    <a:moveTo>
                      <a:pt x="5131" y="9922"/>
                    </a:moveTo>
                    <a:cubicBezTo>
                      <a:pt x="5139" y="9875"/>
                      <a:pt x="5148" y="9828"/>
                      <a:pt x="5150" y="9778"/>
                    </a:cubicBezTo>
                    <a:cubicBezTo>
                      <a:pt x="5170" y="9441"/>
                      <a:pt x="5055" y="9126"/>
                      <a:pt x="4849" y="8894"/>
                    </a:cubicBezTo>
                    <a:cubicBezTo>
                      <a:pt x="4644" y="8660"/>
                      <a:pt x="4348" y="8503"/>
                      <a:pt x="4010" y="8479"/>
                    </a:cubicBezTo>
                    <a:cubicBezTo>
                      <a:pt x="3673" y="8458"/>
                      <a:pt x="3361" y="8575"/>
                      <a:pt x="3124" y="8781"/>
                    </a:cubicBezTo>
                    <a:cubicBezTo>
                      <a:pt x="2921" y="8958"/>
                      <a:pt x="2777" y="9203"/>
                      <a:pt x="2729" y="9482"/>
                    </a:cubicBezTo>
                    <a:cubicBezTo>
                      <a:pt x="3309" y="9719"/>
                      <a:pt x="3936" y="9871"/>
                      <a:pt x="4594" y="9912"/>
                    </a:cubicBezTo>
                    <a:cubicBezTo>
                      <a:pt x="4777" y="9924"/>
                      <a:pt x="4954" y="9926"/>
                      <a:pt x="5131" y="9922"/>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7"/>
              <p:cNvSpPr/>
              <p:nvPr/>
            </p:nvSpPr>
            <p:spPr>
              <a:xfrm>
                <a:off x="6114357" y="3762165"/>
                <a:ext cx="55724" cy="55630"/>
              </a:xfrm>
              <a:custGeom>
                <a:rect b="b" l="l" r="r" t="t"/>
                <a:pathLst>
                  <a:path extrusionOk="0" h="1173" w="1175">
                    <a:moveTo>
                      <a:pt x="626" y="19"/>
                    </a:moveTo>
                    <a:cubicBezTo>
                      <a:pt x="936" y="40"/>
                      <a:pt x="1175" y="309"/>
                      <a:pt x="1154" y="624"/>
                    </a:cubicBezTo>
                    <a:cubicBezTo>
                      <a:pt x="1133" y="934"/>
                      <a:pt x="864" y="1173"/>
                      <a:pt x="552" y="1152"/>
                    </a:cubicBezTo>
                    <a:cubicBezTo>
                      <a:pt x="237" y="1132"/>
                      <a:pt x="0" y="862"/>
                      <a:pt x="21" y="550"/>
                    </a:cubicBezTo>
                    <a:cubicBezTo>
                      <a:pt x="42" y="237"/>
                      <a:pt x="311" y="1"/>
                      <a:pt x="626" y="1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6" name="Google Shape;426;p27"/>
          <p:cNvGrpSpPr/>
          <p:nvPr/>
        </p:nvGrpSpPr>
        <p:grpSpPr>
          <a:xfrm rot="1591012">
            <a:off x="255361" y="3719967"/>
            <a:ext cx="765445" cy="765594"/>
            <a:chOff x="7764407" y="575481"/>
            <a:chExt cx="1308352" cy="1308606"/>
          </a:xfrm>
        </p:grpSpPr>
        <p:sp>
          <p:nvSpPr>
            <p:cNvPr id="427" name="Google Shape;427;p27"/>
            <p:cNvSpPr/>
            <p:nvPr/>
          </p:nvSpPr>
          <p:spPr>
            <a:xfrm>
              <a:off x="7943850" y="714375"/>
              <a:ext cx="1128900" cy="112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8" name="Google Shape;428;p27"/>
            <p:cNvGrpSpPr/>
            <p:nvPr/>
          </p:nvGrpSpPr>
          <p:grpSpPr>
            <a:xfrm rot="-846281">
              <a:off x="7879557" y="690583"/>
              <a:ext cx="1078052" cy="1078403"/>
              <a:chOff x="5759760" y="3433415"/>
              <a:chExt cx="583422" cy="583612"/>
            </a:xfrm>
          </p:grpSpPr>
          <p:sp>
            <p:nvSpPr>
              <p:cNvPr id="429" name="Google Shape;429;p27"/>
              <p:cNvSpPr/>
              <p:nvPr/>
            </p:nvSpPr>
            <p:spPr>
              <a:xfrm>
                <a:off x="5759760" y="3433415"/>
                <a:ext cx="583422" cy="583612"/>
              </a:xfrm>
              <a:custGeom>
                <a:rect b="b" l="l" r="r" t="t"/>
                <a:pathLst>
                  <a:path extrusionOk="0" h="12306" w="12302">
                    <a:moveTo>
                      <a:pt x="6540" y="217"/>
                    </a:moveTo>
                    <a:cubicBezTo>
                      <a:pt x="9818" y="430"/>
                      <a:pt x="12302" y="3262"/>
                      <a:pt x="12090" y="6542"/>
                    </a:cubicBezTo>
                    <a:cubicBezTo>
                      <a:pt x="11876" y="9820"/>
                      <a:pt x="9042" y="12306"/>
                      <a:pt x="5762" y="12092"/>
                    </a:cubicBezTo>
                    <a:cubicBezTo>
                      <a:pt x="2487" y="11878"/>
                      <a:pt x="1" y="9047"/>
                      <a:pt x="214" y="5767"/>
                    </a:cubicBezTo>
                    <a:cubicBezTo>
                      <a:pt x="426" y="2487"/>
                      <a:pt x="3260" y="1"/>
                      <a:pt x="6540" y="217"/>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7"/>
              <p:cNvSpPr/>
              <p:nvPr/>
            </p:nvSpPr>
            <p:spPr>
              <a:xfrm>
                <a:off x="5834360" y="3463578"/>
                <a:ext cx="315613" cy="339421"/>
              </a:xfrm>
              <a:custGeom>
                <a:rect b="b" l="l" r="r" t="t"/>
                <a:pathLst>
                  <a:path extrusionOk="0" h="7157" w="6655">
                    <a:moveTo>
                      <a:pt x="5732" y="251"/>
                    </a:moveTo>
                    <a:cubicBezTo>
                      <a:pt x="5999" y="269"/>
                      <a:pt x="6233" y="393"/>
                      <a:pt x="6398" y="580"/>
                    </a:cubicBezTo>
                    <a:cubicBezTo>
                      <a:pt x="6562" y="769"/>
                      <a:pt x="6655" y="1016"/>
                      <a:pt x="6636" y="1283"/>
                    </a:cubicBezTo>
                    <a:cubicBezTo>
                      <a:pt x="6620" y="1551"/>
                      <a:pt x="6497" y="1783"/>
                      <a:pt x="6307" y="1947"/>
                    </a:cubicBezTo>
                    <a:cubicBezTo>
                      <a:pt x="6122" y="2112"/>
                      <a:pt x="5874" y="2205"/>
                      <a:pt x="5606" y="2188"/>
                    </a:cubicBezTo>
                    <a:cubicBezTo>
                      <a:pt x="5339" y="2170"/>
                      <a:pt x="5104" y="2046"/>
                      <a:pt x="4940" y="1859"/>
                    </a:cubicBezTo>
                    <a:cubicBezTo>
                      <a:pt x="4775" y="1674"/>
                      <a:pt x="4683" y="1423"/>
                      <a:pt x="4701" y="1156"/>
                    </a:cubicBezTo>
                    <a:cubicBezTo>
                      <a:pt x="4720" y="888"/>
                      <a:pt x="4843" y="656"/>
                      <a:pt x="5030" y="492"/>
                    </a:cubicBezTo>
                    <a:cubicBezTo>
                      <a:pt x="5216" y="329"/>
                      <a:pt x="5464" y="237"/>
                      <a:pt x="5732" y="251"/>
                    </a:cubicBezTo>
                    <a:close/>
                    <a:moveTo>
                      <a:pt x="1535" y="4298"/>
                    </a:moveTo>
                    <a:cubicBezTo>
                      <a:pt x="1925" y="4323"/>
                      <a:pt x="2271" y="4506"/>
                      <a:pt x="2509" y="4777"/>
                    </a:cubicBezTo>
                    <a:cubicBezTo>
                      <a:pt x="2748" y="5051"/>
                      <a:pt x="2884" y="5417"/>
                      <a:pt x="2859" y="5805"/>
                    </a:cubicBezTo>
                    <a:cubicBezTo>
                      <a:pt x="2832" y="6196"/>
                      <a:pt x="2651" y="6541"/>
                      <a:pt x="2378" y="6780"/>
                    </a:cubicBezTo>
                    <a:cubicBezTo>
                      <a:pt x="2106" y="7018"/>
                      <a:pt x="1740" y="7156"/>
                      <a:pt x="1350" y="7129"/>
                    </a:cubicBezTo>
                    <a:cubicBezTo>
                      <a:pt x="959" y="7105"/>
                      <a:pt x="616" y="6922"/>
                      <a:pt x="375" y="6650"/>
                    </a:cubicBezTo>
                    <a:cubicBezTo>
                      <a:pt x="136" y="6377"/>
                      <a:pt x="1" y="6009"/>
                      <a:pt x="25" y="5622"/>
                    </a:cubicBezTo>
                    <a:cubicBezTo>
                      <a:pt x="52" y="5231"/>
                      <a:pt x="235" y="4886"/>
                      <a:pt x="507" y="4647"/>
                    </a:cubicBezTo>
                    <a:cubicBezTo>
                      <a:pt x="780" y="4409"/>
                      <a:pt x="1144" y="4271"/>
                      <a:pt x="1535" y="4298"/>
                    </a:cubicBezTo>
                    <a:close/>
                    <a:moveTo>
                      <a:pt x="2333" y="4937"/>
                    </a:moveTo>
                    <a:cubicBezTo>
                      <a:pt x="2133" y="4711"/>
                      <a:pt x="1845" y="4559"/>
                      <a:pt x="1522" y="4538"/>
                    </a:cubicBezTo>
                    <a:cubicBezTo>
                      <a:pt x="1195" y="4518"/>
                      <a:pt x="893" y="4629"/>
                      <a:pt x="667" y="4830"/>
                    </a:cubicBezTo>
                    <a:cubicBezTo>
                      <a:pt x="441" y="5028"/>
                      <a:pt x="289" y="5316"/>
                      <a:pt x="268" y="5639"/>
                    </a:cubicBezTo>
                    <a:cubicBezTo>
                      <a:pt x="247" y="5966"/>
                      <a:pt x="358" y="6270"/>
                      <a:pt x="558" y="6496"/>
                    </a:cubicBezTo>
                    <a:cubicBezTo>
                      <a:pt x="759" y="6722"/>
                      <a:pt x="1043" y="6872"/>
                      <a:pt x="1368" y="6893"/>
                    </a:cubicBezTo>
                    <a:cubicBezTo>
                      <a:pt x="1695" y="6914"/>
                      <a:pt x="1997" y="6805"/>
                      <a:pt x="2224" y="6603"/>
                    </a:cubicBezTo>
                    <a:cubicBezTo>
                      <a:pt x="2452" y="6406"/>
                      <a:pt x="2602" y="6118"/>
                      <a:pt x="2622" y="5793"/>
                    </a:cubicBezTo>
                    <a:cubicBezTo>
                      <a:pt x="2643" y="5468"/>
                      <a:pt x="2530" y="5164"/>
                      <a:pt x="2333" y="4937"/>
                    </a:cubicBezTo>
                    <a:close/>
                    <a:moveTo>
                      <a:pt x="3468" y="12"/>
                    </a:moveTo>
                    <a:cubicBezTo>
                      <a:pt x="3638" y="23"/>
                      <a:pt x="3788" y="103"/>
                      <a:pt x="3891" y="220"/>
                    </a:cubicBezTo>
                    <a:cubicBezTo>
                      <a:pt x="3998" y="339"/>
                      <a:pt x="4056" y="498"/>
                      <a:pt x="4043" y="668"/>
                    </a:cubicBezTo>
                    <a:cubicBezTo>
                      <a:pt x="4033" y="837"/>
                      <a:pt x="3953" y="987"/>
                      <a:pt x="3836" y="1092"/>
                    </a:cubicBezTo>
                    <a:cubicBezTo>
                      <a:pt x="3716" y="1197"/>
                      <a:pt x="3558" y="1257"/>
                      <a:pt x="3387" y="1244"/>
                    </a:cubicBezTo>
                    <a:cubicBezTo>
                      <a:pt x="3219" y="1234"/>
                      <a:pt x="3069" y="1154"/>
                      <a:pt x="2964" y="1034"/>
                    </a:cubicBezTo>
                    <a:cubicBezTo>
                      <a:pt x="2859" y="917"/>
                      <a:pt x="2799" y="757"/>
                      <a:pt x="2812" y="588"/>
                    </a:cubicBezTo>
                    <a:cubicBezTo>
                      <a:pt x="2826" y="420"/>
                      <a:pt x="2902" y="269"/>
                      <a:pt x="3021" y="165"/>
                    </a:cubicBezTo>
                    <a:cubicBezTo>
                      <a:pt x="3139" y="60"/>
                      <a:pt x="3299" y="0"/>
                      <a:pt x="3468" y="12"/>
                    </a:cubicBezTo>
                    <a:close/>
                    <a:moveTo>
                      <a:pt x="3756" y="339"/>
                    </a:moveTo>
                    <a:cubicBezTo>
                      <a:pt x="3682" y="253"/>
                      <a:pt x="3577" y="198"/>
                      <a:pt x="3455" y="193"/>
                    </a:cubicBezTo>
                    <a:cubicBezTo>
                      <a:pt x="3334" y="185"/>
                      <a:pt x="3221" y="226"/>
                      <a:pt x="3139" y="300"/>
                    </a:cubicBezTo>
                    <a:cubicBezTo>
                      <a:pt x="3054" y="374"/>
                      <a:pt x="2997" y="481"/>
                      <a:pt x="2993" y="601"/>
                    </a:cubicBezTo>
                    <a:cubicBezTo>
                      <a:pt x="2984" y="722"/>
                      <a:pt x="3026" y="835"/>
                      <a:pt x="3100" y="917"/>
                    </a:cubicBezTo>
                    <a:cubicBezTo>
                      <a:pt x="3176" y="1002"/>
                      <a:pt x="3281" y="1055"/>
                      <a:pt x="3402" y="1063"/>
                    </a:cubicBezTo>
                    <a:cubicBezTo>
                      <a:pt x="3521" y="1071"/>
                      <a:pt x="3634" y="1030"/>
                      <a:pt x="3716" y="956"/>
                    </a:cubicBezTo>
                    <a:cubicBezTo>
                      <a:pt x="3803" y="882"/>
                      <a:pt x="3856" y="775"/>
                      <a:pt x="3865" y="656"/>
                    </a:cubicBezTo>
                    <a:cubicBezTo>
                      <a:pt x="3871" y="537"/>
                      <a:pt x="3830" y="424"/>
                      <a:pt x="3756" y="339"/>
                    </a:cubicBezTo>
                    <a:close/>
                    <a:moveTo>
                      <a:pt x="5719" y="432"/>
                    </a:moveTo>
                    <a:cubicBezTo>
                      <a:pt x="5503" y="415"/>
                      <a:pt x="5300" y="492"/>
                      <a:pt x="5150" y="627"/>
                    </a:cubicBezTo>
                    <a:cubicBezTo>
                      <a:pt x="4998" y="761"/>
                      <a:pt x="4895" y="950"/>
                      <a:pt x="4882" y="1170"/>
                    </a:cubicBezTo>
                    <a:cubicBezTo>
                      <a:pt x="4866" y="1386"/>
                      <a:pt x="4944" y="1588"/>
                      <a:pt x="5078" y="1740"/>
                    </a:cubicBezTo>
                    <a:cubicBezTo>
                      <a:pt x="5211" y="1892"/>
                      <a:pt x="5401" y="1995"/>
                      <a:pt x="5619" y="2007"/>
                    </a:cubicBezTo>
                    <a:cubicBezTo>
                      <a:pt x="5834" y="2024"/>
                      <a:pt x="6038" y="1945"/>
                      <a:pt x="6190" y="1812"/>
                    </a:cubicBezTo>
                    <a:cubicBezTo>
                      <a:pt x="6342" y="1678"/>
                      <a:pt x="6445" y="1487"/>
                      <a:pt x="6458" y="1269"/>
                    </a:cubicBezTo>
                    <a:cubicBezTo>
                      <a:pt x="6486" y="835"/>
                      <a:pt x="6157" y="459"/>
                      <a:pt x="5719" y="432"/>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7"/>
              <p:cNvSpPr/>
              <p:nvPr/>
            </p:nvSpPr>
            <p:spPr>
              <a:xfrm>
                <a:off x="5815058" y="3536707"/>
                <a:ext cx="519161" cy="470788"/>
              </a:xfrm>
              <a:custGeom>
                <a:rect b="b" l="l" r="r" t="t"/>
                <a:pathLst>
                  <a:path extrusionOk="0" h="9927" w="10947">
                    <a:moveTo>
                      <a:pt x="9412" y="0"/>
                    </a:moveTo>
                    <a:cubicBezTo>
                      <a:pt x="10165" y="837"/>
                      <a:pt x="10679" y="1886"/>
                      <a:pt x="10860" y="3038"/>
                    </a:cubicBezTo>
                    <a:lnTo>
                      <a:pt x="10887" y="3219"/>
                    </a:lnTo>
                    <a:cubicBezTo>
                      <a:pt x="10934" y="3591"/>
                      <a:pt x="10946" y="3973"/>
                      <a:pt x="10922" y="4364"/>
                    </a:cubicBezTo>
                    <a:cubicBezTo>
                      <a:pt x="10899" y="4714"/>
                      <a:pt x="10848" y="5053"/>
                      <a:pt x="10768" y="5380"/>
                    </a:cubicBezTo>
                    <a:lnTo>
                      <a:pt x="10722" y="5555"/>
                    </a:lnTo>
                    <a:cubicBezTo>
                      <a:pt x="10054" y="7998"/>
                      <a:pt x="7878" y="9778"/>
                      <a:pt x="5316" y="9916"/>
                    </a:cubicBezTo>
                    <a:cubicBezTo>
                      <a:pt x="5324" y="9875"/>
                      <a:pt x="5326" y="9834"/>
                      <a:pt x="5328" y="9793"/>
                    </a:cubicBezTo>
                    <a:cubicBezTo>
                      <a:pt x="5355" y="9408"/>
                      <a:pt x="5222" y="9048"/>
                      <a:pt x="4985" y="8779"/>
                    </a:cubicBezTo>
                    <a:cubicBezTo>
                      <a:pt x="4749" y="8507"/>
                      <a:pt x="4409" y="8329"/>
                      <a:pt x="4023" y="8302"/>
                    </a:cubicBezTo>
                    <a:cubicBezTo>
                      <a:pt x="3638" y="8277"/>
                      <a:pt x="3278" y="8411"/>
                      <a:pt x="3009" y="8647"/>
                    </a:cubicBezTo>
                    <a:cubicBezTo>
                      <a:pt x="2785" y="8843"/>
                      <a:pt x="2626" y="9106"/>
                      <a:pt x="2561" y="9410"/>
                    </a:cubicBezTo>
                    <a:cubicBezTo>
                      <a:pt x="1508" y="8939"/>
                      <a:pt x="622" y="8174"/>
                      <a:pt x="0" y="7222"/>
                    </a:cubicBezTo>
                    <a:cubicBezTo>
                      <a:pt x="2532" y="7506"/>
                      <a:pt x="3509" y="7043"/>
                      <a:pt x="4434" y="5147"/>
                    </a:cubicBezTo>
                    <a:cubicBezTo>
                      <a:pt x="5417" y="3138"/>
                      <a:pt x="7218" y="5590"/>
                      <a:pt x="8004" y="2400"/>
                    </a:cubicBezTo>
                    <a:cubicBezTo>
                      <a:pt x="8370" y="893"/>
                      <a:pt x="8929" y="253"/>
                      <a:pt x="9412" y="0"/>
                    </a:cubicBezTo>
                    <a:close/>
                    <a:moveTo>
                      <a:pt x="5131" y="9922"/>
                    </a:moveTo>
                    <a:cubicBezTo>
                      <a:pt x="5139" y="9875"/>
                      <a:pt x="5148" y="9828"/>
                      <a:pt x="5150" y="9778"/>
                    </a:cubicBezTo>
                    <a:cubicBezTo>
                      <a:pt x="5170" y="9441"/>
                      <a:pt x="5055" y="9126"/>
                      <a:pt x="4849" y="8894"/>
                    </a:cubicBezTo>
                    <a:cubicBezTo>
                      <a:pt x="4644" y="8660"/>
                      <a:pt x="4348" y="8503"/>
                      <a:pt x="4010" y="8479"/>
                    </a:cubicBezTo>
                    <a:cubicBezTo>
                      <a:pt x="3673" y="8458"/>
                      <a:pt x="3361" y="8575"/>
                      <a:pt x="3124" y="8781"/>
                    </a:cubicBezTo>
                    <a:cubicBezTo>
                      <a:pt x="2921" y="8958"/>
                      <a:pt x="2777" y="9203"/>
                      <a:pt x="2729" y="9482"/>
                    </a:cubicBezTo>
                    <a:cubicBezTo>
                      <a:pt x="3309" y="9719"/>
                      <a:pt x="3936" y="9871"/>
                      <a:pt x="4594" y="9912"/>
                    </a:cubicBezTo>
                    <a:cubicBezTo>
                      <a:pt x="4777" y="9924"/>
                      <a:pt x="4954" y="9926"/>
                      <a:pt x="5131" y="9922"/>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7"/>
              <p:cNvSpPr/>
              <p:nvPr/>
            </p:nvSpPr>
            <p:spPr>
              <a:xfrm>
                <a:off x="6114357" y="3762165"/>
                <a:ext cx="55724" cy="55630"/>
              </a:xfrm>
              <a:custGeom>
                <a:rect b="b" l="l" r="r" t="t"/>
                <a:pathLst>
                  <a:path extrusionOk="0" h="1173" w="1175">
                    <a:moveTo>
                      <a:pt x="626" y="19"/>
                    </a:moveTo>
                    <a:cubicBezTo>
                      <a:pt x="936" y="40"/>
                      <a:pt x="1175" y="309"/>
                      <a:pt x="1154" y="624"/>
                    </a:cubicBezTo>
                    <a:cubicBezTo>
                      <a:pt x="1133" y="934"/>
                      <a:pt x="864" y="1173"/>
                      <a:pt x="552" y="1152"/>
                    </a:cubicBezTo>
                    <a:cubicBezTo>
                      <a:pt x="237" y="1132"/>
                      <a:pt x="0" y="862"/>
                      <a:pt x="21" y="550"/>
                    </a:cubicBezTo>
                    <a:cubicBezTo>
                      <a:pt x="42" y="237"/>
                      <a:pt x="311" y="1"/>
                      <a:pt x="626" y="1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33" name="Google Shape;433;p27"/>
          <p:cNvSpPr/>
          <p:nvPr/>
        </p:nvSpPr>
        <p:spPr>
          <a:xfrm>
            <a:off x="993081" y="4281718"/>
            <a:ext cx="349624" cy="321774"/>
          </a:xfrm>
          <a:custGeom>
            <a:rect b="b" l="l" r="r" t="t"/>
            <a:pathLst>
              <a:path extrusionOk="0" h="1155" w="1255">
                <a:moveTo>
                  <a:pt x="722" y="50"/>
                </a:moveTo>
                <a:lnTo>
                  <a:pt x="85" y="1154"/>
                </a:lnTo>
                <a:lnTo>
                  <a:pt x="0" y="1107"/>
                </a:lnTo>
                <a:lnTo>
                  <a:pt x="638" y="1"/>
                </a:lnTo>
                <a:close/>
                <a:moveTo>
                  <a:pt x="1255" y="50"/>
                </a:moveTo>
                <a:lnTo>
                  <a:pt x="1170" y="1"/>
                </a:lnTo>
                <a:lnTo>
                  <a:pt x="533" y="1107"/>
                </a:lnTo>
                <a:lnTo>
                  <a:pt x="617" y="1154"/>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7"/>
          <p:cNvSpPr/>
          <p:nvPr/>
        </p:nvSpPr>
        <p:spPr>
          <a:xfrm>
            <a:off x="7896964" y="4416376"/>
            <a:ext cx="426868" cy="426901"/>
          </a:xfrm>
          <a:custGeom>
            <a:rect b="b" l="l" r="r" t="t"/>
            <a:pathLst>
              <a:path extrusionOk="0" h="1862" w="1862">
                <a:moveTo>
                  <a:pt x="932" y="1862"/>
                </a:moveTo>
                <a:cubicBezTo>
                  <a:pt x="1446" y="1862"/>
                  <a:pt x="1861" y="1442"/>
                  <a:pt x="1861" y="933"/>
                </a:cubicBezTo>
                <a:cubicBezTo>
                  <a:pt x="1861" y="418"/>
                  <a:pt x="1444" y="1"/>
                  <a:pt x="932" y="1"/>
                </a:cubicBezTo>
                <a:cubicBezTo>
                  <a:pt x="418" y="1"/>
                  <a:pt x="0" y="420"/>
                  <a:pt x="0" y="933"/>
                </a:cubicBezTo>
                <a:cubicBezTo>
                  <a:pt x="4" y="1447"/>
                  <a:pt x="420" y="1862"/>
                  <a:pt x="932" y="1862"/>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bg>
      <p:bgPr>
        <a:solidFill>
          <a:schemeClr val="accent2"/>
        </a:solidFill>
      </p:bgPr>
    </p:bg>
    <p:spTree>
      <p:nvGrpSpPr>
        <p:cNvPr id="435" name="Shape 435"/>
        <p:cNvGrpSpPr/>
        <p:nvPr/>
      </p:nvGrpSpPr>
      <p:grpSpPr>
        <a:xfrm>
          <a:off x="0" y="0"/>
          <a:ext cx="0" cy="0"/>
          <a:chOff x="0" y="0"/>
          <a:chExt cx="0" cy="0"/>
        </a:xfrm>
      </p:grpSpPr>
      <p:sp>
        <p:nvSpPr>
          <p:cNvPr id="436" name="Google Shape;436;p28"/>
          <p:cNvSpPr/>
          <p:nvPr/>
        </p:nvSpPr>
        <p:spPr>
          <a:xfrm>
            <a:off x="520575" y="819150"/>
            <a:ext cx="8079900" cy="3898800"/>
          </a:xfrm>
          <a:prstGeom prst="roundRect">
            <a:avLst>
              <a:gd fmla="val 354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7" name="Google Shape;437;p28"/>
          <p:cNvGrpSpPr/>
          <p:nvPr/>
        </p:nvGrpSpPr>
        <p:grpSpPr>
          <a:xfrm>
            <a:off x="520563" y="326550"/>
            <a:ext cx="8079900" cy="426900"/>
            <a:chOff x="552450" y="401675"/>
            <a:chExt cx="8079900" cy="426900"/>
          </a:xfrm>
        </p:grpSpPr>
        <p:sp>
          <p:nvSpPr>
            <p:cNvPr id="438" name="Google Shape;438;p28"/>
            <p:cNvSpPr/>
            <p:nvPr/>
          </p:nvSpPr>
          <p:spPr>
            <a:xfrm>
              <a:off x="552450" y="401675"/>
              <a:ext cx="8079900" cy="426900"/>
            </a:xfrm>
            <a:prstGeom prst="roundRect">
              <a:avLst>
                <a:gd fmla="val 22312"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8"/>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8"/>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8"/>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2" name="Google Shape;442;p28"/>
          <p:cNvSpPr txBox="1"/>
          <p:nvPr>
            <p:ph type="ctrTitle"/>
          </p:nvPr>
        </p:nvSpPr>
        <p:spPr>
          <a:xfrm>
            <a:off x="2571776" y="970275"/>
            <a:ext cx="4000500" cy="11265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5200"/>
              <a:buNone/>
              <a:defRPr sz="65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443" name="Google Shape;443;p28"/>
          <p:cNvSpPr txBox="1"/>
          <p:nvPr>
            <p:ph idx="1" type="subTitle"/>
          </p:nvPr>
        </p:nvSpPr>
        <p:spPr>
          <a:xfrm>
            <a:off x="2679325" y="1960151"/>
            <a:ext cx="3785400" cy="1126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a:solidFill>
                  <a:schemeClr val="dk1"/>
                </a:solidFill>
              </a:defRPr>
            </a:lvl1pPr>
            <a:lvl2pPr lvl="1" rtl="0" algn="ctr">
              <a:lnSpc>
                <a:spcPct val="100000"/>
              </a:lnSpc>
              <a:spcBef>
                <a:spcPts val="0"/>
              </a:spcBef>
              <a:spcAft>
                <a:spcPts val="0"/>
              </a:spcAft>
              <a:buClr>
                <a:schemeClr val="dk1"/>
              </a:buClr>
              <a:buSzPts val="1800"/>
              <a:buNone/>
              <a:defRPr sz="1800">
                <a:solidFill>
                  <a:schemeClr val="dk1"/>
                </a:solidFill>
              </a:defRPr>
            </a:lvl2pPr>
            <a:lvl3pPr lvl="2" rtl="0" algn="ctr">
              <a:lnSpc>
                <a:spcPct val="100000"/>
              </a:lnSpc>
              <a:spcBef>
                <a:spcPts val="0"/>
              </a:spcBef>
              <a:spcAft>
                <a:spcPts val="0"/>
              </a:spcAft>
              <a:buClr>
                <a:schemeClr val="dk1"/>
              </a:buClr>
              <a:buSzPts val="1800"/>
              <a:buNone/>
              <a:defRPr sz="1800">
                <a:solidFill>
                  <a:schemeClr val="dk1"/>
                </a:solidFill>
              </a:defRPr>
            </a:lvl3pPr>
            <a:lvl4pPr lvl="3" rtl="0" algn="ctr">
              <a:lnSpc>
                <a:spcPct val="100000"/>
              </a:lnSpc>
              <a:spcBef>
                <a:spcPts val="0"/>
              </a:spcBef>
              <a:spcAft>
                <a:spcPts val="0"/>
              </a:spcAft>
              <a:buClr>
                <a:schemeClr val="dk1"/>
              </a:buClr>
              <a:buSzPts val="1800"/>
              <a:buNone/>
              <a:defRPr sz="1800">
                <a:solidFill>
                  <a:schemeClr val="dk1"/>
                </a:solidFill>
              </a:defRPr>
            </a:lvl4pPr>
            <a:lvl5pPr lvl="4" rtl="0" algn="ctr">
              <a:lnSpc>
                <a:spcPct val="100000"/>
              </a:lnSpc>
              <a:spcBef>
                <a:spcPts val="0"/>
              </a:spcBef>
              <a:spcAft>
                <a:spcPts val="0"/>
              </a:spcAft>
              <a:buClr>
                <a:schemeClr val="dk1"/>
              </a:buClr>
              <a:buSzPts val="1800"/>
              <a:buNone/>
              <a:defRPr sz="1800">
                <a:solidFill>
                  <a:schemeClr val="dk1"/>
                </a:solidFill>
              </a:defRPr>
            </a:lvl5pPr>
            <a:lvl6pPr lvl="5" rtl="0" algn="ctr">
              <a:lnSpc>
                <a:spcPct val="100000"/>
              </a:lnSpc>
              <a:spcBef>
                <a:spcPts val="0"/>
              </a:spcBef>
              <a:spcAft>
                <a:spcPts val="0"/>
              </a:spcAft>
              <a:buClr>
                <a:schemeClr val="dk1"/>
              </a:buClr>
              <a:buSzPts val="1800"/>
              <a:buNone/>
              <a:defRPr sz="1800">
                <a:solidFill>
                  <a:schemeClr val="dk1"/>
                </a:solidFill>
              </a:defRPr>
            </a:lvl6pPr>
            <a:lvl7pPr lvl="6" rtl="0" algn="ctr">
              <a:lnSpc>
                <a:spcPct val="100000"/>
              </a:lnSpc>
              <a:spcBef>
                <a:spcPts val="0"/>
              </a:spcBef>
              <a:spcAft>
                <a:spcPts val="0"/>
              </a:spcAft>
              <a:buClr>
                <a:schemeClr val="dk1"/>
              </a:buClr>
              <a:buSzPts val="1800"/>
              <a:buNone/>
              <a:defRPr sz="1800">
                <a:solidFill>
                  <a:schemeClr val="dk1"/>
                </a:solidFill>
              </a:defRPr>
            </a:lvl7pPr>
            <a:lvl8pPr lvl="7" rtl="0" algn="ctr">
              <a:lnSpc>
                <a:spcPct val="100000"/>
              </a:lnSpc>
              <a:spcBef>
                <a:spcPts val="0"/>
              </a:spcBef>
              <a:spcAft>
                <a:spcPts val="0"/>
              </a:spcAft>
              <a:buClr>
                <a:schemeClr val="dk1"/>
              </a:buClr>
              <a:buSzPts val="1800"/>
              <a:buNone/>
              <a:defRPr sz="1800">
                <a:solidFill>
                  <a:schemeClr val="dk1"/>
                </a:solidFill>
              </a:defRPr>
            </a:lvl8pPr>
            <a:lvl9pPr lvl="8" rtl="0" algn="ctr">
              <a:lnSpc>
                <a:spcPct val="100000"/>
              </a:lnSpc>
              <a:spcBef>
                <a:spcPts val="0"/>
              </a:spcBef>
              <a:spcAft>
                <a:spcPts val="0"/>
              </a:spcAft>
              <a:buClr>
                <a:schemeClr val="dk1"/>
              </a:buClr>
              <a:buSzPts val="1800"/>
              <a:buNone/>
              <a:defRPr sz="1800">
                <a:solidFill>
                  <a:schemeClr val="dk1"/>
                </a:solidFill>
              </a:defRPr>
            </a:lvl9pPr>
          </a:lstStyle>
          <a:p/>
        </p:txBody>
      </p:sp>
      <p:sp>
        <p:nvSpPr>
          <p:cNvPr id="444" name="Google Shape;444;p28"/>
          <p:cNvSpPr txBox="1"/>
          <p:nvPr>
            <p:ph idx="2" type="subTitle"/>
          </p:nvPr>
        </p:nvSpPr>
        <p:spPr>
          <a:xfrm rot="-962">
            <a:off x="2963720" y="4229842"/>
            <a:ext cx="3216600" cy="3732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100"/>
              <a:buNone/>
              <a:defRPr sz="1100"/>
            </a:lvl1pPr>
            <a:lvl2pPr lvl="1" rtl="0" algn="ctr">
              <a:lnSpc>
                <a:spcPct val="100000"/>
              </a:lnSpc>
              <a:spcBef>
                <a:spcPts val="0"/>
              </a:spcBef>
              <a:spcAft>
                <a:spcPts val="0"/>
              </a:spcAft>
              <a:buClr>
                <a:schemeClr val="dk1"/>
              </a:buClr>
              <a:buSzPts val="1100"/>
              <a:buNone/>
              <a:defRPr sz="1100">
                <a:solidFill>
                  <a:schemeClr val="dk1"/>
                </a:solidFill>
              </a:defRPr>
            </a:lvl2pPr>
            <a:lvl3pPr lvl="2" rtl="0" algn="ctr">
              <a:lnSpc>
                <a:spcPct val="100000"/>
              </a:lnSpc>
              <a:spcBef>
                <a:spcPts val="0"/>
              </a:spcBef>
              <a:spcAft>
                <a:spcPts val="0"/>
              </a:spcAft>
              <a:buClr>
                <a:schemeClr val="dk1"/>
              </a:buClr>
              <a:buSzPts val="1100"/>
              <a:buNone/>
              <a:defRPr sz="1100">
                <a:solidFill>
                  <a:schemeClr val="dk1"/>
                </a:solidFill>
              </a:defRPr>
            </a:lvl3pPr>
            <a:lvl4pPr lvl="3" rtl="0" algn="ctr">
              <a:lnSpc>
                <a:spcPct val="100000"/>
              </a:lnSpc>
              <a:spcBef>
                <a:spcPts val="0"/>
              </a:spcBef>
              <a:spcAft>
                <a:spcPts val="0"/>
              </a:spcAft>
              <a:buClr>
                <a:schemeClr val="dk1"/>
              </a:buClr>
              <a:buSzPts val="1100"/>
              <a:buNone/>
              <a:defRPr sz="1100">
                <a:solidFill>
                  <a:schemeClr val="dk1"/>
                </a:solidFill>
              </a:defRPr>
            </a:lvl4pPr>
            <a:lvl5pPr lvl="4" rtl="0" algn="ctr">
              <a:lnSpc>
                <a:spcPct val="100000"/>
              </a:lnSpc>
              <a:spcBef>
                <a:spcPts val="0"/>
              </a:spcBef>
              <a:spcAft>
                <a:spcPts val="0"/>
              </a:spcAft>
              <a:buClr>
                <a:schemeClr val="dk1"/>
              </a:buClr>
              <a:buSzPts val="1100"/>
              <a:buNone/>
              <a:defRPr sz="1100">
                <a:solidFill>
                  <a:schemeClr val="dk1"/>
                </a:solidFill>
              </a:defRPr>
            </a:lvl5pPr>
            <a:lvl6pPr lvl="5" rtl="0" algn="ctr">
              <a:lnSpc>
                <a:spcPct val="100000"/>
              </a:lnSpc>
              <a:spcBef>
                <a:spcPts val="0"/>
              </a:spcBef>
              <a:spcAft>
                <a:spcPts val="0"/>
              </a:spcAft>
              <a:buClr>
                <a:schemeClr val="dk1"/>
              </a:buClr>
              <a:buSzPts val="1100"/>
              <a:buNone/>
              <a:defRPr sz="1100">
                <a:solidFill>
                  <a:schemeClr val="dk1"/>
                </a:solidFill>
              </a:defRPr>
            </a:lvl6pPr>
            <a:lvl7pPr lvl="6" rtl="0" algn="ctr">
              <a:lnSpc>
                <a:spcPct val="100000"/>
              </a:lnSpc>
              <a:spcBef>
                <a:spcPts val="0"/>
              </a:spcBef>
              <a:spcAft>
                <a:spcPts val="0"/>
              </a:spcAft>
              <a:buClr>
                <a:schemeClr val="dk1"/>
              </a:buClr>
              <a:buSzPts val="1100"/>
              <a:buNone/>
              <a:defRPr sz="1100">
                <a:solidFill>
                  <a:schemeClr val="dk1"/>
                </a:solidFill>
              </a:defRPr>
            </a:lvl7pPr>
            <a:lvl8pPr lvl="7" rtl="0" algn="ctr">
              <a:lnSpc>
                <a:spcPct val="100000"/>
              </a:lnSpc>
              <a:spcBef>
                <a:spcPts val="0"/>
              </a:spcBef>
              <a:spcAft>
                <a:spcPts val="0"/>
              </a:spcAft>
              <a:buClr>
                <a:schemeClr val="dk1"/>
              </a:buClr>
              <a:buSzPts val="1100"/>
              <a:buNone/>
              <a:defRPr sz="1100">
                <a:solidFill>
                  <a:schemeClr val="dk1"/>
                </a:solidFill>
              </a:defRPr>
            </a:lvl8pPr>
            <a:lvl9pPr lvl="8" rtl="0" algn="ctr">
              <a:lnSpc>
                <a:spcPct val="100000"/>
              </a:lnSpc>
              <a:spcBef>
                <a:spcPts val="0"/>
              </a:spcBef>
              <a:spcAft>
                <a:spcPts val="0"/>
              </a:spcAft>
              <a:buClr>
                <a:schemeClr val="dk1"/>
              </a:buClr>
              <a:buSzPts val="1100"/>
              <a:buNone/>
              <a:defRPr sz="1100">
                <a:solidFill>
                  <a:schemeClr val="dk1"/>
                </a:solidFill>
              </a:defRPr>
            </a:lvl9pPr>
          </a:lstStyle>
          <a:p/>
        </p:txBody>
      </p:sp>
      <p:sp>
        <p:nvSpPr>
          <p:cNvPr id="445" name="Google Shape;445;p28"/>
          <p:cNvSpPr/>
          <p:nvPr/>
        </p:nvSpPr>
        <p:spPr>
          <a:xfrm>
            <a:off x="1420170" y="3866250"/>
            <a:ext cx="452388" cy="452476"/>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8"/>
          <p:cNvSpPr/>
          <p:nvPr/>
        </p:nvSpPr>
        <p:spPr>
          <a:xfrm rot="3225843">
            <a:off x="709236" y="3422281"/>
            <a:ext cx="1874246" cy="1525057"/>
          </a:xfrm>
          <a:custGeom>
            <a:rect b="b" l="l" r="r" t="t"/>
            <a:pathLst>
              <a:path extrusionOk="0" h="8014" w="9849">
                <a:moveTo>
                  <a:pt x="2143" y="0"/>
                </a:moveTo>
                <a:cubicBezTo>
                  <a:pt x="2606" y="0"/>
                  <a:pt x="2982" y="375"/>
                  <a:pt x="2982" y="837"/>
                </a:cubicBezTo>
                <a:cubicBezTo>
                  <a:pt x="2982" y="946"/>
                  <a:pt x="2961" y="1045"/>
                  <a:pt x="2924" y="1142"/>
                </a:cubicBezTo>
                <a:lnTo>
                  <a:pt x="8300" y="3856"/>
                </a:lnTo>
                <a:cubicBezTo>
                  <a:pt x="8450" y="3622"/>
                  <a:pt x="8711" y="3463"/>
                  <a:pt x="9009" y="3463"/>
                </a:cubicBezTo>
                <a:cubicBezTo>
                  <a:pt x="9472" y="3463"/>
                  <a:pt x="9848" y="3840"/>
                  <a:pt x="9848" y="4302"/>
                </a:cubicBezTo>
                <a:cubicBezTo>
                  <a:pt x="9848" y="4765"/>
                  <a:pt x="9472" y="5139"/>
                  <a:pt x="9009" y="5139"/>
                </a:cubicBezTo>
                <a:cubicBezTo>
                  <a:pt x="8709" y="5139"/>
                  <a:pt x="8444" y="4981"/>
                  <a:pt x="8298" y="4744"/>
                </a:cubicBezTo>
                <a:lnTo>
                  <a:pt x="2756" y="7483"/>
                </a:lnTo>
                <a:cubicBezTo>
                  <a:pt x="2766" y="7520"/>
                  <a:pt x="2770" y="7555"/>
                  <a:pt x="2770" y="7594"/>
                </a:cubicBezTo>
                <a:cubicBezTo>
                  <a:pt x="2770" y="7827"/>
                  <a:pt x="2583" y="8014"/>
                  <a:pt x="2353" y="8014"/>
                </a:cubicBezTo>
                <a:cubicBezTo>
                  <a:pt x="2120" y="8014"/>
                  <a:pt x="1933" y="7827"/>
                  <a:pt x="1933" y="7594"/>
                </a:cubicBezTo>
                <a:cubicBezTo>
                  <a:pt x="1933" y="7395"/>
                  <a:pt x="2071" y="7231"/>
                  <a:pt x="2260" y="7185"/>
                </a:cubicBezTo>
                <a:lnTo>
                  <a:pt x="2089" y="1670"/>
                </a:lnTo>
                <a:cubicBezTo>
                  <a:pt x="1654" y="1641"/>
                  <a:pt x="1306" y="1277"/>
                  <a:pt x="1306" y="835"/>
                </a:cubicBezTo>
                <a:cubicBezTo>
                  <a:pt x="1306" y="375"/>
                  <a:pt x="1680" y="0"/>
                  <a:pt x="2143" y="0"/>
                </a:cubicBezTo>
                <a:close/>
                <a:moveTo>
                  <a:pt x="416" y="4551"/>
                </a:moveTo>
                <a:cubicBezTo>
                  <a:pt x="646" y="4551"/>
                  <a:pt x="833" y="4736"/>
                  <a:pt x="833" y="4969"/>
                </a:cubicBezTo>
                <a:cubicBezTo>
                  <a:pt x="833" y="5199"/>
                  <a:pt x="648" y="5384"/>
                  <a:pt x="416" y="5384"/>
                </a:cubicBezTo>
                <a:cubicBezTo>
                  <a:pt x="187" y="5384"/>
                  <a:pt x="0" y="5199"/>
                  <a:pt x="0" y="4969"/>
                </a:cubicBezTo>
                <a:cubicBezTo>
                  <a:pt x="2" y="4736"/>
                  <a:pt x="187" y="4551"/>
                  <a:pt x="416" y="4551"/>
                </a:cubicBezTo>
                <a:close/>
                <a:moveTo>
                  <a:pt x="6856" y="952"/>
                </a:moveTo>
                <a:cubicBezTo>
                  <a:pt x="6716" y="952"/>
                  <a:pt x="6603" y="1066"/>
                  <a:pt x="6603" y="1205"/>
                </a:cubicBezTo>
                <a:cubicBezTo>
                  <a:pt x="6603" y="1343"/>
                  <a:pt x="6716" y="1456"/>
                  <a:pt x="6856" y="1456"/>
                </a:cubicBezTo>
                <a:cubicBezTo>
                  <a:pt x="6994" y="1456"/>
                  <a:pt x="7107" y="1343"/>
                  <a:pt x="7107" y="1205"/>
                </a:cubicBezTo>
                <a:cubicBezTo>
                  <a:pt x="7105" y="1066"/>
                  <a:pt x="6994" y="952"/>
                  <a:pt x="6856" y="952"/>
                </a:cubicBezTo>
                <a:close/>
                <a:moveTo>
                  <a:pt x="8226" y="4600"/>
                </a:moveTo>
                <a:cubicBezTo>
                  <a:pt x="8189" y="4508"/>
                  <a:pt x="8170" y="4407"/>
                  <a:pt x="8170" y="4302"/>
                </a:cubicBezTo>
                <a:cubicBezTo>
                  <a:pt x="8170" y="4195"/>
                  <a:pt x="8191" y="4093"/>
                  <a:pt x="8228" y="4000"/>
                </a:cubicBezTo>
                <a:lnTo>
                  <a:pt x="2852" y="1286"/>
                </a:lnTo>
                <a:cubicBezTo>
                  <a:pt x="2721" y="1491"/>
                  <a:pt x="2503" y="1637"/>
                  <a:pt x="2252" y="1668"/>
                </a:cubicBezTo>
                <a:lnTo>
                  <a:pt x="2421" y="7183"/>
                </a:lnTo>
                <a:cubicBezTo>
                  <a:pt x="2530" y="7202"/>
                  <a:pt x="2622" y="7261"/>
                  <a:pt x="2686" y="7344"/>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8"/>
          <p:cNvSpPr/>
          <p:nvPr/>
        </p:nvSpPr>
        <p:spPr>
          <a:xfrm>
            <a:off x="419576" y="4453263"/>
            <a:ext cx="300428" cy="300476"/>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8" name="Google Shape;448;p28"/>
          <p:cNvGrpSpPr/>
          <p:nvPr/>
        </p:nvGrpSpPr>
        <p:grpSpPr>
          <a:xfrm rot="823452">
            <a:off x="750513" y="2098687"/>
            <a:ext cx="912772" cy="1009338"/>
            <a:chOff x="1191357" y="3451057"/>
            <a:chExt cx="597555" cy="660773"/>
          </a:xfrm>
        </p:grpSpPr>
        <p:sp>
          <p:nvSpPr>
            <p:cNvPr id="449" name="Google Shape;449;p28"/>
            <p:cNvSpPr/>
            <p:nvPr/>
          </p:nvSpPr>
          <p:spPr>
            <a:xfrm>
              <a:off x="1244473" y="3764632"/>
              <a:ext cx="544439" cy="347198"/>
            </a:xfrm>
            <a:custGeom>
              <a:rect b="b" l="l" r="r" t="t"/>
              <a:pathLst>
                <a:path extrusionOk="0" h="7321" w="11480">
                  <a:moveTo>
                    <a:pt x="361" y="0"/>
                  </a:moveTo>
                  <a:lnTo>
                    <a:pt x="11068" y="0"/>
                  </a:lnTo>
                  <a:lnTo>
                    <a:pt x="11068" y="0"/>
                  </a:lnTo>
                  <a:lnTo>
                    <a:pt x="11076" y="0"/>
                  </a:lnTo>
                  <a:lnTo>
                    <a:pt x="11078" y="0"/>
                  </a:lnTo>
                  <a:lnTo>
                    <a:pt x="11087" y="0"/>
                  </a:lnTo>
                  <a:lnTo>
                    <a:pt x="11089" y="0"/>
                  </a:lnTo>
                  <a:lnTo>
                    <a:pt x="11097" y="0"/>
                  </a:lnTo>
                  <a:lnTo>
                    <a:pt x="11099" y="0"/>
                  </a:lnTo>
                  <a:lnTo>
                    <a:pt x="11105" y="0"/>
                  </a:lnTo>
                  <a:lnTo>
                    <a:pt x="11107" y="0"/>
                  </a:lnTo>
                  <a:lnTo>
                    <a:pt x="11111" y="0"/>
                  </a:lnTo>
                  <a:lnTo>
                    <a:pt x="11117" y="0"/>
                  </a:lnTo>
                  <a:lnTo>
                    <a:pt x="11122" y="0"/>
                  </a:lnTo>
                  <a:lnTo>
                    <a:pt x="11128" y="0"/>
                  </a:lnTo>
                  <a:lnTo>
                    <a:pt x="11130" y="0"/>
                  </a:lnTo>
                  <a:lnTo>
                    <a:pt x="11136" y="4"/>
                  </a:lnTo>
                  <a:lnTo>
                    <a:pt x="11138" y="4"/>
                  </a:lnTo>
                  <a:lnTo>
                    <a:pt x="11146" y="6"/>
                  </a:lnTo>
                  <a:lnTo>
                    <a:pt x="11148" y="6"/>
                  </a:lnTo>
                  <a:lnTo>
                    <a:pt x="11157" y="8"/>
                  </a:lnTo>
                  <a:lnTo>
                    <a:pt x="11159" y="8"/>
                  </a:lnTo>
                  <a:lnTo>
                    <a:pt x="11167" y="10"/>
                  </a:lnTo>
                  <a:lnTo>
                    <a:pt x="11173" y="14"/>
                  </a:lnTo>
                  <a:lnTo>
                    <a:pt x="11177" y="14"/>
                  </a:lnTo>
                  <a:lnTo>
                    <a:pt x="11183" y="17"/>
                  </a:lnTo>
                  <a:lnTo>
                    <a:pt x="11187" y="17"/>
                  </a:lnTo>
                  <a:lnTo>
                    <a:pt x="11192" y="19"/>
                  </a:lnTo>
                  <a:lnTo>
                    <a:pt x="11194" y="21"/>
                  </a:lnTo>
                  <a:lnTo>
                    <a:pt x="11200" y="25"/>
                  </a:lnTo>
                  <a:lnTo>
                    <a:pt x="11202" y="27"/>
                  </a:lnTo>
                  <a:lnTo>
                    <a:pt x="11208" y="29"/>
                  </a:lnTo>
                  <a:lnTo>
                    <a:pt x="11212" y="31"/>
                  </a:lnTo>
                  <a:lnTo>
                    <a:pt x="11218" y="35"/>
                  </a:lnTo>
                  <a:lnTo>
                    <a:pt x="11222" y="37"/>
                  </a:lnTo>
                  <a:lnTo>
                    <a:pt x="11224" y="39"/>
                  </a:lnTo>
                  <a:lnTo>
                    <a:pt x="11231" y="41"/>
                  </a:lnTo>
                  <a:lnTo>
                    <a:pt x="11233" y="45"/>
                  </a:lnTo>
                  <a:lnTo>
                    <a:pt x="11239" y="47"/>
                  </a:lnTo>
                  <a:lnTo>
                    <a:pt x="11241" y="49"/>
                  </a:lnTo>
                  <a:lnTo>
                    <a:pt x="11249" y="51"/>
                  </a:lnTo>
                  <a:lnTo>
                    <a:pt x="11249" y="51"/>
                  </a:lnTo>
                  <a:lnTo>
                    <a:pt x="11255" y="58"/>
                  </a:lnTo>
                  <a:lnTo>
                    <a:pt x="11255" y="58"/>
                  </a:lnTo>
                  <a:lnTo>
                    <a:pt x="11263" y="62"/>
                  </a:lnTo>
                  <a:lnTo>
                    <a:pt x="11266" y="62"/>
                  </a:lnTo>
                  <a:lnTo>
                    <a:pt x="11272" y="68"/>
                  </a:lnTo>
                  <a:lnTo>
                    <a:pt x="11274" y="70"/>
                  </a:lnTo>
                  <a:lnTo>
                    <a:pt x="11280" y="72"/>
                  </a:lnTo>
                  <a:lnTo>
                    <a:pt x="11282" y="76"/>
                  </a:lnTo>
                  <a:lnTo>
                    <a:pt x="11286" y="78"/>
                  </a:lnTo>
                  <a:lnTo>
                    <a:pt x="11290" y="80"/>
                  </a:lnTo>
                  <a:lnTo>
                    <a:pt x="11294" y="82"/>
                  </a:lnTo>
                  <a:lnTo>
                    <a:pt x="11296" y="86"/>
                  </a:lnTo>
                  <a:lnTo>
                    <a:pt x="11300" y="88"/>
                  </a:lnTo>
                  <a:lnTo>
                    <a:pt x="11305" y="91"/>
                  </a:lnTo>
                  <a:lnTo>
                    <a:pt x="11307" y="93"/>
                  </a:lnTo>
                  <a:lnTo>
                    <a:pt x="11313" y="97"/>
                  </a:lnTo>
                  <a:lnTo>
                    <a:pt x="11315" y="99"/>
                  </a:lnTo>
                  <a:lnTo>
                    <a:pt x="11321" y="103"/>
                  </a:lnTo>
                  <a:lnTo>
                    <a:pt x="11323" y="107"/>
                  </a:lnTo>
                  <a:lnTo>
                    <a:pt x="11327" y="111"/>
                  </a:lnTo>
                  <a:lnTo>
                    <a:pt x="11327" y="111"/>
                  </a:lnTo>
                  <a:lnTo>
                    <a:pt x="11333" y="117"/>
                  </a:lnTo>
                  <a:lnTo>
                    <a:pt x="11333" y="117"/>
                  </a:lnTo>
                  <a:lnTo>
                    <a:pt x="11338" y="121"/>
                  </a:lnTo>
                  <a:lnTo>
                    <a:pt x="11344" y="128"/>
                  </a:lnTo>
                  <a:lnTo>
                    <a:pt x="11346" y="130"/>
                  </a:lnTo>
                  <a:lnTo>
                    <a:pt x="11348" y="132"/>
                  </a:lnTo>
                  <a:lnTo>
                    <a:pt x="11354" y="138"/>
                  </a:lnTo>
                  <a:lnTo>
                    <a:pt x="11356" y="140"/>
                  </a:lnTo>
                  <a:lnTo>
                    <a:pt x="11362" y="144"/>
                  </a:lnTo>
                  <a:lnTo>
                    <a:pt x="11364" y="148"/>
                  </a:lnTo>
                  <a:lnTo>
                    <a:pt x="11366" y="150"/>
                  </a:lnTo>
                  <a:lnTo>
                    <a:pt x="11368" y="152"/>
                  </a:lnTo>
                  <a:lnTo>
                    <a:pt x="11372" y="154"/>
                  </a:lnTo>
                  <a:lnTo>
                    <a:pt x="11375" y="160"/>
                  </a:lnTo>
                  <a:lnTo>
                    <a:pt x="11377" y="163"/>
                  </a:lnTo>
                  <a:lnTo>
                    <a:pt x="11383" y="169"/>
                  </a:lnTo>
                  <a:lnTo>
                    <a:pt x="11385" y="171"/>
                  </a:lnTo>
                  <a:lnTo>
                    <a:pt x="11389" y="175"/>
                  </a:lnTo>
                  <a:lnTo>
                    <a:pt x="11393" y="179"/>
                  </a:lnTo>
                  <a:lnTo>
                    <a:pt x="11397" y="183"/>
                  </a:lnTo>
                  <a:lnTo>
                    <a:pt x="11397" y="183"/>
                  </a:lnTo>
                  <a:lnTo>
                    <a:pt x="11403" y="191"/>
                  </a:lnTo>
                  <a:lnTo>
                    <a:pt x="11403" y="191"/>
                  </a:lnTo>
                  <a:lnTo>
                    <a:pt x="11414" y="204"/>
                  </a:lnTo>
                  <a:lnTo>
                    <a:pt x="11416" y="210"/>
                  </a:lnTo>
                  <a:lnTo>
                    <a:pt x="11418" y="212"/>
                  </a:lnTo>
                  <a:cubicBezTo>
                    <a:pt x="11424" y="220"/>
                    <a:pt x="11426" y="226"/>
                    <a:pt x="11430" y="232"/>
                  </a:cubicBezTo>
                  <a:lnTo>
                    <a:pt x="11434" y="234"/>
                  </a:lnTo>
                  <a:lnTo>
                    <a:pt x="11436" y="241"/>
                  </a:lnTo>
                  <a:lnTo>
                    <a:pt x="11438" y="243"/>
                  </a:lnTo>
                  <a:lnTo>
                    <a:pt x="11440" y="247"/>
                  </a:lnTo>
                  <a:lnTo>
                    <a:pt x="11440" y="251"/>
                  </a:lnTo>
                  <a:lnTo>
                    <a:pt x="11444" y="257"/>
                  </a:lnTo>
                  <a:lnTo>
                    <a:pt x="11444" y="257"/>
                  </a:lnTo>
                  <a:lnTo>
                    <a:pt x="11446" y="265"/>
                  </a:lnTo>
                  <a:lnTo>
                    <a:pt x="11446" y="265"/>
                  </a:lnTo>
                  <a:lnTo>
                    <a:pt x="11449" y="274"/>
                  </a:lnTo>
                  <a:lnTo>
                    <a:pt x="11449" y="276"/>
                  </a:lnTo>
                  <a:lnTo>
                    <a:pt x="11451" y="284"/>
                  </a:lnTo>
                  <a:lnTo>
                    <a:pt x="11451" y="286"/>
                  </a:lnTo>
                  <a:lnTo>
                    <a:pt x="11455" y="292"/>
                  </a:lnTo>
                  <a:lnTo>
                    <a:pt x="11457" y="294"/>
                  </a:lnTo>
                  <a:lnTo>
                    <a:pt x="11459" y="302"/>
                  </a:lnTo>
                  <a:lnTo>
                    <a:pt x="11461" y="306"/>
                  </a:lnTo>
                  <a:lnTo>
                    <a:pt x="11465" y="313"/>
                  </a:lnTo>
                  <a:lnTo>
                    <a:pt x="11467" y="317"/>
                  </a:lnTo>
                  <a:lnTo>
                    <a:pt x="11469" y="323"/>
                  </a:lnTo>
                  <a:lnTo>
                    <a:pt x="11469" y="325"/>
                  </a:lnTo>
                  <a:lnTo>
                    <a:pt x="11471" y="329"/>
                  </a:lnTo>
                  <a:lnTo>
                    <a:pt x="11471" y="333"/>
                  </a:lnTo>
                  <a:lnTo>
                    <a:pt x="11475" y="339"/>
                  </a:lnTo>
                  <a:lnTo>
                    <a:pt x="11475" y="343"/>
                  </a:lnTo>
                  <a:cubicBezTo>
                    <a:pt x="11477" y="358"/>
                    <a:pt x="11479" y="376"/>
                    <a:pt x="11479" y="395"/>
                  </a:cubicBezTo>
                  <a:lnTo>
                    <a:pt x="11479" y="6926"/>
                  </a:lnTo>
                  <a:lnTo>
                    <a:pt x="11479" y="6930"/>
                  </a:lnTo>
                  <a:lnTo>
                    <a:pt x="11479" y="6936"/>
                  </a:lnTo>
                  <a:lnTo>
                    <a:pt x="11479" y="6938"/>
                  </a:lnTo>
                  <a:lnTo>
                    <a:pt x="11479" y="6946"/>
                  </a:lnTo>
                  <a:lnTo>
                    <a:pt x="11479" y="6946"/>
                  </a:lnTo>
                  <a:lnTo>
                    <a:pt x="11479" y="6955"/>
                  </a:lnTo>
                  <a:lnTo>
                    <a:pt x="11479" y="6957"/>
                  </a:lnTo>
                  <a:lnTo>
                    <a:pt x="11479" y="6961"/>
                  </a:lnTo>
                  <a:lnTo>
                    <a:pt x="11479" y="6965"/>
                  </a:lnTo>
                  <a:lnTo>
                    <a:pt x="11479" y="6967"/>
                  </a:lnTo>
                  <a:lnTo>
                    <a:pt x="11479" y="6969"/>
                  </a:lnTo>
                  <a:lnTo>
                    <a:pt x="11479" y="6975"/>
                  </a:lnTo>
                  <a:lnTo>
                    <a:pt x="11477" y="6981"/>
                  </a:lnTo>
                  <a:lnTo>
                    <a:pt x="11475" y="6996"/>
                  </a:lnTo>
                  <a:lnTo>
                    <a:pt x="11475" y="6996"/>
                  </a:lnTo>
                  <a:lnTo>
                    <a:pt x="11471" y="7000"/>
                  </a:lnTo>
                  <a:lnTo>
                    <a:pt x="11471" y="7002"/>
                  </a:lnTo>
                  <a:lnTo>
                    <a:pt x="11469" y="7008"/>
                  </a:lnTo>
                  <a:lnTo>
                    <a:pt x="11469" y="7008"/>
                  </a:lnTo>
                  <a:lnTo>
                    <a:pt x="11467" y="7016"/>
                  </a:lnTo>
                  <a:lnTo>
                    <a:pt x="11467" y="7018"/>
                  </a:lnTo>
                  <a:lnTo>
                    <a:pt x="11465" y="7022"/>
                  </a:lnTo>
                  <a:lnTo>
                    <a:pt x="11461" y="7027"/>
                  </a:lnTo>
                  <a:lnTo>
                    <a:pt x="11459" y="7031"/>
                  </a:lnTo>
                  <a:lnTo>
                    <a:pt x="11457" y="7037"/>
                  </a:lnTo>
                  <a:lnTo>
                    <a:pt x="11457" y="7039"/>
                  </a:lnTo>
                  <a:lnTo>
                    <a:pt x="11455" y="7047"/>
                  </a:lnTo>
                  <a:lnTo>
                    <a:pt x="11455" y="7047"/>
                  </a:lnTo>
                  <a:lnTo>
                    <a:pt x="11451" y="7051"/>
                  </a:lnTo>
                  <a:lnTo>
                    <a:pt x="11451" y="7053"/>
                  </a:lnTo>
                  <a:lnTo>
                    <a:pt x="11449" y="7060"/>
                  </a:lnTo>
                  <a:lnTo>
                    <a:pt x="11446" y="7064"/>
                  </a:lnTo>
                  <a:lnTo>
                    <a:pt x="11444" y="7068"/>
                  </a:lnTo>
                  <a:lnTo>
                    <a:pt x="11440" y="7072"/>
                  </a:lnTo>
                  <a:lnTo>
                    <a:pt x="11440" y="7074"/>
                  </a:lnTo>
                  <a:lnTo>
                    <a:pt x="11438" y="7080"/>
                  </a:lnTo>
                  <a:lnTo>
                    <a:pt x="11438" y="7082"/>
                  </a:lnTo>
                  <a:lnTo>
                    <a:pt x="11436" y="7088"/>
                  </a:lnTo>
                  <a:lnTo>
                    <a:pt x="11434" y="7090"/>
                  </a:lnTo>
                  <a:lnTo>
                    <a:pt x="11430" y="7092"/>
                  </a:lnTo>
                  <a:lnTo>
                    <a:pt x="11428" y="7099"/>
                  </a:lnTo>
                  <a:lnTo>
                    <a:pt x="11426" y="7101"/>
                  </a:lnTo>
                  <a:lnTo>
                    <a:pt x="11424" y="7105"/>
                  </a:lnTo>
                  <a:lnTo>
                    <a:pt x="11424" y="7105"/>
                  </a:lnTo>
                  <a:lnTo>
                    <a:pt x="11420" y="7111"/>
                  </a:lnTo>
                  <a:lnTo>
                    <a:pt x="11418" y="7113"/>
                  </a:lnTo>
                  <a:lnTo>
                    <a:pt x="11414" y="7121"/>
                  </a:lnTo>
                  <a:lnTo>
                    <a:pt x="11409" y="7123"/>
                  </a:lnTo>
                  <a:lnTo>
                    <a:pt x="11407" y="7129"/>
                  </a:lnTo>
                  <a:lnTo>
                    <a:pt x="11403" y="7136"/>
                  </a:lnTo>
                  <a:lnTo>
                    <a:pt x="11403" y="7140"/>
                  </a:lnTo>
                  <a:lnTo>
                    <a:pt x="11399" y="7144"/>
                  </a:lnTo>
                  <a:lnTo>
                    <a:pt x="11397" y="7146"/>
                  </a:lnTo>
                  <a:lnTo>
                    <a:pt x="11395" y="7150"/>
                  </a:lnTo>
                  <a:lnTo>
                    <a:pt x="11393" y="7154"/>
                  </a:lnTo>
                  <a:lnTo>
                    <a:pt x="11389" y="7156"/>
                  </a:lnTo>
                  <a:lnTo>
                    <a:pt x="11385" y="7162"/>
                  </a:lnTo>
                  <a:lnTo>
                    <a:pt x="11385" y="7162"/>
                  </a:lnTo>
                  <a:lnTo>
                    <a:pt x="11379" y="7166"/>
                  </a:lnTo>
                  <a:lnTo>
                    <a:pt x="11377" y="7171"/>
                  </a:lnTo>
                  <a:lnTo>
                    <a:pt x="11375" y="7175"/>
                  </a:lnTo>
                  <a:lnTo>
                    <a:pt x="11372" y="7177"/>
                  </a:lnTo>
                  <a:lnTo>
                    <a:pt x="11368" y="7181"/>
                  </a:lnTo>
                  <a:lnTo>
                    <a:pt x="11364" y="7185"/>
                  </a:lnTo>
                  <a:lnTo>
                    <a:pt x="11358" y="7191"/>
                  </a:lnTo>
                  <a:lnTo>
                    <a:pt x="11358" y="7191"/>
                  </a:lnTo>
                  <a:lnTo>
                    <a:pt x="11354" y="7195"/>
                  </a:lnTo>
                  <a:lnTo>
                    <a:pt x="11352" y="7197"/>
                  </a:lnTo>
                  <a:lnTo>
                    <a:pt x="11348" y="7201"/>
                  </a:lnTo>
                  <a:lnTo>
                    <a:pt x="11346" y="7203"/>
                  </a:lnTo>
                  <a:lnTo>
                    <a:pt x="11344" y="7206"/>
                  </a:lnTo>
                  <a:lnTo>
                    <a:pt x="11338" y="7212"/>
                  </a:lnTo>
                  <a:lnTo>
                    <a:pt x="11338" y="7212"/>
                  </a:lnTo>
                  <a:lnTo>
                    <a:pt x="11333" y="7216"/>
                  </a:lnTo>
                  <a:lnTo>
                    <a:pt x="11331" y="7218"/>
                  </a:lnTo>
                  <a:lnTo>
                    <a:pt x="11331" y="7218"/>
                  </a:lnTo>
                  <a:lnTo>
                    <a:pt x="11323" y="7224"/>
                  </a:lnTo>
                  <a:lnTo>
                    <a:pt x="11321" y="7226"/>
                  </a:lnTo>
                  <a:lnTo>
                    <a:pt x="11315" y="7228"/>
                  </a:lnTo>
                  <a:lnTo>
                    <a:pt x="11313" y="7232"/>
                  </a:lnTo>
                  <a:lnTo>
                    <a:pt x="11307" y="7236"/>
                  </a:lnTo>
                  <a:lnTo>
                    <a:pt x="11307" y="7236"/>
                  </a:lnTo>
                  <a:lnTo>
                    <a:pt x="11305" y="7236"/>
                  </a:lnTo>
                  <a:lnTo>
                    <a:pt x="11300" y="7243"/>
                  </a:lnTo>
                  <a:lnTo>
                    <a:pt x="11296" y="7245"/>
                  </a:lnTo>
                  <a:lnTo>
                    <a:pt x="11292" y="7247"/>
                  </a:lnTo>
                  <a:lnTo>
                    <a:pt x="11290" y="7249"/>
                  </a:lnTo>
                  <a:lnTo>
                    <a:pt x="11284" y="7253"/>
                  </a:lnTo>
                  <a:lnTo>
                    <a:pt x="11284" y="7253"/>
                  </a:lnTo>
                  <a:lnTo>
                    <a:pt x="11280" y="7257"/>
                  </a:lnTo>
                  <a:lnTo>
                    <a:pt x="11276" y="7259"/>
                  </a:lnTo>
                  <a:lnTo>
                    <a:pt x="11272" y="7263"/>
                  </a:lnTo>
                  <a:lnTo>
                    <a:pt x="11270" y="7265"/>
                  </a:lnTo>
                  <a:lnTo>
                    <a:pt x="11266" y="7267"/>
                  </a:lnTo>
                  <a:lnTo>
                    <a:pt x="11261" y="7269"/>
                  </a:lnTo>
                  <a:lnTo>
                    <a:pt x="11259" y="7273"/>
                  </a:lnTo>
                  <a:lnTo>
                    <a:pt x="11253" y="7275"/>
                  </a:lnTo>
                  <a:lnTo>
                    <a:pt x="11253" y="7275"/>
                  </a:lnTo>
                  <a:lnTo>
                    <a:pt x="11249" y="7277"/>
                  </a:lnTo>
                  <a:lnTo>
                    <a:pt x="11245" y="7280"/>
                  </a:lnTo>
                  <a:lnTo>
                    <a:pt x="11241" y="7284"/>
                  </a:lnTo>
                  <a:lnTo>
                    <a:pt x="11235" y="7286"/>
                  </a:lnTo>
                  <a:lnTo>
                    <a:pt x="11233" y="7288"/>
                  </a:lnTo>
                  <a:lnTo>
                    <a:pt x="11229" y="7290"/>
                  </a:lnTo>
                  <a:lnTo>
                    <a:pt x="11229" y="7290"/>
                  </a:lnTo>
                  <a:lnTo>
                    <a:pt x="11220" y="7294"/>
                  </a:lnTo>
                  <a:lnTo>
                    <a:pt x="11218" y="7294"/>
                  </a:lnTo>
                  <a:lnTo>
                    <a:pt x="11212" y="7296"/>
                  </a:lnTo>
                  <a:lnTo>
                    <a:pt x="11210" y="7298"/>
                  </a:lnTo>
                  <a:lnTo>
                    <a:pt x="11208" y="7300"/>
                  </a:lnTo>
                  <a:cubicBezTo>
                    <a:pt x="11171" y="7314"/>
                    <a:pt x="11134" y="7321"/>
                    <a:pt x="11095" y="7321"/>
                  </a:cubicBezTo>
                  <a:lnTo>
                    <a:pt x="385" y="7321"/>
                  </a:lnTo>
                  <a:cubicBezTo>
                    <a:pt x="338" y="7321"/>
                    <a:pt x="291" y="7310"/>
                    <a:pt x="250" y="7294"/>
                  </a:cubicBezTo>
                  <a:lnTo>
                    <a:pt x="246" y="7290"/>
                  </a:lnTo>
                  <a:lnTo>
                    <a:pt x="246" y="7290"/>
                  </a:lnTo>
                  <a:lnTo>
                    <a:pt x="239" y="7288"/>
                  </a:lnTo>
                  <a:lnTo>
                    <a:pt x="237" y="7288"/>
                  </a:lnTo>
                  <a:lnTo>
                    <a:pt x="231" y="7286"/>
                  </a:lnTo>
                  <a:lnTo>
                    <a:pt x="229" y="7284"/>
                  </a:lnTo>
                  <a:lnTo>
                    <a:pt x="227" y="7280"/>
                  </a:lnTo>
                  <a:lnTo>
                    <a:pt x="221" y="7277"/>
                  </a:lnTo>
                  <a:lnTo>
                    <a:pt x="219" y="7277"/>
                  </a:lnTo>
                  <a:lnTo>
                    <a:pt x="215" y="7275"/>
                  </a:lnTo>
                  <a:lnTo>
                    <a:pt x="211" y="7275"/>
                  </a:lnTo>
                  <a:lnTo>
                    <a:pt x="207" y="7273"/>
                  </a:lnTo>
                  <a:lnTo>
                    <a:pt x="204" y="7269"/>
                  </a:lnTo>
                  <a:lnTo>
                    <a:pt x="200" y="7267"/>
                  </a:lnTo>
                  <a:lnTo>
                    <a:pt x="196" y="7265"/>
                  </a:lnTo>
                  <a:lnTo>
                    <a:pt x="194" y="7265"/>
                  </a:lnTo>
                  <a:lnTo>
                    <a:pt x="188" y="7259"/>
                  </a:lnTo>
                  <a:lnTo>
                    <a:pt x="184" y="7255"/>
                  </a:lnTo>
                  <a:lnTo>
                    <a:pt x="180" y="7253"/>
                  </a:lnTo>
                  <a:lnTo>
                    <a:pt x="178" y="7249"/>
                  </a:lnTo>
                  <a:lnTo>
                    <a:pt x="174" y="7247"/>
                  </a:lnTo>
                  <a:lnTo>
                    <a:pt x="170" y="7245"/>
                  </a:lnTo>
                  <a:lnTo>
                    <a:pt x="165" y="7238"/>
                  </a:lnTo>
                  <a:lnTo>
                    <a:pt x="165" y="7238"/>
                  </a:lnTo>
                  <a:lnTo>
                    <a:pt x="159" y="7234"/>
                  </a:lnTo>
                  <a:lnTo>
                    <a:pt x="157" y="7232"/>
                  </a:lnTo>
                  <a:lnTo>
                    <a:pt x="155" y="7228"/>
                  </a:lnTo>
                  <a:lnTo>
                    <a:pt x="149" y="7226"/>
                  </a:lnTo>
                  <a:lnTo>
                    <a:pt x="147" y="7224"/>
                  </a:lnTo>
                  <a:lnTo>
                    <a:pt x="143" y="7218"/>
                  </a:lnTo>
                  <a:lnTo>
                    <a:pt x="143" y="7218"/>
                  </a:lnTo>
                  <a:lnTo>
                    <a:pt x="137" y="7214"/>
                  </a:lnTo>
                  <a:lnTo>
                    <a:pt x="132" y="7208"/>
                  </a:lnTo>
                  <a:lnTo>
                    <a:pt x="128" y="7206"/>
                  </a:lnTo>
                  <a:lnTo>
                    <a:pt x="126" y="7203"/>
                  </a:lnTo>
                  <a:lnTo>
                    <a:pt x="122" y="7197"/>
                  </a:lnTo>
                  <a:lnTo>
                    <a:pt x="122" y="7197"/>
                  </a:lnTo>
                  <a:lnTo>
                    <a:pt x="116" y="7193"/>
                  </a:lnTo>
                  <a:lnTo>
                    <a:pt x="114" y="7191"/>
                  </a:lnTo>
                  <a:lnTo>
                    <a:pt x="112" y="7187"/>
                  </a:lnTo>
                  <a:lnTo>
                    <a:pt x="108" y="7185"/>
                  </a:lnTo>
                  <a:lnTo>
                    <a:pt x="106" y="7183"/>
                  </a:lnTo>
                  <a:lnTo>
                    <a:pt x="102" y="7177"/>
                  </a:lnTo>
                  <a:lnTo>
                    <a:pt x="102" y="7177"/>
                  </a:lnTo>
                  <a:lnTo>
                    <a:pt x="95" y="7173"/>
                  </a:lnTo>
                  <a:lnTo>
                    <a:pt x="93" y="7171"/>
                  </a:lnTo>
                  <a:lnTo>
                    <a:pt x="91" y="7164"/>
                  </a:lnTo>
                  <a:lnTo>
                    <a:pt x="87" y="7162"/>
                  </a:lnTo>
                  <a:lnTo>
                    <a:pt x="85" y="7160"/>
                  </a:lnTo>
                  <a:lnTo>
                    <a:pt x="81" y="7154"/>
                  </a:lnTo>
                  <a:lnTo>
                    <a:pt x="81" y="7154"/>
                  </a:lnTo>
                  <a:cubicBezTo>
                    <a:pt x="75" y="7146"/>
                    <a:pt x="71" y="7142"/>
                    <a:pt x="67" y="7134"/>
                  </a:cubicBezTo>
                  <a:lnTo>
                    <a:pt x="67" y="7134"/>
                  </a:lnTo>
                  <a:lnTo>
                    <a:pt x="65" y="7129"/>
                  </a:lnTo>
                  <a:lnTo>
                    <a:pt x="63" y="7125"/>
                  </a:lnTo>
                  <a:lnTo>
                    <a:pt x="56" y="7119"/>
                  </a:lnTo>
                  <a:lnTo>
                    <a:pt x="54" y="7115"/>
                  </a:lnTo>
                  <a:lnTo>
                    <a:pt x="52" y="7111"/>
                  </a:lnTo>
                  <a:lnTo>
                    <a:pt x="52" y="7111"/>
                  </a:lnTo>
                  <a:lnTo>
                    <a:pt x="50" y="7105"/>
                  </a:lnTo>
                  <a:lnTo>
                    <a:pt x="50" y="7103"/>
                  </a:lnTo>
                  <a:lnTo>
                    <a:pt x="46" y="7099"/>
                  </a:lnTo>
                  <a:lnTo>
                    <a:pt x="44" y="7094"/>
                  </a:lnTo>
                  <a:lnTo>
                    <a:pt x="42" y="7092"/>
                  </a:lnTo>
                  <a:lnTo>
                    <a:pt x="40" y="7088"/>
                  </a:lnTo>
                  <a:lnTo>
                    <a:pt x="40" y="7084"/>
                  </a:lnTo>
                  <a:lnTo>
                    <a:pt x="36" y="7080"/>
                  </a:lnTo>
                  <a:lnTo>
                    <a:pt x="36" y="7078"/>
                  </a:lnTo>
                  <a:lnTo>
                    <a:pt x="34" y="7072"/>
                  </a:lnTo>
                  <a:lnTo>
                    <a:pt x="32" y="7070"/>
                  </a:lnTo>
                  <a:lnTo>
                    <a:pt x="30" y="7068"/>
                  </a:lnTo>
                  <a:lnTo>
                    <a:pt x="26" y="7062"/>
                  </a:lnTo>
                  <a:lnTo>
                    <a:pt x="26" y="7060"/>
                  </a:lnTo>
                  <a:lnTo>
                    <a:pt x="24" y="7051"/>
                  </a:lnTo>
                  <a:lnTo>
                    <a:pt x="24" y="7049"/>
                  </a:lnTo>
                  <a:lnTo>
                    <a:pt x="21" y="7043"/>
                  </a:lnTo>
                  <a:lnTo>
                    <a:pt x="19" y="7041"/>
                  </a:lnTo>
                  <a:lnTo>
                    <a:pt x="15" y="7033"/>
                  </a:lnTo>
                  <a:lnTo>
                    <a:pt x="15" y="7031"/>
                  </a:lnTo>
                  <a:lnTo>
                    <a:pt x="13" y="7022"/>
                  </a:lnTo>
                  <a:lnTo>
                    <a:pt x="13" y="7022"/>
                  </a:lnTo>
                  <a:lnTo>
                    <a:pt x="11" y="7018"/>
                  </a:lnTo>
                  <a:lnTo>
                    <a:pt x="11" y="7016"/>
                  </a:lnTo>
                  <a:lnTo>
                    <a:pt x="9" y="7010"/>
                  </a:lnTo>
                  <a:lnTo>
                    <a:pt x="5" y="7006"/>
                  </a:lnTo>
                  <a:lnTo>
                    <a:pt x="5" y="7002"/>
                  </a:lnTo>
                  <a:lnTo>
                    <a:pt x="3" y="6996"/>
                  </a:lnTo>
                  <a:lnTo>
                    <a:pt x="3" y="6996"/>
                  </a:lnTo>
                  <a:lnTo>
                    <a:pt x="1" y="6990"/>
                  </a:lnTo>
                  <a:lnTo>
                    <a:pt x="1" y="6988"/>
                  </a:lnTo>
                  <a:lnTo>
                    <a:pt x="1" y="6981"/>
                  </a:lnTo>
                  <a:lnTo>
                    <a:pt x="1" y="6977"/>
                  </a:lnTo>
                  <a:lnTo>
                    <a:pt x="1" y="6975"/>
                  </a:lnTo>
                  <a:lnTo>
                    <a:pt x="1" y="6967"/>
                  </a:lnTo>
                  <a:lnTo>
                    <a:pt x="1" y="6967"/>
                  </a:lnTo>
                  <a:lnTo>
                    <a:pt x="1" y="6959"/>
                  </a:lnTo>
                  <a:lnTo>
                    <a:pt x="1" y="6957"/>
                  </a:lnTo>
                  <a:lnTo>
                    <a:pt x="1" y="6951"/>
                  </a:lnTo>
                  <a:lnTo>
                    <a:pt x="1" y="6946"/>
                  </a:lnTo>
                  <a:lnTo>
                    <a:pt x="1" y="6944"/>
                  </a:lnTo>
                  <a:lnTo>
                    <a:pt x="1" y="6936"/>
                  </a:lnTo>
                  <a:lnTo>
                    <a:pt x="1" y="6722"/>
                  </a:lnTo>
                  <a:lnTo>
                    <a:pt x="1" y="411"/>
                  </a:lnTo>
                  <a:cubicBezTo>
                    <a:pt x="1" y="395"/>
                    <a:pt x="3" y="378"/>
                    <a:pt x="5" y="360"/>
                  </a:cubicBezTo>
                  <a:lnTo>
                    <a:pt x="5" y="358"/>
                  </a:lnTo>
                  <a:lnTo>
                    <a:pt x="9" y="350"/>
                  </a:lnTo>
                  <a:lnTo>
                    <a:pt x="11" y="343"/>
                  </a:lnTo>
                  <a:lnTo>
                    <a:pt x="11" y="339"/>
                  </a:lnTo>
                  <a:lnTo>
                    <a:pt x="11" y="337"/>
                  </a:lnTo>
                  <a:lnTo>
                    <a:pt x="13" y="333"/>
                  </a:lnTo>
                  <a:lnTo>
                    <a:pt x="15" y="325"/>
                  </a:lnTo>
                  <a:lnTo>
                    <a:pt x="15" y="325"/>
                  </a:lnTo>
                  <a:lnTo>
                    <a:pt x="19" y="319"/>
                  </a:lnTo>
                  <a:lnTo>
                    <a:pt x="21" y="317"/>
                  </a:lnTo>
                  <a:lnTo>
                    <a:pt x="24" y="313"/>
                  </a:lnTo>
                  <a:lnTo>
                    <a:pt x="26" y="309"/>
                  </a:lnTo>
                  <a:lnTo>
                    <a:pt x="30" y="302"/>
                  </a:lnTo>
                  <a:lnTo>
                    <a:pt x="32" y="294"/>
                  </a:lnTo>
                  <a:lnTo>
                    <a:pt x="32" y="292"/>
                  </a:lnTo>
                  <a:lnTo>
                    <a:pt x="36" y="276"/>
                  </a:lnTo>
                  <a:lnTo>
                    <a:pt x="36" y="276"/>
                  </a:lnTo>
                  <a:lnTo>
                    <a:pt x="40" y="267"/>
                  </a:lnTo>
                  <a:lnTo>
                    <a:pt x="40" y="265"/>
                  </a:lnTo>
                  <a:lnTo>
                    <a:pt x="42" y="261"/>
                  </a:lnTo>
                  <a:lnTo>
                    <a:pt x="44" y="257"/>
                  </a:lnTo>
                  <a:lnTo>
                    <a:pt x="46" y="253"/>
                  </a:lnTo>
                  <a:lnTo>
                    <a:pt x="50" y="251"/>
                  </a:lnTo>
                  <a:lnTo>
                    <a:pt x="52" y="245"/>
                  </a:lnTo>
                  <a:lnTo>
                    <a:pt x="54" y="243"/>
                  </a:lnTo>
                  <a:lnTo>
                    <a:pt x="56" y="237"/>
                  </a:lnTo>
                  <a:lnTo>
                    <a:pt x="61" y="232"/>
                  </a:lnTo>
                  <a:lnTo>
                    <a:pt x="63" y="230"/>
                  </a:lnTo>
                  <a:lnTo>
                    <a:pt x="65" y="224"/>
                  </a:lnTo>
                  <a:lnTo>
                    <a:pt x="67" y="222"/>
                  </a:lnTo>
                  <a:lnTo>
                    <a:pt x="71" y="216"/>
                  </a:lnTo>
                  <a:lnTo>
                    <a:pt x="73" y="214"/>
                  </a:lnTo>
                  <a:lnTo>
                    <a:pt x="77" y="210"/>
                  </a:lnTo>
                  <a:lnTo>
                    <a:pt x="77" y="206"/>
                  </a:lnTo>
                  <a:lnTo>
                    <a:pt x="83" y="200"/>
                  </a:lnTo>
                  <a:lnTo>
                    <a:pt x="83" y="200"/>
                  </a:lnTo>
                  <a:lnTo>
                    <a:pt x="87" y="191"/>
                  </a:lnTo>
                  <a:lnTo>
                    <a:pt x="87" y="191"/>
                  </a:lnTo>
                  <a:lnTo>
                    <a:pt x="93" y="185"/>
                  </a:lnTo>
                  <a:lnTo>
                    <a:pt x="95" y="183"/>
                  </a:lnTo>
                  <a:lnTo>
                    <a:pt x="102" y="179"/>
                  </a:lnTo>
                  <a:lnTo>
                    <a:pt x="112" y="169"/>
                  </a:lnTo>
                  <a:lnTo>
                    <a:pt x="112" y="169"/>
                  </a:lnTo>
                  <a:lnTo>
                    <a:pt x="114" y="165"/>
                  </a:lnTo>
                  <a:lnTo>
                    <a:pt x="116" y="163"/>
                  </a:lnTo>
                  <a:lnTo>
                    <a:pt x="118" y="160"/>
                  </a:lnTo>
                  <a:lnTo>
                    <a:pt x="122" y="158"/>
                  </a:lnTo>
                  <a:lnTo>
                    <a:pt x="126" y="152"/>
                  </a:lnTo>
                  <a:lnTo>
                    <a:pt x="128" y="150"/>
                  </a:lnTo>
                  <a:lnTo>
                    <a:pt x="139" y="140"/>
                  </a:lnTo>
                  <a:lnTo>
                    <a:pt x="145" y="134"/>
                  </a:lnTo>
                  <a:lnTo>
                    <a:pt x="145" y="134"/>
                  </a:lnTo>
                  <a:lnTo>
                    <a:pt x="149" y="130"/>
                  </a:lnTo>
                  <a:lnTo>
                    <a:pt x="149" y="130"/>
                  </a:lnTo>
                  <a:lnTo>
                    <a:pt x="155" y="123"/>
                  </a:lnTo>
                  <a:lnTo>
                    <a:pt x="157" y="121"/>
                  </a:lnTo>
                  <a:lnTo>
                    <a:pt x="163" y="117"/>
                  </a:lnTo>
                  <a:lnTo>
                    <a:pt x="174" y="109"/>
                  </a:lnTo>
                  <a:lnTo>
                    <a:pt x="176" y="107"/>
                  </a:lnTo>
                  <a:lnTo>
                    <a:pt x="178" y="103"/>
                  </a:lnTo>
                  <a:lnTo>
                    <a:pt x="180" y="101"/>
                  </a:lnTo>
                  <a:lnTo>
                    <a:pt x="184" y="99"/>
                  </a:lnTo>
                  <a:lnTo>
                    <a:pt x="188" y="97"/>
                  </a:lnTo>
                  <a:lnTo>
                    <a:pt x="188" y="97"/>
                  </a:lnTo>
                  <a:lnTo>
                    <a:pt x="194" y="93"/>
                  </a:lnTo>
                  <a:lnTo>
                    <a:pt x="196" y="91"/>
                  </a:lnTo>
                  <a:lnTo>
                    <a:pt x="200" y="88"/>
                  </a:lnTo>
                  <a:lnTo>
                    <a:pt x="204" y="86"/>
                  </a:lnTo>
                  <a:lnTo>
                    <a:pt x="209" y="80"/>
                  </a:lnTo>
                  <a:lnTo>
                    <a:pt x="211" y="80"/>
                  </a:lnTo>
                  <a:lnTo>
                    <a:pt x="219" y="76"/>
                  </a:lnTo>
                  <a:lnTo>
                    <a:pt x="219" y="76"/>
                  </a:lnTo>
                  <a:lnTo>
                    <a:pt x="227" y="70"/>
                  </a:lnTo>
                  <a:lnTo>
                    <a:pt x="227" y="70"/>
                  </a:lnTo>
                  <a:lnTo>
                    <a:pt x="235" y="68"/>
                  </a:lnTo>
                  <a:lnTo>
                    <a:pt x="237" y="68"/>
                  </a:lnTo>
                  <a:lnTo>
                    <a:pt x="241" y="66"/>
                  </a:lnTo>
                  <a:lnTo>
                    <a:pt x="246" y="62"/>
                  </a:lnTo>
                  <a:lnTo>
                    <a:pt x="250" y="60"/>
                  </a:lnTo>
                  <a:lnTo>
                    <a:pt x="258" y="58"/>
                  </a:lnTo>
                  <a:lnTo>
                    <a:pt x="258" y="58"/>
                  </a:lnTo>
                  <a:lnTo>
                    <a:pt x="262" y="56"/>
                  </a:lnTo>
                  <a:lnTo>
                    <a:pt x="268" y="51"/>
                  </a:lnTo>
                  <a:lnTo>
                    <a:pt x="272" y="49"/>
                  </a:lnTo>
                  <a:lnTo>
                    <a:pt x="276" y="47"/>
                  </a:lnTo>
                  <a:lnTo>
                    <a:pt x="281" y="45"/>
                  </a:lnTo>
                  <a:lnTo>
                    <a:pt x="283" y="41"/>
                  </a:lnTo>
                  <a:lnTo>
                    <a:pt x="289" y="39"/>
                  </a:lnTo>
                  <a:lnTo>
                    <a:pt x="291" y="39"/>
                  </a:lnTo>
                  <a:lnTo>
                    <a:pt x="299" y="37"/>
                  </a:lnTo>
                  <a:lnTo>
                    <a:pt x="301" y="37"/>
                  </a:lnTo>
                  <a:lnTo>
                    <a:pt x="309" y="35"/>
                  </a:lnTo>
                  <a:lnTo>
                    <a:pt x="309" y="35"/>
                  </a:lnTo>
                  <a:lnTo>
                    <a:pt x="318" y="31"/>
                  </a:lnTo>
                  <a:lnTo>
                    <a:pt x="320" y="31"/>
                  </a:lnTo>
                  <a:lnTo>
                    <a:pt x="328" y="29"/>
                  </a:lnTo>
                  <a:lnTo>
                    <a:pt x="330" y="29"/>
                  </a:lnTo>
                  <a:lnTo>
                    <a:pt x="338" y="27"/>
                  </a:lnTo>
                  <a:cubicBezTo>
                    <a:pt x="344" y="25"/>
                    <a:pt x="353" y="25"/>
                    <a:pt x="359" y="21"/>
                  </a:cubicBezTo>
                  <a:lnTo>
                    <a:pt x="361" y="21"/>
                  </a:lnTo>
                  <a:lnTo>
                    <a:pt x="365" y="21"/>
                  </a:lnTo>
                  <a:lnTo>
                    <a:pt x="373" y="21"/>
                  </a:lnTo>
                  <a:lnTo>
                    <a:pt x="375" y="21"/>
                  </a:lnTo>
                  <a:lnTo>
                    <a:pt x="379" y="21"/>
                  </a:lnTo>
                  <a:lnTo>
                    <a:pt x="361" y="0"/>
                  </a:lnTo>
                  <a:lnTo>
                    <a:pt x="363" y="0"/>
                  </a:lnTo>
                  <a:lnTo>
                    <a:pt x="371" y="0"/>
                  </a:lnTo>
                  <a:lnTo>
                    <a:pt x="373" y="0"/>
                  </a:lnTo>
                  <a:close/>
                </a:path>
              </a:pathLst>
            </a:custGeom>
            <a:solidFill>
              <a:srgbClr val="1B22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8"/>
            <p:cNvSpPr/>
            <p:nvPr/>
          </p:nvSpPr>
          <p:spPr>
            <a:xfrm>
              <a:off x="1191357" y="3683393"/>
              <a:ext cx="567535" cy="387889"/>
            </a:xfrm>
            <a:custGeom>
              <a:rect b="b" l="l" r="r" t="t"/>
              <a:pathLst>
                <a:path extrusionOk="0" h="8179" w="11967">
                  <a:moveTo>
                    <a:pt x="327" y="979"/>
                  </a:moveTo>
                  <a:lnTo>
                    <a:pt x="10991" y="17"/>
                  </a:lnTo>
                  <a:cubicBezTo>
                    <a:pt x="11176" y="0"/>
                    <a:pt x="11345" y="138"/>
                    <a:pt x="11361" y="325"/>
                  </a:cubicBezTo>
                  <a:lnTo>
                    <a:pt x="11948" y="6829"/>
                  </a:lnTo>
                  <a:cubicBezTo>
                    <a:pt x="11966" y="7014"/>
                    <a:pt x="11826" y="7183"/>
                    <a:pt x="11639" y="7199"/>
                  </a:cubicBezTo>
                  <a:lnTo>
                    <a:pt x="975" y="8160"/>
                  </a:lnTo>
                  <a:cubicBezTo>
                    <a:pt x="790" y="8178"/>
                    <a:pt x="619" y="8038"/>
                    <a:pt x="605" y="7851"/>
                  </a:cubicBezTo>
                  <a:lnTo>
                    <a:pt x="19" y="1349"/>
                  </a:lnTo>
                  <a:cubicBezTo>
                    <a:pt x="0" y="1162"/>
                    <a:pt x="142" y="993"/>
                    <a:pt x="327" y="979"/>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8"/>
            <p:cNvSpPr/>
            <p:nvPr/>
          </p:nvSpPr>
          <p:spPr>
            <a:xfrm>
              <a:off x="1192211" y="3683487"/>
              <a:ext cx="566349" cy="386324"/>
            </a:xfrm>
            <a:custGeom>
              <a:rect b="b" l="l" r="r" t="t"/>
              <a:pathLst>
                <a:path extrusionOk="0" h="8146" w="11942">
                  <a:moveTo>
                    <a:pt x="309" y="977"/>
                  </a:moveTo>
                  <a:lnTo>
                    <a:pt x="5409" y="4259"/>
                  </a:lnTo>
                  <a:cubicBezTo>
                    <a:pt x="5771" y="4493"/>
                    <a:pt x="6227" y="4452"/>
                    <a:pt x="6544" y="4156"/>
                  </a:cubicBezTo>
                  <a:lnTo>
                    <a:pt x="10973" y="15"/>
                  </a:lnTo>
                  <a:lnTo>
                    <a:pt x="10973" y="15"/>
                  </a:lnTo>
                  <a:cubicBezTo>
                    <a:pt x="11142" y="0"/>
                    <a:pt x="11296" y="113"/>
                    <a:pt x="11335" y="274"/>
                  </a:cubicBezTo>
                  <a:lnTo>
                    <a:pt x="9423" y="2065"/>
                  </a:lnTo>
                  <a:cubicBezTo>
                    <a:pt x="9073" y="2390"/>
                    <a:pt x="9030" y="2924"/>
                    <a:pt x="9320" y="3305"/>
                  </a:cubicBezTo>
                  <a:lnTo>
                    <a:pt x="11919" y="6694"/>
                  </a:lnTo>
                  <a:lnTo>
                    <a:pt x="11932" y="6831"/>
                  </a:lnTo>
                  <a:cubicBezTo>
                    <a:pt x="11942" y="6977"/>
                    <a:pt x="11860" y="7109"/>
                    <a:pt x="11734" y="7169"/>
                  </a:cubicBezTo>
                  <a:lnTo>
                    <a:pt x="9112" y="3747"/>
                  </a:lnTo>
                  <a:cubicBezTo>
                    <a:pt x="8948" y="3531"/>
                    <a:pt x="8724" y="3410"/>
                    <a:pt x="8452" y="3387"/>
                  </a:cubicBezTo>
                  <a:cubicBezTo>
                    <a:pt x="8181" y="3364"/>
                    <a:pt x="7940" y="3449"/>
                    <a:pt x="7743" y="3634"/>
                  </a:cubicBezTo>
                  <a:lnTo>
                    <a:pt x="6595" y="4707"/>
                  </a:lnTo>
                  <a:cubicBezTo>
                    <a:pt x="6279" y="4999"/>
                    <a:pt x="5822" y="5040"/>
                    <a:pt x="5460" y="4810"/>
                  </a:cubicBezTo>
                  <a:lnTo>
                    <a:pt x="3832" y="3763"/>
                  </a:lnTo>
                  <a:cubicBezTo>
                    <a:pt x="3593" y="3609"/>
                    <a:pt x="3326" y="3572"/>
                    <a:pt x="3056" y="3658"/>
                  </a:cubicBezTo>
                  <a:cubicBezTo>
                    <a:pt x="2787" y="3743"/>
                    <a:pt x="2586" y="3924"/>
                    <a:pt x="2474" y="4187"/>
                  </a:cubicBezTo>
                  <a:lnTo>
                    <a:pt x="827" y="8145"/>
                  </a:lnTo>
                  <a:cubicBezTo>
                    <a:pt x="700" y="8104"/>
                    <a:pt x="601" y="7991"/>
                    <a:pt x="589" y="7849"/>
                  </a:cubicBezTo>
                  <a:lnTo>
                    <a:pt x="568" y="7629"/>
                  </a:lnTo>
                  <a:lnTo>
                    <a:pt x="2232" y="3636"/>
                  </a:lnTo>
                  <a:cubicBezTo>
                    <a:pt x="2407" y="3218"/>
                    <a:pt x="2256" y="2745"/>
                    <a:pt x="1876" y="2501"/>
                  </a:cubicBezTo>
                  <a:lnTo>
                    <a:pt x="1" y="1294"/>
                  </a:lnTo>
                  <a:cubicBezTo>
                    <a:pt x="7" y="1131"/>
                    <a:pt x="138" y="991"/>
                    <a:pt x="309" y="977"/>
                  </a:cubicBezTo>
                  <a:close/>
                </a:path>
              </a:pathLst>
            </a:custGeom>
            <a:solidFill>
              <a:srgbClr val="1B22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8"/>
            <p:cNvSpPr/>
            <p:nvPr/>
          </p:nvSpPr>
          <p:spPr>
            <a:xfrm>
              <a:off x="1242624" y="3451057"/>
              <a:ext cx="149057" cy="204070"/>
            </a:xfrm>
            <a:custGeom>
              <a:rect b="b" l="l" r="r" t="t"/>
              <a:pathLst>
                <a:path extrusionOk="0" h="4303" w="3143">
                  <a:moveTo>
                    <a:pt x="2433" y="3959"/>
                  </a:moveTo>
                  <a:cubicBezTo>
                    <a:pt x="2433" y="3959"/>
                    <a:pt x="1" y="2057"/>
                    <a:pt x="906" y="1029"/>
                  </a:cubicBezTo>
                  <a:cubicBezTo>
                    <a:pt x="1810" y="1"/>
                    <a:pt x="2584" y="1763"/>
                    <a:pt x="2863" y="2750"/>
                  </a:cubicBezTo>
                  <a:cubicBezTo>
                    <a:pt x="3143" y="3733"/>
                    <a:pt x="2964" y="4303"/>
                    <a:pt x="2433" y="395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8"/>
            <p:cNvSpPr/>
            <p:nvPr/>
          </p:nvSpPr>
          <p:spPr>
            <a:xfrm>
              <a:off x="1398273" y="3495732"/>
              <a:ext cx="103434" cy="118657"/>
            </a:xfrm>
            <a:custGeom>
              <a:rect b="b" l="l" r="r" t="t"/>
              <a:pathLst>
                <a:path extrusionOk="0" h="2502" w="2181">
                  <a:moveTo>
                    <a:pt x="297" y="1956"/>
                  </a:moveTo>
                  <a:cubicBezTo>
                    <a:pt x="297" y="1956"/>
                    <a:pt x="1" y="1"/>
                    <a:pt x="1091" y="141"/>
                  </a:cubicBezTo>
                  <a:cubicBezTo>
                    <a:pt x="2180" y="282"/>
                    <a:pt x="1185" y="1718"/>
                    <a:pt x="910" y="2108"/>
                  </a:cubicBezTo>
                  <a:cubicBezTo>
                    <a:pt x="628" y="2501"/>
                    <a:pt x="299" y="2172"/>
                    <a:pt x="297" y="195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4" name="Google Shape;454;p28"/>
          <p:cNvGrpSpPr/>
          <p:nvPr/>
        </p:nvGrpSpPr>
        <p:grpSpPr>
          <a:xfrm rot="-10005687">
            <a:off x="7176473" y="640475"/>
            <a:ext cx="1900295" cy="1900078"/>
            <a:chOff x="277881" y="2901316"/>
            <a:chExt cx="1900344" cy="1900126"/>
          </a:xfrm>
        </p:grpSpPr>
        <p:sp>
          <p:nvSpPr>
            <p:cNvPr id="455" name="Google Shape;455;p28"/>
            <p:cNvSpPr/>
            <p:nvPr/>
          </p:nvSpPr>
          <p:spPr>
            <a:xfrm>
              <a:off x="402450" y="3248988"/>
              <a:ext cx="1354500" cy="1354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6" name="Google Shape;456;p28"/>
            <p:cNvGrpSpPr/>
            <p:nvPr/>
          </p:nvGrpSpPr>
          <p:grpSpPr>
            <a:xfrm rot="2322109">
              <a:off x="551788" y="3175815"/>
              <a:ext cx="1352529" cy="1351128"/>
              <a:chOff x="200055" y="3556746"/>
              <a:chExt cx="869964" cy="869063"/>
            </a:xfrm>
          </p:grpSpPr>
          <p:sp>
            <p:nvSpPr>
              <p:cNvPr id="457" name="Google Shape;457;p28"/>
              <p:cNvSpPr/>
              <p:nvPr/>
            </p:nvSpPr>
            <p:spPr>
              <a:xfrm>
                <a:off x="200055" y="3556746"/>
                <a:ext cx="868968" cy="868968"/>
              </a:xfrm>
              <a:custGeom>
                <a:rect b="b" l="l" r="r" t="t"/>
                <a:pathLst>
                  <a:path extrusionOk="0" h="18323" w="18323">
                    <a:moveTo>
                      <a:pt x="15639" y="2684"/>
                    </a:moveTo>
                    <a:cubicBezTo>
                      <a:pt x="17358" y="4401"/>
                      <a:pt x="18323" y="6731"/>
                      <a:pt x="18323" y="9162"/>
                    </a:cubicBezTo>
                    <a:cubicBezTo>
                      <a:pt x="18323" y="11590"/>
                      <a:pt x="17358" y="13920"/>
                      <a:pt x="15639" y="15639"/>
                    </a:cubicBezTo>
                    <a:cubicBezTo>
                      <a:pt x="13922" y="17356"/>
                      <a:pt x="11592" y="18323"/>
                      <a:pt x="9162" y="18323"/>
                    </a:cubicBezTo>
                    <a:cubicBezTo>
                      <a:pt x="6733" y="18323"/>
                      <a:pt x="4403" y="17356"/>
                      <a:pt x="2684" y="15639"/>
                    </a:cubicBezTo>
                    <a:cubicBezTo>
                      <a:pt x="967" y="13920"/>
                      <a:pt x="1" y="11590"/>
                      <a:pt x="1" y="9162"/>
                    </a:cubicBezTo>
                    <a:cubicBezTo>
                      <a:pt x="1" y="6731"/>
                      <a:pt x="967" y="4401"/>
                      <a:pt x="2684" y="2684"/>
                    </a:cubicBezTo>
                    <a:cubicBezTo>
                      <a:pt x="4403" y="965"/>
                      <a:pt x="6733" y="1"/>
                      <a:pt x="9162" y="1"/>
                    </a:cubicBezTo>
                    <a:cubicBezTo>
                      <a:pt x="11592" y="1"/>
                      <a:pt x="13922" y="965"/>
                      <a:pt x="15639" y="2684"/>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8"/>
              <p:cNvSpPr/>
              <p:nvPr/>
            </p:nvSpPr>
            <p:spPr>
              <a:xfrm>
                <a:off x="311314" y="3605499"/>
                <a:ext cx="474914" cy="486723"/>
              </a:xfrm>
              <a:custGeom>
                <a:rect b="b" l="l" r="r" t="t"/>
                <a:pathLst>
                  <a:path extrusionOk="0" h="10263" w="10014">
                    <a:moveTo>
                      <a:pt x="8596" y="30"/>
                    </a:moveTo>
                    <a:cubicBezTo>
                      <a:pt x="9008" y="54"/>
                      <a:pt x="9368" y="246"/>
                      <a:pt x="9620" y="536"/>
                    </a:cubicBezTo>
                    <a:cubicBezTo>
                      <a:pt x="9871" y="823"/>
                      <a:pt x="10013" y="1206"/>
                      <a:pt x="9986" y="1617"/>
                    </a:cubicBezTo>
                    <a:cubicBezTo>
                      <a:pt x="9962" y="2028"/>
                      <a:pt x="9769" y="2388"/>
                      <a:pt x="9481" y="2641"/>
                    </a:cubicBezTo>
                    <a:cubicBezTo>
                      <a:pt x="9193" y="2892"/>
                      <a:pt x="8810" y="3034"/>
                      <a:pt x="8401" y="3009"/>
                    </a:cubicBezTo>
                    <a:cubicBezTo>
                      <a:pt x="7990" y="2983"/>
                      <a:pt x="7630" y="2789"/>
                      <a:pt x="7379" y="2501"/>
                    </a:cubicBezTo>
                    <a:cubicBezTo>
                      <a:pt x="7126" y="2214"/>
                      <a:pt x="6984" y="1831"/>
                      <a:pt x="7011" y="1420"/>
                    </a:cubicBezTo>
                    <a:cubicBezTo>
                      <a:pt x="7036" y="1009"/>
                      <a:pt x="7229" y="649"/>
                      <a:pt x="7517" y="398"/>
                    </a:cubicBezTo>
                    <a:cubicBezTo>
                      <a:pt x="7805" y="145"/>
                      <a:pt x="8187" y="1"/>
                      <a:pt x="8596" y="30"/>
                    </a:cubicBezTo>
                    <a:close/>
                    <a:moveTo>
                      <a:pt x="3032" y="6968"/>
                    </a:moveTo>
                    <a:cubicBezTo>
                      <a:pt x="3482" y="6995"/>
                      <a:pt x="3879" y="7206"/>
                      <a:pt x="4155" y="7519"/>
                    </a:cubicBezTo>
                    <a:cubicBezTo>
                      <a:pt x="4432" y="7836"/>
                      <a:pt x="4587" y="8255"/>
                      <a:pt x="4558" y="8707"/>
                    </a:cubicBezTo>
                    <a:cubicBezTo>
                      <a:pt x="4531" y="9158"/>
                      <a:pt x="4319" y="9555"/>
                      <a:pt x="4007" y="9830"/>
                    </a:cubicBezTo>
                    <a:cubicBezTo>
                      <a:pt x="3690" y="10108"/>
                      <a:pt x="3270" y="10262"/>
                      <a:pt x="2818" y="10233"/>
                    </a:cubicBezTo>
                    <a:cubicBezTo>
                      <a:pt x="2368" y="10205"/>
                      <a:pt x="1971" y="9995"/>
                      <a:pt x="1695" y="9680"/>
                    </a:cubicBezTo>
                    <a:cubicBezTo>
                      <a:pt x="1418" y="9366"/>
                      <a:pt x="1263" y="8946"/>
                      <a:pt x="1292" y="8496"/>
                    </a:cubicBezTo>
                    <a:cubicBezTo>
                      <a:pt x="1319" y="8045"/>
                      <a:pt x="1531" y="7648"/>
                      <a:pt x="1843" y="7373"/>
                    </a:cubicBezTo>
                    <a:cubicBezTo>
                      <a:pt x="2160" y="7093"/>
                      <a:pt x="2582" y="6937"/>
                      <a:pt x="3032" y="6968"/>
                    </a:cubicBezTo>
                    <a:close/>
                    <a:moveTo>
                      <a:pt x="3949" y="7702"/>
                    </a:moveTo>
                    <a:cubicBezTo>
                      <a:pt x="3721" y="7441"/>
                      <a:pt x="3392" y="7268"/>
                      <a:pt x="3015" y="7241"/>
                    </a:cubicBezTo>
                    <a:cubicBezTo>
                      <a:pt x="2641" y="7217"/>
                      <a:pt x="2292" y="7348"/>
                      <a:pt x="2033" y="7576"/>
                    </a:cubicBezTo>
                    <a:cubicBezTo>
                      <a:pt x="1769" y="7805"/>
                      <a:pt x="1597" y="8134"/>
                      <a:pt x="1572" y="8510"/>
                    </a:cubicBezTo>
                    <a:cubicBezTo>
                      <a:pt x="1545" y="8884"/>
                      <a:pt x="1677" y="9234"/>
                      <a:pt x="1905" y="9493"/>
                    </a:cubicBezTo>
                    <a:cubicBezTo>
                      <a:pt x="2135" y="9756"/>
                      <a:pt x="2464" y="9929"/>
                      <a:pt x="2839" y="9954"/>
                    </a:cubicBezTo>
                    <a:cubicBezTo>
                      <a:pt x="3215" y="9980"/>
                      <a:pt x="3565" y="9849"/>
                      <a:pt x="3824" y="9621"/>
                    </a:cubicBezTo>
                    <a:cubicBezTo>
                      <a:pt x="4085" y="9390"/>
                      <a:pt x="4258" y="9061"/>
                      <a:pt x="4284" y="8687"/>
                    </a:cubicBezTo>
                    <a:cubicBezTo>
                      <a:pt x="4307" y="8313"/>
                      <a:pt x="4177" y="7965"/>
                      <a:pt x="3949" y="7702"/>
                    </a:cubicBezTo>
                    <a:close/>
                    <a:moveTo>
                      <a:pt x="1027" y="4124"/>
                    </a:moveTo>
                    <a:cubicBezTo>
                      <a:pt x="1288" y="4142"/>
                      <a:pt x="1518" y="4262"/>
                      <a:pt x="1679" y="4445"/>
                    </a:cubicBezTo>
                    <a:cubicBezTo>
                      <a:pt x="1841" y="4628"/>
                      <a:pt x="1932" y="4872"/>
                      <a:pt x="1913" y="5134"/>
                    </a:cubicBezTo>
                    <a:cubicBezTo>
                      <a:pt x="1895" y="5397"/>
                      <a:pt x="1776" y="5625"/>
                      <a:pt x="1592" y="5787"/>
                    </a:cubicBezTo>
                    <a:cubicBezTo>
                      <a:pt x="1409" y="5946"/>
                      <a:pt x="1165" y="6038"/>
                      <a:pt x="904" y="6022"/>
                    </a:cubicBezTo>
                    <a:cubicBezTo>
                      <a:pt x="640" y="6003"/>
                      <a:pt x="412" y="5882"/>
                      <a:pt x="254" y="5699"/>
                    </a:cubicBezTo>
                    <a:cubicBezTo>
                      <a:pt x="91" y="5516"/>
                      <a:pt x="1" y="5273"/>
                      <a:pt x="19" y="5010"/>
                    </a:cubicBezTo>
                    <a:cubicBezTo>
                      <a:pt x="36" y="4749"/>
                      <a:pt x="157" y="4519"/>
                      <a:pt x="340" y="4360"/>
                    </a:cubicBezTo>
                    <a:cubicBezTo>
                      <a:pt x="523" y="4196"/>
                      <a:pt x="768" y="4105"/>
                      <a:pt x="1027" y="4124"/>
                    </a:cubicBezTo>
                    <a:close/>
                    <a:moveTo>
                      <a:pt x="1471" y="4628"/>
                    </a:moveTo>
                    <a:cubicBezTo>
                      <a:pt x="1358" y="4496"/>
                      <a:pt x="1196" y="4412"/>
                      <a:pt x="1008" y="4399"/>
                    </a:cubicBezTo>
                    <a:cubicBezTo>
                      <a:pt x="823" y="4387"/>
                      <a:pt x="651" y="4451"/>
                      <a:pt x="521" y="4566"/>
                    </a:cubicBezTo>
                    <a:cubicBezTo>
                      <a:pt x="390" y="4679"/>
                      <a:pt x="305" y="4842"/>
                      <a:pt x="291" y="5029"/>
                    </a:cubicBezTo>
                    <a:cubicBezTo>
                      <a:pt x="278" y="5214"/>
                      <a:pt x="342" y="5389"/>
                      <a:pt x="455" y="5518"/>
                    </a:cubicBezTo>
                    <a:cubicBezTo>
                      <a:pt x="568" y="5646"/>
                      <a:pt x="733" y="5734"/>
                      <a:pt x="918" y="5746"/>
                    </a:cubicBezTo>
                    <a:cubicBezTo>
                      <a:pt x="1103" y="5759"/>
                      <a:pt x="1278" y="5695"/>
                      <a:pt x="1407" y="5582"/>
                    </a:cubicBezTo>
                    <a:cubicBezTo>
                      <a:pt x="1535" y="5469"/>
                      <a:pt x="1623" y="5304"/>
                      <a:pt x="1636" y="5119"/>
                    </a:cubicBezTo>
                    <a:cubicBezTo>
                      <a:pt x="1648" y="4928"/>
                      <a:pt x="1584" y="4757"/>
                      <a:pt x="1471" y="4628"/>
                    </a:cubicBezTo>
                    <a:close/>
                    <a:moveTo>
                      <a:pt x="8578" y="305"/>
                    </a:moveTo>
                    <a:cubicBezTo>
                      <a:pt x="8245" y="285"/>
                      <a:pt x="7930" y="400"/>
                      <a:pt x="7700" y="603"/>
                    </a:cubicBezTo>
                    <a:cubicBezTo>
                      <a:pt x="7465" y="809"/>
                      <a:pt x="7311" y="1101"/>
                      <a:pt x="7289" y="1436"/>
                    </a:cubicBezTo>
                    <a:cubicBezTo>
                      <a:pt x="7268" y="1769"/>
                      <a:pt x="7383" y="2080"/>
                      <a:pt x="7587" y="2314"/>
                    </a:cubicBezTo>
                    <a:cubicBezTo>
                      <a:pt x="7790" y="2549"/>
                      <a:pt x="8084" y="2703"/>
                      <a:pt x="8420" y="2726"/>
                    </a:cubicBezTo>
                    <a:cubicBezTo>
                      <a:pt x="8753" y="2746"/>
                      <a:pt x="9065" y="2631"/>
                      <a:pt x="9298" y="2427"/>
                    </a:cubicBezTo>
                    <a:cubicBezTo>
                      <a:pt x="9532" y="2224"/>
                      <a:pt x="9686" y="1930"/>
                      <a:pt x="9709" y="1595"/>
                    </a:cubicBezTo>
                    <a:cubicBezTo>
                      <a:pt x="9756" y="926"/>
                      <a:pt x="9250" y="348"/>
                      <a:pt x="8578" y="305"/>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8"/>
              <p:cNvSpPr/>
              <p:nvPr/>
            </p:nvSpPr>
            <p:spPr>
              <a:xfrm>
                <a:off x="270576" y="3701013"/>
                <a:ext cx="799443" cy="724796"/>
              </a:xfrm>
              <a:custGeom>
                <a:rect b="b" l="l" r="r" t="t"/>
                <a:pathLst>
                  <a:path extrusionOk="0" h="15283" w="16857">
                    <a:moveTo>
                      <a:pt x="14493" y="0"/>
                    </a:moveTo>
                    <a:cubicBezTo>
                      <a:pt x="15653" y="1289"/>
                      <a:pt x="16445" y="2904"/>
                      <a:pt x="16725" y="4676"/>
                    </a:cubicBezTo>
                    <a:cubicBezTo>
                      <a:pt x="16272" y="4697"/>
                      <a:pt x="15859" y="4874"/>
                      <a:pt x="15534" y="5159"/>
                    </a:cubicBezTo>
                    <a:cubicBezTo>
                      <a:pt x="15160" y="5488"/>
                      <a:pt x="14911" y="5961"/>
                      <a:pt x="14874" y="6498"/>
                    </a:cubicBezTo>
                    <a:cubicBezTo>
                      <a:pt x="14839" y="7035"/>
                      <a:pt x="15026" y="7537"/>
                      <a:pt x="15355" y="7911"/>
                    </a:cubicBezTo>
                    <a:cubicBezTo>
                      <a:pt x="15645" y="8244"/>
                      <a:pt x="16048" y="8476"/>
                      <a:pt x="16509" y="8552"/>
                    </a:cubicBezTo>
                    <a:cubicBezTo>
                      <a:pt x="15478" y="12311"/>
                      <a:pt x="12131" y="15053"/>
                      <a:pt x="8187" y="15266"/>
                    </a:cubicBezTo>
                    <a:cubicBezTo>
                      <a:pt x="8195" y="15201"/>
                      <a:pt x="8201" y="15139"/>
                      <a:pt x="8207" y="15075"/>
                    </a:cubicBezTo>
                    <a:cubicBezTo>
                      <a:pt x="8244" y="14479"/>
                      <a:pt x="8039" y="13926"/>
                      <a:pt x="7677" y="13510"/>
                    </a:cubicBezTo>
                    <a:cubicBezTo>
                      <a:pt x="7313" y="13093"/>
                      <a:pt x="6790" y="12819"/>
                      <a:pt x="6196" y="12780"/>
                    </a:cubicBezTo>
                    <a:cubicBezTo>
                      <a:pt x="5602" y="12741"/>
                      <a:pt x="5047" y="12947"/>
                      <a:pt x="4631" y="13309"/>
                    </a:cubicBezTo>
                    <a:cubicBezTo>
                      <a:pt x="4288" y="13611"/>
                      <a:pt x="4043" y="14016"/>
                      <a:pt x="3942" y="14485"/>
                    </a:cubicBezTo>
                    <a:cubicBezTo>
                      <a:pt x="2320" y="13759"/>
                      <a:pt x="954" y="12583"/>
                      <a:pt x="0" y="11117"/>
                    </a:cubicBezTo>
                    <a:cubicBezTo>
                      <a:pt x="3899" y="11551"/>
                      <a:pt x="5402" y="10839"/>
                      <a:pt x="6829" y="7921"/>
                    </a:cubicBezTo>
                    <a:cubicBezTo>
                      <a:pt x="8343" y="4826"/>
                      <a:pt x="11113" y="8604"/>
                      <a:pt x="12322" y="3691"/>
                    </a:cubicBezTo>
                    <a:cubicBezTo>
                      <a:pt x="12892" y="1372"/>
                      <a:pt x="13749" y="391"/>
                      <a:pt x="14493" y="0"/>
                    </a:cubicBezTo>
                    <a:close/>
                    <a:moveTo>
                      <a:pt x="16764" y="4954"/>
                    </a:moveTo>
                    <a:cubicBezTo>
                      <a:pt x="16365" y="4966"/>
                      <a:pt x="16001" y="5120"/>
                      <a:pt x="15717" y="5367"/>
                    </a:cubicBezTo>
                    <a:cubicBezTo>
                      <a:pt x="15396" y="5649"/>
                      <a:pt x="15180" y="6056"/>
                      <a:pt x="15151" y="6513"/>
                    </a:cubicBezTo>
                    <a:cubicBezTo>
                      <a:pt x="15123" y="6973"/>
                      <a:pt x="15283" y="7403"/>
                      <a:pt x="15563" y="7724"/>
                    </a:cubicBezTo>
                    <a:cubicBezTo>
                      <a:pt x="15818" y="8014"/>
                      <a:pt x="16171" y="8217"/>
                      <a:pt x="16579" y="8277"/>
                    </a:cubicBezTo>
                    <a:cubicBezTo>
                      <a:pt x="16700" y="7771"/>
                      <a:pt x="16782" y="7251"/>
                      <a:pt x="16815" y="6714"/>
                    </a:cubicBezTo>
                    <a:cubicBezTo>
                      <a:pt x="16856" y="6118"/>
                      <a:pt x="16838" y="5528"/>
                      <a:pt x="16764" y="4954"/>
                    </a:cubicBezTo>
                    <a:close/>
                    <a:moveTo>
                      <a:pt x="7905" y="15277"/>
                    </a:moveTo>
                    <a:cubicBezTo>
                      <a:pt x="7919" y="15205"/>
                      <a:pt x="7930" y="15133"/>
                      <a:pt x="7932" y="15055"/>
                    </a:cubicBezTo>
                    <a:cubicBezTo>
                      <a:pt x="7965" y="14536"/>
                      <a:pt x="7786" y="14053"/>
                      <a:pt x="7469" y="13693"/>
                    </a:cubicBezTo>
                    <a:cubicBezTo>
                      <a:pt x="7150" y="13329"/>
                      <a:pt x="6696" y="13091"/>
                      <a:pt x="6178" y="13056"/>
                    </a:cubicBezTo>
                    <a:cubicBezTo>
                      <a:pt x="5659" y="13021"/>
                      <a:pt x="5176" y="13200"/>
                      <a:pt x="4816" y="13518"/>
                    </a:cubicBezTo>
                    <a:cubicBezTo>
                      <a:pt x="4506" y="13790"/>
                      <a:pt x="4284" y="14164"/>
                      <a:pt x="4208" y="14594"/>
                    </a:cubicBezTo>
                    <a:cubicBezTo>
                      <a:pt x="5098" y="14960"/>
                      <a:pt x="6064" y="15190"/>
                      <a:pt x="7082" y="15258"/>
                    </a:cubicBezTo>
                    <a:cubicBezTo>
                      <a:pt x="7358" y="15279"/>
                      <a:pt x="7633" y="15283"/>
                      <a:pt x="7905" y="15277"/>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8"/>
              <p:cNvSpPr/>
              <p:nvPr/>
            </p:nvSpPr>
            <p:spPr>
              <a:xfrm>
                <a:off x="731547" y="4048069"/>
                <a:ext cx="85887" cy="85697"/>
              </a:xfrm>
              <a:custGeom>
                <a:rect b="b" l="l" r="r" t="t"/>
                <a:pathLst>
                  <a:path extrusionOk="0" h="1807" w="1811">
                    <a:moveTo>
                      <a:pt x="961" y="31"/>
                    </a:moveTo>
                    <a:cubicBezTo>
                      <a:pt x="1442" y="64"/>
                      <a:pt x="1810" y="478"/>
                      <a:pt x="1777" y="959"/>
                    </a:cubicBezTo>
                    <a:cubicBezTo>
                      <a:pt x="1747" y="1440"/>
                      <a:pt x="1329" y="1806"/>
                      <a:pt x="848" y="1773"/>
                    </a:cubicBezTo>
                    <a:cubicBezTo>
                      <a:pt x="369" y="1740"/>
                      <a:pt x="1" y="1327"/>
                      <a:pt x="34" y="846"/>
                    </a:cubicBezTo>
                    <a:cubicBezTo>
                      <a:pt x="64" y="365"/>
                      <a:pt x="482" y="1"/>
                      <a:pt x="961" y="3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61" name="Google Shape;461;p28"/>
          <p:cNvSpPr/>
          <p:nvPr/>
        </p:nvSpPr>
        <p:spPr>
          <a:xfrm rot="-9721048">
            <a:off x="7249053" y="670182"/>
            <a:ext cx="683619" cy="683792"/>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28"/>
          <p:cNvSpPr/>
          <p:nvPr/>
        </p:nvSpPr>
        <p:spPr>
          <a:xfrm rot="-9720997">
            <a:off x="8465674" y="2411364"/>
            <a:ext cx="320672" cy="320768"/>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28"/>
          <p:cNvSpPr/>
          <p:nvPr/>
        </p:nvSpPr>
        <p:spPr>
          <a:xfrm rot="-9721047">
            <a:off x="7855628" y="2590821"/>
            <a:ext cx="146813" cy="146852"/>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8"/>
          <p:cNvSpPr/>
          <p:nvPr/>
        </p:nvSpPr>
        <p:spPr>
          <a:xfrm rot="-9721073">
            <a:off x="6906618" y="951315"/>
            <a:ext cx="121490" cy="121524"/>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8"/>
          <p:cNvSpPr txBox="1"/>
          <p:nvPr/>
        </p:nvSpPr>
        <p:spPr>
          <a:xfrm>
            <a:off x="2638875" y="3554025"/>
            <a:ext cx="3866700" cy="7227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Cabin"/>
                <a:ea typeface="Cabin"/>
                <a:cs typeface="Cabin"/>
                <a:sym typeface="Cabin"/>
              </a:rPr>
              <a:t>CREDITS:</a:t>
            </a:r>
            <a:r>
              <a:rPr lang="en" sz="1200">
                <a:solidFill>
                  <a:schemeClr val="dk1"/>
                </a:solidFill>
                <a:latin typeface="Cabin"/>
                <a:ea typeface="Cabin"/>
                <a:cs typeface="Cabin"/>
                <a:sym typeface="Cabin"/>
              </a:rPr>
              <a:t> This presentation template was created by </a:t>
            </a:r>
            <a:r>
              <a:rPr b="1" lang="en" sz="1200">
                <a:solidFill>
                  <a:schemeClr val="dk1"/>
                </a:solidFill>
                <a:uFill>
                  <a:noFill/>
                </a:uFill>
                <a:latin typeface="Cabin"/>
                <a:ea typeface="Cabin"/>
                <a:cs typeface="Cabin"/>
                <a:sym typeface="Cabin"/>
                <a:hlinkClick r:id="rId2">
                  <a:extLst>
                    <a:ext uri="{A12FA001-AC4F-418D-AE19-62706E023703}">
                      <ahyp:hlinkClr val="tx"/>
                    </a:ext>
                  </a:extLst>
                </a:hlinkClick>
              </a:rPr>
              <a:t>Slidesgo</a:t>
            </a:r>
            <a:r>
              <a:rPr b="1" lang="en" sz="1200">
                <a:solidFill>
                  <a:schemeClr val="dk1"/>
                </a:solidFill>
                <a:latin typeface="Cabin"/>
                <a:ea typeface="Cabin"/>
                <a:cs typeface="Cabin"/>
                <a:sym typeface="Cabin"/>
              </a:rPr>
              <a:t>,</a:t>
            </a:r>
            <a:r>
              <a:rPr lang="en" sz="1200">
                <a:solidFill>
                  <a:schemeClr val="dk1"/>
                </a:solidFill>
                <a:latin typeface="Cabin"/>
                <a:ea typeface="Cabin"/>
                <a:cs typeface="Cabin"/>
                <a:sym typeface="Cabin"/>
              </a:rPr>
              <a:t> including icons by </a:t>
            </a:r>
            <a:r>
              <a:rPr b="1" lang="en" sz="1200">
                <a:solidFill>
                  <a:schemeClr val="dk1"/>
                </a:solidFill>
                <a:uFill>
                  <a:noFill/>
                </a:uFill>
                <a:latin typeface="Cabin"/>
                <a:ea typeface="Cabin"/>
                <a:cs typeface="Cabin"/>
                <a:sym typeface="Cabin"/>
                <a:hlinkClick r:id="rId3">
                  <a:extLst>
                    <a:ext uri="{A12FA001-AC4F-418D-AE19-62706E023703}">
                      <ahyp:hlinkClr val="tx"/>
                    </a:ext>
                  </a:extLst>
                </a:hlinkClick>
              </a:rPr>
              <a:t>Flaticon</a:t>
            </a:r>
            <a:r>
              <a:rPr b="1" lang="en" sz="1200">
                <a:solidFill>
                  <a:schemeClr val="dk1"/>
                </a:solidFill>
                <a:latin typeface="Cabin"/>
                <a:ea typeface="Cabin"/>
                <a:cs typeface="Cabin"/>
                <a:sym typeface="Cabin"/>
              </a:rPr>
              <a:t>,</a:t>
            </a:r>
            <a:r>
              <a:rPr lang="en" sz="1200">
                <a:solidFill>
                  <a:schemeClr val="dk1"/>
                </a:solidFill>
                <a:latin typeface="Cabin"/>
                <a:ea typeface="Cabin"/>
                <a:cs typeface="Cabin"/>
                <a:sym typeface="Cabin"/>
              </a:rPr>
              <a:t> and infographics &amp; images by </a:t>
            </a:r>
            <a:r>
              <a:rPr b="1" lang="en" sz="1200">
                <a:solidFill>
                  <a:schemeClr val="dk1"/>
                </a:solidFill>
                <a:uFill>
                  <a:noFill/>
                </a:uFill>
                <a:latin typeface="Cabin"/>
                <a:ea typeface="Cabin"/>
                <a:cs typeface="Cabin"/>
                <a:sym typeface="Cabin"/>
                <a:hlinkClick r:id="rId4">
                  <a:extLst>
                    <a:ext uri="{A12FA001-AC4F-418D-AE19-62706E023703}">
                      <ahyp:hlinkClr val="tx"/>
                    </a:ext>
                  </a:extLst>
                </a:hlinkClick>
              </a:rPr>
              <a:t>Freepik</a:t>
            </a:r>
            <a:endParaRPr b="1" sz="1200">
              <a:solidFill>
                <a:schemeClr val="dk1"/>
              </a:solidFill>
              <a:latin typeface="Cabin"/>
              <a:ea typeface="Cabin"/>
              <a:cs typeface="Cabin"/>
              <a:sym typeface="Cabin"/>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466" name="Shape 466"/>
        <p:cNvGrpSpPr/>
        <p:nvPr/>
      </p:nvGrpSpPr>
      <p:grpSpPr>
        <a:xfrm>
          <a:off x="0" y="0"/>
          <a:ext cx="0" cy="0"/>
          <a:chOff x="0" y="0"/>
          <a:chExt cx="0" cy="0"/>
        </a:xfrm>
      </p:grpSpPr>
      <p:sp>
        <p:nvSpPr>
          <p:cNvPr id="467" name="Google Shape;467;p29"/>
          <p:cNvSpPr/>
          <p:nvPr/>
        </p:nvSpPr>
        <p:spPr>
          <a:xfrm>
            <a:off x="520575" y="819150"/>
            <a:ext cx="8079900" cy="3898800"/>
          </a:xfrm>
          <a:prstGeom prst="roundRect">
            <a:avLst>
              <a:gd fmla="val 3542" name="adj"/>
            </a:avLst>
          </a:pr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8" name="Google Shape;468;p29"/>
          <p:cNvGrpSpPr/>
          <p:nvPr/>
        </p:nvGrpSpPr>
        <p:grpSpPr>
          <a:xfrm>
            <a:off x="520563" y="326550"/>
            <a:ext cx="8079900" cy="426900"/>
            <a:chOff x="552450" y="401675"/>
            <a:chExt cx="8079900" cy="426900"/>
          </a:xfrm>
        </p:grpSpPr>
        <p:sp>
          <p:nvSpPr>
            <p:cNvPr id="469" name="Google Shape;469;p29"/>
            <p:cNvSpPr/>
            <p:nvPr/>
          </p:nvSpPr>
          <p:spPr>
            <a:xfrm>
              <a:off x="552450" y="401675"/>
              <a:ext cx="8079900" cy="426900"/>
            </a:xfrm>
            <a:prstGeom prst="roundRect">
              <a:avLst>
                <a:gd fmla="val 22312"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9"/>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9"/>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9"/>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3" name="Google Shape;473;p29"/>
          <p:cNvGrpSpPr/>
          <p:nvPr/>
        </p:nvGrpSpPr>
        <p:grpSpPr>
          <a:xfrm rot="-697191">
            <a:off x="7107083" y="288061"/>
            <a:ext cx="1034120" cy="1034321"/>
            <a:chOff x="7764407" y="575481"/>
            <a:chExt cx="1308352" cy="1308606"/>
          </a:xfrm>
        </p:grpSpPr>
        <p:sp>
          <p:nvSpPr>
            <p:cNvPr id="474" name="Google Shape;474;p29"/>
            <p:cNvSpPr/>
            <p:nvPr/>
          </p:nvSpPr>
          <p:spPr>
            <a:xfrm>
              <a:off x="7943850" y="714375"/>
              <a:ext cx="1128900" cy="112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5" name="Google Shape;475;p29"/>
            <p:cNvGrpSpPr/>
            <p:nvPr/>
          </p:nvGrpSpPr>
          <p:grpSpPr>
            <a:xfrm rot="-846281">
              <a:off x="7879557" y="690583"/>
              <a:ext cx="1078052" cy="1078403"/>
              <a:chOff x="5759760" y="3433415"/>
              <a:chExt cx="583422" cy="583612"/>
            </a:xfrm>
          </p:grpSpPr>
          <p:sp>
            <p:nvSpPr>
              <p:cNvPr id="476" name="Google Shape;476;p29"/>
              <p:cNvSpPr/>
              <p:nvPr/>
            </p:nvSpPr>
            <p:spPr>
              <a:xfrm>
                <a:off x="5759760" y="3433415"/>
                <a:ext cx="583422" cy="583612"/>
              </a:xfrm>
              <a:custGeom>
                <a:rect b="b" l="l" r="r" t="t"/>
                <a:pathLst>
                  <a:path extrusionOk="0" h="12306" w="12302">
                    <a:moveTo>
                      <a:pt x="6540" y="217"/>
                    </a:moveTo>
                    <a:cubicBezTo>
                      <a:pt x="9818" y="430"/>
                      <a:pt x="12302" y="3262"/>
                      <a:pt x="12090" y="6542"/>
                    </a:cubicBezTo>
                    <a:cubicBezTo>
                      <a:pt x="11876" y="9820"/>
                      <a:pt x="9042" y="12306"/>
                      <a:pt x="5762" y="12092"/>
                    </a:cubicBezTo>
                    <a:cubicBezTo>
                      <a:pt x="2487" y="11878"/>
                      <a:pt x="1" y="9047"/>
                      <a:pt x="214" y="5767"/>
                    </a:cubicBezTo>
                    <a:cubicBezTo>
                      <a:pt x="426" y="2487"/>
                      <a:pt x="3260" y="1"/>
                      <a:pt x="6540" y="217"/>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9"/>
              <p:cNvSpPr/>
              <p:nvPr/>
            </p:nvSpPr>
            <p:spPr>
              <a:xfrm>
                <a:off x="5834360" y="3463578"/>
                <a:ext cx="315613" cy="339421"/>
              </a:xfrm>
              <a:custGeom>
                <a:rect b="b" l="l" r="r" t="t"/>
                <a:pathLst>
                  <a:path extrusionOk="0" h="7157" w="6655">
                    <a:moveTo>
                      <a:pt x="5732" y="251"/>
                    </a:moveTo>
                    <a:cubicBezTo>
                      <a:pt x="5999" y="269"/>
                      <a:pt x="6233" y="393"/>
                      <a:pt x="6398" y="580"/>
                    </a:cubicBezTo>
                    <a:cubicBezTo>
                      <a:pt x="6562" y="769"/>
                      <a:pt x="6655" y="1016"/>
                      <a:pt x="6636" y="1283"/>
                    </a:cubicBezTo>
                    <a:cubicBezTo>
                      <a:pt x="6620" y="1551"/>
                      <a:pt x="6497" y="1783"/>
                      <a:pt x="6307" y="1947"/>
                    </a:cubicBezTo>
                    <a:cubicBezTo>
                      <a:pt x="6122" y="2112"/>
                      <a:pt x="5874" y="2205"/>
                      <a:pt x="5606" y="2188"/>
                    </a:cubicBezTo>
                    <a:cubicBezTo>
                      <a:pt x="5339" y="2170"/>
                      <a:pt x="5104" y="2046"/>
                      <a:pt x="4940" y="1859"/>
                    </a:cubicBezTo>
                    <a:cubicBezTo>
                      <a:pt x="4775" y="1674"/>
                      <a:pt x="4683" y="1423"/>
                      <a:pt x="4701" y="1156"/>
                    </a:cubicBezTo>
                    <a:cubicBezTo>
                      <a:pt x="4720" y="888"/>
                      <a:pt x="4843" y="656"/>
                      <a:pt x="5030" y="492"/>
                    </a:cubicBezTo>
                    <a:cubicBezTo>
                      <a:pt x="5216" y="329"/>
                      <a:pt x="5464" y="237"/>
                      <a:pt x="5732" y="251"/>
                    </a:cubicBezTo>
                    <a:close/>
                    <a:moveTo>
                      <a:pt x="1535" y="4298"/>
                    </a:moveTo>
                    <a:cubicBezTo>
                      <a:pt x="1925" y="4323"/>
                      <a:pt x="2271" y="4506"/>
                      <a:pt x="2509" y="4777"/>
                    </a:cubicBezTo>
                    <a:cubicBezTo>
                      <a:pt x="2748" y="5051"/>
                      <a:pt x="2884" y="5417"/>
                      <a:pt x="2859" y="5805"/>
                    </a:cubicBezTo>
                    <a:cubicBezTo>
                      <a:pt x="2832" y="6196"/>
                      <a:pt x="2651" y="6541"/>
                      <a:pt x="2378" y="6780"/>
                    </a:cubicBezTo>
                    <a:cubicBezTo>
                      <a:pt x="2106" y="7018"/>
                      <a:pt x="1740" y="7156"/>
                      <a:pt x="1350" y="7129"/>
                    </a:cubicBezTo>
                    <a:cubicBezTo>
                      <a:pt x="959" y="7105"/>
                      <a:pt x="616" y="6922"/>
                      <a:pt x="375" y="6650"/>
                    </a:cubicBezTo>
                    <a:cubicBezTo>
                      <a:pt x="136" y="6377"/>
                      <a:pt x="1" y="6009"/>
                      <a:pt x="25" y="5622"/>
                    </a:cubicBezTo>
                    <a:cubicBezTo>
                      <a:pt x="52" y="5231"/>
                      <a:pt x="235" y="4886"/>
                      <a:pt x="507" y="4647"/>
                    </a:cubicBezTo>
                    <a:cubicBezTo>
                      <a:pt x="780" y="4409"/>
                      <a:pt x="1144" y="4271"/>
                      <a:pt x="1535" y="4298"/>
                    </a:cubicBezTo>
                    <a:close/>
                    <a:moveTo>
                      <a:pt x="2333" y="4937"/>
                    </a:moveTo>
                    <a:cubicBezTo>
                      <a:pt x="2133" y="4711"/>
                      <a:pt x="1845" y="4559"/>
                      <a:pt x="1522" y="4538"/>
                    </a:cubicBezTo>
                    <a:cubicBezTo>
                      <a:pt x="1195" y="4518"/>
                      <a:pt x="893" y="4629"/>
                      <a:pt x="667" y="4830"/>
                    </a:cubicBezTo>
                    <a:cubicBezTo>
                      <a:pt x="441" y="5028"/>
                      <a:pt x="289" y="5316"/>
                      <a:pt x="268" y="5639"/>
                    </a:cubicBezTo>
                    <a:cubicBezTo>
                      <a:pt x="247" y="5966"/>
                      <a:pt x="358" y="6270"/>
                      <a:pt x="558" y="6496"/>
                    </a:cubicBezTo>
                    <a:cubicBezTo>
                      <a:pt x="759" y="6722"/>
                      <a:pt x="1043" y="6872"/>
                      <a:pt x="1368" y="6893"/>
                    </a:cubicBezTo>
                    <a:cubicBezTo>
                      <a:pt x="1695" y="6914"/>
                      <a:pt x="1997" y="6805"/>
                      <a:pt x="2224" y="6603"/>
                    </a:cubicBezTo>
                    <a:cubicBezTo>
                      <a:pt x="2452" y="6406"/>
                      <a:pt x="2602" y="6118"/>
                      <a:pt x="2622" y="5793"/>
                    </a:cubicBezTo>
                    <a:cubicBezTo>
                      <a:pt x="2643" y="5468"/>
                      <a:pt x="2530" y="5164"/>
                      <a:pt x="2333" y="4937"/>
                    </a:cubicBezTo>
                    <a:close/>
                    <a:moveTo>
                      <a:pt x="3468" y="12"/>
                    </a:moveTo>
                    <a:cubicBezTo>
                      <a:pt x="3638" y="23"/>
                      <a:pt x="3788" y="103"/>
                      <a:pt x="3891" y="220"/>
                    </a:cubicBezTo>
                    <a:cubicBezTo>
                      <a:pt x="3998" y="339"/>
                      <a:pt x="4056" y="498"/>
                      <a:pt x="4043" y="668"/>
                    </a:cubicBezTo>
                    <a:cubicBezTo>
                      <a:pt x="4033" y="837"/>
                      <a:pt x="3953" y="987"/>
                      <a:pt x="3836" y="1092"/>
                    </a:cubicBezTo>
                    <a:cubicBezTo>
                      <a:pt x="3716" y="1197"/>
                      <a:pt x="3558" y="1257"/>
                      <a:pt x="3387" y="1244"/>
                    </a:cubicBezTo>
                    <a:cubicBezTo>
                      <a:pt x="3219" y="1234"/>
                      <a:pt x="3069" y="1154"/>
                      <a:pt x="2964" y="1034"/>
                    </a:cubicBezTo>
                    <a:cubicBezTo>
                      <a:pt x="2859" y="917"/>
                      <a:pt x="2799" y="757"/>
                      <a:pt x="2812" y="588"/>
                    </a:cubicBezTo>
                    <a:cubicBezTo>
                      <a:pt x="2826" y="420"/>
                      <a:pt x="2902" y="269"/>
                      <a:pt x="3021" y="165"/>
                    </a:cubicBezTo>
                    <a:cubicBezTo>
                      <a:pt x="3139" y="60"/>
                      <a:pt x="3299" y="0"/>
                      <a:pt x="3468" y="12"/>
                    </a:cubicBezTo>
                    <a:close/>
                    <a:moveTo>
                      <a:pt x="3756" y="339"/>
                    </a:moveTo>
                    <a:cubicBezTo>
                      <a:pt x="3682" y="253"/>
                      <a:pt x="3577" y="198"/>
                      <a:pt x="3455" y="193"/>
                    </a:cubicBezTo>
                    <a:cubicBezTo>
                      <a:pt x="3334" y="185"/>
                      <a:pt x="3221" y="226"/>
                      <a:pt x="3139" y="300"/>
                    </a:cubicBezTo>
                    <a:cubicBezTo>
                      <a:pt x="3054" y="374"/>
                      <a:pt x="2997" y="481"/>
                      <a:pt x="2993" y="601"/>
                    </a:cubicBezTo>
                    <a:cubicBezTo>
                      <a:pt x="2984" y="722"/>
                      <a:pt x="3026" y="835"/>
                      <a:pt x="3100" y="917"/>
                    </a:cubicBezTo>
                    <a:cubicBezTo>
                      <a:pt x="3176" y="1002"/>
                      <a:pt x="3281" y="1055"/>
                      <a:pt x="3402" y="1063"/>
                    </a:cubicBezTo>
                    <a:cubicBezTo>
                      <a:pt x="3521" y="1071"/>
                      <a:pt x="3634" y="1030"/>
                      <a:pt x="3716" y="956"/>
                    </a:cubicBezTo>
                    <a:cubicBezTo>
                      <a:pt x="3803" y="882"/>
                      <a:pt x="3856" y="775"/>
                      <a:pt x="3865" y="656"/>
                    </a:cubicBezTo>
                    <a:cubicBezTo>
                      <a:pt x="3871" y="537"/>
                      <a:pt x="3830" y="424"/>
                      <a:pt x="3756" y="339"/>
                    </a:cubicBezTo>
                    <a:close/>
                    <a:moveTo>
                      <a:pt x="5719" y="432"/>
                    </a:moveTo>
                    <a:cubicBezTo>
                      <a:pt x="5503" y="415"/>
                      <a:pt x="5300" y="492"/>
                      <a:pt x="5150" y="627"/>
                    </a:cubicBezTo>
                    <a:cubicBezTo>
                      <a:pt x="4998" y="761"/>
                      <a:pt x="4895" y="950"/>
                      <a:pt x="4882" y="1170"/>
                    </a:cubicBezTo>
                    <a:cubicBezTo>
                      <a:pt x="4866" y="1386"/>
                      <a:pt x="4944" y="1588"/>
                      <a:pt x="5078" y="1740"/>
                    </a:cubicBezTo>
                    <a:cubicBezTo>
                      <a:pt x="5211" y="1892"/>
                      <a:pt x="5401" y="1995"/>
                      <a:pt x="5619" y="2007"/>
                    </a:cubicBezTo>
                    <a:cubicBezTo>
                      <a:pt x="5834" y="2024"/>
                      <a:pt x="6038" y="1945"/>
                      <a:pt x="6190" y="1812"/>
                    </a:cubicBezTo>
                    <a:cubicBezTo>
                      <a:pt x="6342" y="1678"/>
                      <a:pt x="6445" y="1487"/>
                      <a:pt x="6458" y="1269"/>
                    </a:cubicBezTo>
                    <a:cubicBezTo>
                      <a:pt x="6486" y="835"/>
                      <a:pt x="6157" y="459"/>
                      <a:pt x="5719" y="432"/>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9"/>
              <p:cNvSpPr/>
              <p:nvPr/>
            </p:nvSpPr>
            <p:spPr>
              <a:xfrm>
                <a:off x="5815058" y="3536707"/>
                <a:ext cx="519161" cy="470788"/>
              </a:xfrm>
              <a:custGeom>
                <a:rect b="b" l="l" r="r" t="t"/>
                <a:pathLst>
                  <a:path extrusionOk="0" h="9927" w="10947">
                    <a:moveTo>
                      <a:pt x="9412" y="0"/>
                    </a:moveTo>
                    <a:cubicBezTo>
                      <a:pt x="10165" y="837"/>
                      <a:pt x="10679" y="1886"/>
                      <a:pt x="10860" y="3038"/>
                    </a:cubicBezTo>
                    <a:lnTo>
                      <a:pt x="10887" y="3219"/>
                    </a:lnTo>
                    <a:cubicBezTo>
                      <a:pt x="10934" y="3591"/>
                      <a:pt x="10946" y="3973"/>
                      <a:pt x="10922" y="4364"/>
                    </a:cubicBezTo>
                    <a:cubicBezTo>
                      <a:pt x="10899" y="4714"/>
                      <a:pt x="10848" y="5053"/>
                      <a:pt x="10768" y="5380"/>
                    </a:cubicBezTo>
                    <a:lnTo>
                      <a:pt x="10722" y="5555"/>
                    </a:lnTo>
                    <a:cubicBezTo>
                      <a:pt x="10054" y="7998"/>
                      <a:pt x="7878" y="9778"/>
                      <a:pt x="5316" y="9916"/>
                    </a:cubicBezTo>
                    <a:cubicBezTo>
                      <a:pt x="5324" y="9875"/>
                      <a:pt x="5326" y="9834"/>
                      <a:pt x="5328" y="9793"/>
                    </a:cubicBezTo>
                    <a:cubicBezTo>
                      <a:pt x="5355" y="9408"/>
                      <a:pt x="5222" y="9048"/>
                      <a:pt x="4985" y="8779"/>
                    </a:cubicBezTo>
                    <a:cubicBezTo>
                      <a:pt x="4749" y="8507"/>
                      <a:pt x="4409" y="8329"/>
                      <a:pt x="4023" y="8302"/>
                    </a:cubicBezTo>
                    <a:cubicBezTo>
                      <a:pt x="3638" y="8277"/>
                      <a:pt x="3278" y="8411"/>
                      <a:pt x="3009" y="8647"/>
                    </a:cubicBezTo>
                    <a:cubicBezTo>
                      <a:pt x="2785" y="8843"/>
                      <a:pt x="2626" y="9106"/>
                      <a:pt x="2561" y="9410"/>
                    </a:cubicBezTo>
                    <a:cubicBezTo>
                      <a:pt x="1508" y="8939"/>
                      <a:pt x="622" y="8174"/>
                      <a:pt x="0" y="7222"/>
                    </a:cubicBezTo>
                    <a:cubicBezTo>
                      <a:pt x="2532" y="7506"/>
                      <a:pt x="3509" y="7043"/>
                      <a:pt x="4434" y="5147"/>
                    </a:cubicBezTo>
                    <a:cubicBezTo>
                      <a:pt x="5417" y="3138"/>
                      <a:pt x="7218" y="5590"/>
                      <a:pt x="8004" y="2400"/>
                    </a:cubicBezTo>
                    <a:cubicBezTo>
                      <a:pt x="8370" y="893"/>
                      <a:pt x="8929" y="253"/>
                      <a:pt x="9412" y="0"/>
                    </a:cubicBezTo>
                    <a:close/>
                    <a:moveTo>
                      <a:pt x="5131" y="9922"/>
                    </a:moveTo>
                    <a:cubicBezTo>
                      <a:pt x="5139" y="9875"/>
                      <a:pt x="5148" y="9828"/>
                      <a:pt x="5150" y="9778"/>
                    </a:cubicBezTo>
                    <a:cubicBezTo>
                      <a:pt x="5170" y="9441"/>
                      <a:pt x="5055" y="9126"/>
                      <a:pt x="4849" y="8894"/>
                    </a:cubicBezTo>
                    <a:cubicBezTo>
                      <a:pt x="4644" y="8660"/>
                      <a:pt x="4348" y="8503"/>
                      <a:pt x="4010" y="8479"/>
                    </a:cubicBezTo>
                    <a:cubicBezTo>
                      <a:pt x="3673" y="8458"/>
                      <a:pt x="3361" y="8575"/>
                      <a:pt x="3124" y="8781"/>
                    </a:cubicBezTo>
                    <a:cubicBezTo>
                      <a:pt x="2921" y="8958"/>
                      <a:pt x="2777" y="9203"/>
                      <a:pt x="2729" y="9482"/>
                    </a:cubicBezTo>
                    <a:cubicBezTo>
                      <a:pt x="3309" y="9719"/>
                      <a:pt x="3936" y="9871"/>
                      <a:pt x="4594" y="9912"/>
                    </a:cubicBezTo>
                    <a:cubicBezTo>
                      <a:pt x="4777" y="9924"/>
                      <a:pt x="4954" y="9926"/>
                      <a:pt x="5131" y="9922"/>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9"/>
              <p:cNvSpPr/>
              <p:nvPr/>
            </p:nvSpPr>
            <p:spPr>
              <a:xfrm>
                <a:off x="6114357" y="3762165"/>
                <a:ext cx="55724" cy="55630"/>
              </a:xfrm>
              <a:custGeom>
                <a:rect b="b" l="l" r="r" t="t"/>
                <a:pathLst>
                  <a:path extrusionOk="0" h="1173" w="1175">
                    <a:moveTo>
                      <a:pt x="626" y="19"/>
                    </a:moveTo>
                    <a:cubicBezTo>
                      <a:pt x="936" y="40"/>
                      <a:pt x="1175" y="309"/>
                      <a:pt x="1154" y="624"/>
                    </a:cubicBezTo>
                    <a:cubicBezTo>
                      <a:pt x="1133" y="934"/>
                      <a:pt x="864" y="1173"/>
                      <a:pt x="552" y="1152"/>
                    </a:cubicBezTo>
                    <a:cubicBezTo>
                      <a:pt x="237" y="1132"/>
                      <a:pt x="0" y="862"/>
                      <a:pt x="21" y="550"/>
                    </a:cubicBezTo>
                    <a:cubicBezTo>
                      <a:pt x="42" y="237"/>
                      <a:pt x="311" y="1"/>
                      <a:pt x="626" y="1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0" name="Google Shape;480;p29"/>
          <p:cNvGrpSpPr/>
          <p:nvPr/>
        </p:nvGrpSpPr>
        <p:grpSpPr>
          <a:xfrm rot="-697191">
            <a:off x="8087197" y="914503"/>
            <a:ext cx="673607" cy="673738"/>
            <a:chOff x="7764407" y="575481"/>
            <a:chExt cx="1308352" cy="1308606"/>
          </a:xfrm>
        </p:grpSpPr>
        <p:sp>
          <p:nvSpPr>
            <p:cNvPr id="481" name="Google Shape;481;p29"/>
            <p:cNvSpPr/>
            <p:nvPr/>
          </p:nvSpPr>
          <p:spPr>
            <a:xfrm>
              <a:off x="7943850" y="714375"/>
              <a:ext cx="1128900" cy="112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2" name="Google Shape;482;p29"/>
            <p:cNvGrpSpPr/>
            <p:nvPr/>
          </p:nvGrpSpPr>
          <p:grpSpPr>
            <a:xfrm rot="-846281">
              <a:off x="7879557" y="690583"/>
              <a:ext cx="1078052" cy="1078403"/>
              <a:chOff x="5759760" y="3433415"/>
              <a:chExt cx="583422" cy="583612"/>
            </a:xfrm>
          </p:grpSpPr>
          <p:sp>
            <p:nvSpPr>
              <p:cNvPr id="483" name="Google Shape;483;p29"/>
              <p:cNvSpPr/>
              <p:nvPr/>
            </p:nvSpPr>
            <p:spPr>
              <a:xfrm>
                <a:off x="5759760" y="3433415"/>
                <a:ext cx="583422" cy="583612"/>
              </a:xfrm>
              <a:custGeom>
                <a:rect b="b" l="l" r="r" t="t"/>
                <a:pathLst>
                  <a:path extrusionOk="0" h="12306" w="12302">
                    <a:moveTo>
                      <a:pt x="6540" y="217"/>
                    </a:moveTo>
                    <a:cubicBezTo>
                      <a:pt x="9818" y="430"/>
                      <a:pt x="12302" y="3262"/>
                      <a:pt x="12090" y="6542"/>
                    </a:cubicBezTo>
                    <a:cubicBezTo>
                      <a:pt x="11876" y="9820"/>
                      <a:pt x="9042" y="12306"/>
                      <a:pt x="5762" y="12092"/>
                    </a:cubicBezTo>
                    <a:cubicBezTo>
                      <a:pt x="2487" y="11878"/>
                      <a:pt x="1" y="9047"/>
                      <a:pt x="214" y="5767"/>
                    </a:cubicBezTo>
                    <a:cubicBezTo>
                      <a:pt x="426" y="2487"/>
                      <a:pt x="3260" y="1"/>
                      <a:pt x="6540" y="217"/>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9"/>
              <p:cNvSpPr/>
              <p:nvPr/>
            </p:nvSpPr>
            <p:spPr>
              <a:xfrm>
                <a:off x="5834360" y="3463578"/>
                <a:ext cx="315613" cy="339421"/>
              </a:xfrm>
              <a:custGeom>
                <a:rect b="b" l="l" r="r" t="t"/>
                <a:pathLst>
                  <a:path extrusionOk="0" h="7157" w="6655">
                    <a:moveTo>
                      <a:pt x="5732" y="251"/>
                    </a:moveTo>
                    <a:cubicBezTo>
                      <a:pt x="5999" y="269"/>
                      <a:pt x="6233" y="393"/>
                      <a:pt x="6398" y="580"/>
                    </a:cubicBezTo>
                    <a:cubicBezTo>
                      <a:pt x="6562" y="769"/>
                      <a:pt x="6655" y="1016"/>
                      <a:pt x="6636" y="1283"/>
                    </a:cubicBezTo>
                    <a:cubicBezTo>
                      <a:pt x="6620" y="1551"/>
                      <a:pt x="6497" y="1783"/>
                      <a:pt x="6307" y="1947"/>
                    </a:cubicBezTo>
                    <a:cubicBezTo>
                      <a:pt x="6122" y="2112"/>
                      <a:pt x="5874" y="2205"/>
                      <a:pt x="5606" y="2188"/>
                    </a:cubicBezTo>
                    <a:cubicBezTo>
                      <a:pt x="5339" y="2170"/>
                      <a:pt x="5104" y="2046"/>
                      <a:pt x="4940" y="1859"/>
                    </a:cubicBezTo>
                    <a:cubicBezTo>
                      <a:pt x="4775" y="1674"/>
                      <a:pt x="4683" y="1423"/>
                      <a:pt x="4701" y="1156"/>
                    </a:cubicBezTo>
                    <a:cubicBezTo>
                      <a:pt x="4720" y="888"/>
                      <a:pt x="4843" y="656"/>
                      <a:pt x="5030" y="492"/>
                    </a:cubicBezTo>
                    <a:cubicBezTo>
                      <a:pt x="5216" y="329"/>
                      <a:pt x="5464" y="237"/>
                      <a:pt x="5732" y="251"/>
                    </a:cubicBezTo>
                    <a:close/>
                    <a:moveTo>
                      <a:pt x="1535" y="4298"/>
                    </a:moveTo>
                    <a:cubicBezTo>
                      <a:pt x="1925" y="4323"/>
                      <a:pt x="2271" y="4506"/>
                      <a:pt x="2509" y="4777"/>
                    </a:cubicBezTo>
                    <a:cubicBezTo>
                      <a:pt x="2748" y="5051"/>
                      <a:pt x="2884" y="5417"/>
                      <a:pt x="2859" y="5805"/>
                    </a:cubicBezTo>
                    <a:cubicBezTo>
                      <a:pt x="2832" y="6196"/>
                      <a:pt x="2651" y="6541"/>
                      <a:pt x="2378" y="6780"/>
                    </a:cubicBezTo>
                    <a:cubicBezTo>
                      <a:pt x="2106" y="7018"/>
                      <a:pt x="1740" y="7156"/>
                      <a:pt x="1350" y="7129"/>
                    </a:cubicBezTo>
                    <a:cubicBezTo>
                      <a:pt x="959" y="7105"/>
                      <a:pt x="616" y="6922"/>
                      <a:pt x="375" y="6650"/>
                    </a:cubicBezTo>
                    <a:cubicBezTo>
                      <a:pt x="136" y="6377"/>
                      <a:pt x="1" y="6009"/>
                      <a:pt x="25" y="5622"/>
                    </a:cubicBezTo>
                    <a:cubicBezTo>
                      <a:pt x="52" y="5231"/>
                      <a:pt x="235" y="4886"/>
                      <a:pt x="507" y="4647"/>
                    </a:cubicBezTo>
                    <a:cubicBezTo>
                      <a:pt x="780" y="4409"/>
                      <a:pt x="1144" y="4271"/>
                      <a:pt x="1535" y="4298"/>
                    </a:cubicBezTo>
                    <a:close/>
                    <a:moveTo>
                      <a:pt x="2333" y="4937"/>
                    </a:moveTo>
                    <a:cubicBezTo>
                      <a:pt x="2133" y="4711"/>
                      <a:pt x="1845" y="4559"/>
                      <a:pt x="1522" y="4538"/>
                    </a:cubicBezTo>
                    <a:cubicBezTo>
                      <a:pt x="1195" y="4518"/>
                      <a:pt x="893" y="4629"/>
                      <a:pt x="667" y="4830"/>
                    </a:cubicBezTo>
                    <a:cubicBezTo>
                      <a:pt x="441" y="5028"/>
                      <a:pt x="289" y="5316"/>
                      <a:pt x="268" y="5639"/>
                    </a:cubicBezTo>
                    <a:cubicBezTo>
                      <a:pt x="247" y="5966"/>
                      <a:pt x="358" y="6270"/>
                      <a:pt x="558" y="6496"/>
                    </a:cubicBezTo>
                    <a:cubicBezTo>
                      <a:pt x="759" y="6722"/>
                      <a:pt x="1043" y="6872"/>
                      <a:pt x="1368" y="6893"/>
                    </a:cubicBezTo>
                    <a:cubicBezTo>
                      <a:pt x="1695" y="6914"/>
                      <a:pt x="1997" y="6805"/>
                      <a:pt x="2224" y="6603"/>
                    </a:cubicBezTo>
                    <a:cubicBezTo>
                      <a:pt x="2452" y="6406"/>
                      <a:pt x="2602" y="6118"/>
                      <a:pt x="2622" y="5793"/>
                    </a:cubicBezTo>
                    <a:cubicBezTo>
                      <a:pt x="2643" y="5468"/>
                      <a:pt x="2530" y="5164"/>
                      <a:pt x="2333" y="4937"/>
                    </a:cubicBezTo>
                    <a:close/>
                    <a:moveTo>
                      <a:pt x="3468" y="12"/>
                    </a:moveTo>
                    <a:cubicBezTo>
                      <a:pt x="3638" y="23"/>
                      <a:pt x="3788" y="103"/>
                      <a:pt x="3891" y="220"/>
                    </a:cubicBezTo>
                    <a:cubicBezTo>
                      <a:pt x="3998" y="339"/>
                      <a:pt x="4056" y="498"/>
                      <a:pt x="4043" y="668"/>
                    </a:cubicBezTo>
                    <a:cubicBezTo>
                      <a:pt x="4033" y="837"/>
                      <a:pt x="3953" y="987"/>
                      <a:pt x="3836" y="1092"/>
                    </a:cubicBezTo>
                    <a:cubicBezTo>
                      <a:pt x="3716" y="1197"/>
                      <a:pt x="3558" y="1257"/>
                      <a:pt x="3387" y="1244"/>
                    </a:cubicBezTo>
                    <a:cubicBezTo>
                      <a:pt x="3219" y="1234"/>
                      <a:pt x="3069" y="1154"/>
                      <a:pt x="2964" y="1034"/>
                    </a:cubicBezTo>
                    <a:cubicBezTo>
                      <a:pt x="2859" y="917"/>
                      <a:pt x="2799" y="757"/>
                      <a:pt x="2812" y="588"/>
                    </a:cubicBezTo>
                    <a:cubicBezTo>
                      <a:pt x="2826" y="420"/>
                      <a:pt x="2902" y="269"/>
                      <a:pt x="3021" y="165"/>
                    </a:cubicBezTo>
                    <a:cubicBezTo>
                      <a:pt x="3139" y="60"/>
                      <a:pt x="3299" y="0"/>
                      <a:pt x="3468" y="12"/>
                    </a:cubicBezTo>
                    <a:close/>
                    <a:moveTo>
                      <a:pt x="3756" y="339"/>
                    </a:moveTo>
                    <a:cubicBezTo>
                      <a:pt x="3682" y="253"/>
                      <a:pt x="3577" y="198"/>
                      <a:pt x="3455" y="193"/>
                    </a:cubicBezTo>
                    <a:cubicBezTo>
                      <a:pt x="3334" y="185"/>
                      <a:pt x="3221" y="226"/>
                      <a:pt x="3139" y="300"/>
                    </a:cubicBezTo>
                    <a:cubicBezTo>
                      <a:pt x="3054" y="374"/>
                      <a:pt x="2997" y="481"/>
                      <a:pt x="2993" y="601"/>
                    </a:cubicBezTo>
                    <a:cubicBezTo>
                      <a:pt x="2984" y="722"/>
                      <a:pt x="3026" y="835"/>
                      <a:pt x="3100" y="917"/>
                    </a:cubicBezTo>
                    <a:cubicBezTo>
                      <a:pt x="3176" y="1002"/>
                      <a:pt x="3281" y="1055"/>
                      <a:pt x="3402" y="1063"/>
                    </a:cubicBezTo>
                    <a:cubicBezTo>
                      <a:pt x="3521" y="1071"/>
                      <a:pt x="3634" y="1030"/>
                      <a:pt x="3716" y="956"/>
                    </a:cubicBezTo>
                    <a:cubicBezTo>
                      <a:pt x="3803" y="882"/>
                      <a:pt x="3856" y="775"/>
                      <a:pt x="3865" y="656"/>
                    </a:cubicBezTo>
                    <a:cubicBezTo>
                      <a:pt x="3871" y="537"/>
                      <a:pt x="3830" y="424"/>
                      <a:pt x="3756" y="339"/>
                    </a:cubicBezTo>
                    <a:close/>
                    <a:moveTo>
                      <a:pt x="5719" y="432"/>
                    </a:moveTo>
                    <a:cubicBezTo>
                      <a:pt x="5503" y="415"/>
                      <a:pt x="5300" y="492"/>
                      <a:pt x="5150" y="627"/>
                    </a:cubicBezTo>
                    <a:cubicBezTo>
                      <a:pt x="4998" y="761"/>
                      <a:pt x="4895" y="950"/>
                      <a:pt x="4882" y="1170"/>
                    </a:cubicBezTo>
                    <a:cubicBezTo>
                      <a:pt x="4866" y="1386"/>
                      <a:pt x="4944" y="1588"/>
                      <a:pt x="5078" y="1740"/>
                    </a:cubicBezTo>
                    <a:cubicBezTo>
                      <a:pt x="5211" y="1892"/>
                      <a:pt x="5401" y="1995"/>
                      <a:pt x="5619" y="2007"/>
                    </a:cubicBezTo>
                    <a:cubicBezTo>
                      <a:pt x="5834" y="2024"/>
                      <a:pt x="6038" y="1945"/>
                      <a:pt x="6190" y="1812"/>
                    </a:cubicBezTo>
                    <a:cubicBezTo>
                      <a:pt x="6342" y="1678"/>
                      <a:pt x="6445" y="1487"/>
                      <a:pt x="6458" y="1269"/>
                    </a:cubicBezTo>
                    <a:cubicBezTo>
                      <a:pt x="6486" y="835"/>
                      <a:pt x="6157" y="459"/>
                      <a:pt x="5719" y="432"/>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9"/>
              <p:cNvSpPr/>
              <p:nvPr/>
            </p:nvSpPr>
            <p:spPr>
              <a:xfrm>
                <a:off x="5815058" y="3536707"/>
                <a:ext cx="519161" cy="470788"/>
              </a:xfrm>
              <a:custGeom>
                <a:rect b="b" l="l" r="r" t="t"/>
                <a:pathLst>
                  <a:path extrusionOk="0" h="9927" w="10947">
                    <a:moveTo>
                      <a:pt x="9412" y="0"/>
                    </a:moveTo>
                    <a:cubicBezTo>
                      <a:pt x="10165" y="837"/>
                      <a:pt x="10679" y="1886"/>
                      <a:pt x="10860" y="3038"/>
                    </a:cubicBezTo>
                    <a:lnTo>
                      <a:pt x="10887" y="3219"/>
                    </a:lnTo>
                    <a:cubicBezTo>
                      <a:pt x="10934" y="3591"/>
                      <a:pt x="10946" y="3973"/>
                      <a:pt x="10922" y="4364"/>
                    </a:cubicBezTo>
                    <a:cubicBezTo>
                      <a:pt x="10899" y="4714"/>
                      <a:pt x="10848" y="5053"/>
                      <a:pt x="10768" y="5380"/>
                    </a:cubicBezTo>
                    <a:lnTo>
                      <a:pt x="10722" y="5555"/>
                    </a:lnTo>
                    <a:cubicBezTo>
                      <a:pt x="10054" y="7998"/>
                      <a:pt x="7878" y="9778"/>
                      <a:pt x="5316" y="9916"/>
                    </a:cubicBezTo>
                    <a:cubicBezTo>
                      <a:pt x="5324" y="9875"/>
                      <a:pt x="5326" y="9834"/>
                      <a:pt x="5328" y="9793"/>
                    </a:cubicBezTo>
                    <a:cubicBezTo>
                      <a:pt x="5355" y="9408"/>
                      <a:pt x="5222" y="9048"/>
                      <a:pt x="4985" y="8779"/>
                    </a:cubicBezTo>
                    <a:cubicBezTo>
                      <a:pt x="4749" y="8507"/>
                      <a:pt x="4409" y="8329"/>
                      <a:pt x="4023" y="8302"/>
                    </a:cubicBezTo>
                    <a:cubicBezTo>
                      <a:pt x="3638" y="8277"/>
                      <a:pt x="3278" y="8411"/>
                      <a:pt x="3009" y="8647"/>
                    </a:cubicBezTo>
                    <a:cubicBezTo>
                      <a:pt x="2785" y="8843"/>
                      <a:pt x="2626" y="9106"/>
                      <a:pt x="2561" y="9410"/>
                    </a:cubicBezTo>
                    <a:cubicBezTo>
                      <a:pt x="1508" y="8939"/>
                      <a:pt x="622" y="8174"/>
                      <a:pt x="0" y="7222"/>
                    </a:cubicBezTo>
                    <a:cubicBezTo>
                      <a:pt x="2532" y="7506"/>
                      <a:pt x="3509" y="7043"/>
                      <a:pt x="4434" y="5147"/>
                    </a:cubicBezTo>
                    <a:cubicBezTo>
                      <a:pt x="5417" y="3138"/>
                      <a:pt x="7218" y="5590"/>
                      <a:pt x="8004" y="2400"/>
                    </a:cubicBezTo>
                    <a:cubicBezTo>
                      <a:pt x="8370" y="893"/>
                      <a:pt x="8929" y="253"/>
                      <a:pt x="9412" y="0"/>
                    </a:cubicBezTo>
                    <a:close/>
                    <a:moveTo>
                      <a:pt x="5131" y="9922"/>
                    </a:moveTo>
                    <a:cubicBezTo>
                      <a:pt x="5139" y="9875"/>
                      <a:pt x="5148" y="9828"/>
                      <a:pt x="5150" y="9778"/>
                    </a:cubicBezTo>
                    <a:cubicBezTo>
                      <a:pt x="5170" y="9441"/>
                      <a:pt x="5055" y="9126"/>
                      <a:pt x="4849" y="8894"/>
                    </a:cubicBezTo>
                    <a:cubicBezTo>
                      <a:pt x="4644" y="8660"/>
                      <a:pt x="4348" y="8503"/>
                      <a:pt x="4010" y="8479"/>
                    </a:cubicBezTo>
                    <a:cubicBezTo>
                      <a:pt x="3673" y="8458"/>
                      <a:pt x="3361" y="8575"/>
                      <a:pt x="3124" y="8781"/>
                    </a:cubicBezTo>
                    <a:cubicBezTo>
                      <a:pt x="2921" y="8958"/>
                      <a:pt x="2777" y="9203"/>
                      <a:pt x="2729" y="9482"/>
                    </a:cubicBezTo>
                    <a:cubicBezTo>
                      <a:pt x="3309" y="9719"/>
                      <a:pt x="3936" y="9871"/>
                      <a:pt x="4594" y="9912"/>
                    </a:cubicBezTo>
                    <a:cubicBezTo>
                      <a:pt x="4777" y="9924"/>
                      <a:pt x="4954" y="9926"/>
                      <a:pt x="5131" y="9922"/>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9"/>
              <p:cNvSpPr/>
              <p:nvPr/>
            </p:nvSpPr>
            <p:spPr>
              <a:xfrm>
                <a:off x="6114357" y="3762165"/>
                <a:ext cx="55724" cy="55630"/>
              </a:xfrm>
              <a:custGeom>
                <a:rect b="b" l="l" r="r" t="t"/>
                <a:pathLst>
                  <a:path extrusionOk="0" h="1173" w="1175">
                    <a:moveTo>
                      <a:pt x="626" y="19"/>
                    </a:moveTo>
                    <a:cubicBezTo>
                      <a:pt x="936" y="40"/>
                      <a:pt x="1175" y="309"/>
                      <a:pt x="1154" y="624"/>
                    </a:cubicBezTo>
                    <a:cubicBezTo>
                      <a:pt x="1133" y="934"/>
                      <a:pt x="864" y="1173"/>
                      <a:pt x="552" y="1152"/>
                    </a:cubicBezTo>
                    <a:cubicBezTo>
                      <a:pt x="237" y="1132"/>
                      <a:pt x="0" y="862"/>
                      <a:pt x="21" y="550"/>
                    </a:cubicBezTo>
                    <a:cubicBezTo>
                      <a:pt x="42" y="237"/>
                      <a:pt x="311" y="1"/>
                      <a:pt x="626" y="1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bg>
      <p:bgPr>
        <a:solidFill>
          <a:schemeClr val="accent2"/>
        </a:solidFill>
      </p:bgPr>
    </p:bg>
    <p:spTree>
      <p:nvGrpSpPr>
        <p:cNvPr id="487" name="Shape 487"/>
        <p:cNvGrpSpPr/>
        <p:nvPr/>
      </p:nvGrpSpPr>
      <p:grpSpPr>
        <a:xfrm>
          <a:off x="0" y="0"/>
          <a:ext cx="0" cy="0"/>
          <a:chOff x="0" y="0"/>
          <a:chExt cx="0" cy="0"/>
        </a:xfrm>
      </p:grpSpPr>
      <p:sp>
        <p:nvSpPr>
          <p:cNvPr id="488" name="Google Shape;488;p30"/>
          <p:cNvSpPr/>
          <p:nvPr/>
        </p:nvSpPr>
        <p:spPr>
          <a:xfrm>
            <a:off x="520575" y="819150"/>
            <a:ext cx="8079900" cy="3898800"/>
          </a:xfrm>
          <a:prstGeom prst="roundRect">
            <a:avLst>
              <a:gd fmla="val 354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9" name="Google Shape;489;p30"/>
          <p:cNvGrpSpPr/>
          <p:nvPr/>
        </p:nvGrpSpPr>
        <p:grpSpPr>
          <a:xfrm>
            <a:off x="520563" y="326550"/>
            <a:ext cx="8079900" cy="426900"/>
            <a:chOff x="552450" y="401675"/>
            <a:chExt cx="8079900" cy="426900"/>
          </a:xfrm>
        </p:grpSpPr>
        <p:sp>
          <p:nvSpPr>
            <p:cNvPr id="490" name="Google Shape;490;p30"/>
            <p:cNvSpPr/>
            <p:nvPr/>
          </p:nvSpPr>
          <p:spPr>
            <a:xfrm>
              <a:off x="552450" y="401675"/>
              <a:ext cx="8079900" cy="426900"/>
            </a:xfrm>
            <a:prstGeom prst="roundRect">
              <a:avLst>
                <a:gd fmla="val 22312"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0"/>
            <p:cNvSpPr/>
            <p:nvPr/>
          </p:nvSpPr>
          <p:spPr>
            <a:xfrm>
              <a:off x="720000" y="518729"/>
              <a:ext cx="195095" cy="195109"/>
            </a:xfrm>
            <a:custGeom>
              <a:rect b="b" l="l" r="r" t="t"/>
              <a:pathLst>
                <a:path extrusionOk="0" h="2829" w="2829">
                  <a:moveTo>
                    <a:pt x="2828" y="1413"/>
                  </a:moveTo>
                  <a:cubicBezTo>
                    <a:pt x="2828" y="2195"/>
                    <a:pt x="2197" y="2828"/>
                    <a:pt x="1416" y="2828"/>
                  </a:cubicBezTo>
                  <a:cubicBezTo>
                    <a:pt x="634" y="2828"/>
                    <a:pt x="1" y="2195"/>
                    <a:pt x="1" y="1413"/>
                  </a:cubicBezTo>
                  <a:cubicBezTo>
                    <a:pt x="1" y="632"/>
                    <a:pt x="634" y="1"/>
                    <a:pt x="1416" y="1"/>
                  </a:cubicBezTo>
                  <a:cubicBezTo>
                    <a:pt x="2197" y="1"/>
                    <a:pt x="2828" y="632"/>
                    <a:pt x="2828" y="1413"/>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0"/>
            <p:cNvSpPr/>
            <p:nvPr/>
          </p:nvSpPr>
          <p:spPr>
            <a:xfrm>
              <a:off x="1080398" y="518729"/>
              <a:ext cx="195026" cy="195109"/>
            </a:xfrm>
            <a:custGeom>
              <a:rect b="b" l="l" r="r" t="t"/>
              <a:pathLst>
                <a:path extrusionOk="0" h="2829" w="2828">
                  <a:moveTo>
                    <a:pt x="2828" y="1413"/>
                  </a:moveTo>
                  <a:cubicBezTo>
                    <a:pt x="2828" y="2195"/>
                    <a:pt x="2194" y="2828"/>
                    <a:pt x="1413" y="2828"/>
                  </a:cubicBezTo>
                  <a:cubicBezTo>
                    <a:pt x="631" y="2828"/>
                    <a:pt x="0" y="2195"/>
                    <a:pt x="0" y="1413"/>
                  </a:cubicBezTo>
                  <a:cubicBezTo>
                    <a:pt x="0" y="632"/>
                    <a:pt x="631" y="1"/>
                    <a:pt x="1413" y="1"/>
                  </a:cubicBezTo>
                  <a:cubicBezTo>
                    <a:pt x="2194" y="1"/>
                    <a:pt x="2828" y="632"/>
                    <a:pt x="2828" y="1413"/>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0"/>
            <p:cNvSpPr/>
            <p:nvPr/>
          </p:nvSpPr>
          <p:spPr>
            <a:xfrm>
              <a:off x="1440175" y="518729"/>
              <a:ext cx="195026" cy="195109"/>
            </a:xfrm>
            <a:custGeom>
              <a:rect b="b" l="l" r="r" t="t"/>
              <a:pathLst>
                <a:path extrusionOk="0" h="2829" w="2828">
                  <a:moveTo>
                    <a:pt x="2827" y="1413"/>
                  </a:moveTo>
                  <a:cubicBezTo>
                    <a:pt x="2827" y="2195"/>
                    <a:pt x="2194" y="2828"/>
                    <a:pt x="1415" y="2828"/>
                  </a:cubicBezTo>
                  <a:cubicBezTo>
                    <a:pt x="633" y="2828"/>
                    <a:pt x="0" y="2195"/>
                    <a:pt x="0" y="1413"/>
                  </a:cubicBezTo>
                  <a:cubicBezTo>
                    <a:pt x="0" y="632"/>
                    <a:pt x="633" y="1"/>
                    <a:pt x="1415" y="1"/>
                  </a:cubicBezTo>
                  <a:cubicBezTo>
                    <a:pt x="2194" y="1"/>
                    <a:pt x="2827" y="632"/>
                    <a:pt x="2827" y="1413"/>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4" name="Google Shape;494;p30"/>
          <p:cNvSpPr/>
          <p:nvPr/>
        </p:nvSpPr>
        <p:spPr>
          <a:xfrm>
            <a:off x="7946263" y="1248225"/>
            <a:ext cx="878059" cy="669109"/>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104775">
              <a:schemeClr val="lt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0"/>
          <p:cNvSpPr/>
          <p:nvPr/>
        </p:nvSpPr>
        <p:spPr>
          <a:xfrm>
            <a:off x="7946263" y="2237190"/>
            <a:ext cx="878059" cy="669109"/>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104775">
              <a:schemeClr val="lt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0"/>
          <p:cNvSpPr/>
          <p:nvPr/>
        </p:nvSpPr>
        <p:spPr>
          <a:xfrm>
            <a:off x="7946263" y="3226156"/>
            <a:ext cx="878059" cy="669109"/>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104775">
              <a:schemeClr val="lt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0"/>
          <p:cNvSpPr/>
          <p:nvPr/>
        </p:nvSpPr>
        <p:spPr>
          <a:xfrm flipH="1" rot="10800000">
            <a:off x="114300" y="3735032"/>
            <a:ext cx="2476802" cy="1326193"/>
          </a:xfrm>
          <a:custGeom>
            <a:rect b="b" l="l" r="r" t="t"/>
            <a:pathLst>
              <a:path extrusionOk="0" h="27964" w="54058">
                <a:moveTo>
                  <a:pt x="2468" y="26211"/>
                </a:moveTo>
                <a:lnTo>
                  <a:pt x="5067" y="26211"/>
                </a:lnTo>
                <a:cubicBezTo>
                  <a:pt x="5756" y="26211"/>
                  <a:pt x="6392" y="26045"/>
                  <a:pt x="6937" y="25728"/>
                </a:cubicBezTo>
                <a:lnTo>
                  <a:pt x="6937" y="25726"/>
                </a:lnTo>
                <a:cubicBezTo>
                  <a:pt x="7484" y="25409"/>
                  <a:pt x="7948" y="24942"/>
                  <a:pt x="8290" y="24348"/>
                </a:cubicBezTo>
                <a:lnTo>
                  <a:pt x="11409" y="18950"/>
                </a:lnTo>
                <a:cubicBezTo>
                  <a:pt x="11841" y="18206"/>
                  <a:pt x="12429" y="17614"/>
                  <a:pt x="13126" y="17213"/>
                </a:cubicBezTo>
                <a:lnTo>
                  <a:pt x="13128" y="17213"/>
                </a:lnTo>
                <a:cubicBezTo>
                  <a:pt x="13827" y="16810"/>
                  <a:pt x="14631" y="16594"/>
                  <a:pt x="15493" y="16594"/>
                </a:cubicBezTo>
                <a:lnTo>
                  <a:pt x="22104" y="16594"/>
                </a:lnTo>
                <a:cubicBezTo>
                  <a:pt x="22793" y="16594"/>
                  <a:pt x="23429" y="16425"/>
                  <a:pt x="23973" y="16110"/>
                </a:cubicBezTo>
                <a:lnTo>
                  <a:pt x="23973" y="16106"/>
                </a:lnTo>
                <a:cubicBezTo>
                  <a:pt x="24520" y="15792"/>
                  <a:pt x="24985" y="15323"/>
                  <a:pt x="25327" y="14728"/>
                </a:cubicBezTo>
                <a:lnTo>
                  <a:pt x="29772" y="7034"/>
                </a:lnTo>
                <a:cubicBezTo>
                  <a:pt x="30204" y="6287"/>
                  <a:pt x="30792" y="5697"/>
                  <a:pt x="31489" y="5296"/>
                </a:cubicBezTo>
                <a:lnTo>
                  <a:pt x="31491" y="5296"/>
                </a:lnTo>
                <a:cubicBezTo>
                  <a:pt x="32191" y="4893"/>
                  <a:pt x="32995" y="4677"/>
                  <a:pt x="33856" y="4677"/>
                </a:cubicBezTo>
                <a:lnTo>
                  <a:pt x="48096" y="4677"/>
                </a:lnTo>
                <a:cubicBezTo>
                  <a:pt x="48785" y="4677"/>
                  <a:pt x="49421" y="4508"/>
                  <a:pt x="49966" y="4194"/>
                </a:cubicBezTo>
                <a:lnTo>
                  <a:pt x="49966" y="4190"/>
                </a:lnTo>
                <a:cubicBezTo>
                  <a:pt x="50513" y="3875"/>
                  <a:pt x="50977" y="3406"/>
                  <a:pt x="51319" y="2812"/>
                </a:cubicBezTo>
                <a:lnTo>
                  <a:pt x="51323" y="2812"/>
                </a:lnTo>
                <a:lnTo>
                  <a:pt x="51761" y="2049"/>
                </a:lnTo>
                <a:cubicBezTo>
                  <a:pt x="51596" y="1835"/>
                  <a:pt x="51502" y="1566"/>
                  <a:pt x="51502" y="1278"/>
                </a:cubicBezTo>
                <a:cubicBezTo>
                  <a:pt x="51502" y="571"/>
                  <a:pt x="52075" y="1"/>
                  <a:pt x="52779" y="1"/>
                </a:cubicBezTo>
                <a:cubicBezTo>
                  <a:pt x="53486" y="1"/>
                  <a:pt x="54058" y="575"/>
                  <a:pt x="54058" y="1278"/>
                </a:cubicBezTo>
                <a:cubicBezTo>
                  <a:pt x="54058" y="1983"/>
                  <a:pt x="53484" y="2555"/>
                  <a:pt x="52779" y="2555"/>
                </a:cubicBezTo>
                <a:cubicBezTo>
                  <a:pt x="52725" y="2555"/>
                  <a:pt x="52672" y="2553"/>
                  <a:pt x="52620" y="2545"/>
                </a:cubicBezTo>
                <a:lnTo>
                  <a:pt x="52180" y="3305"/>
                </a:lnTo>
                <a:lnTo>
                  <a:pt x="52180" y="3310"/>
                </a:lnTo>
                <a:cubicBezTo>
                  <a:pt x="51748" y="4054"/>
                  <a:pt x="51160" y="4646"/>
                  <a:pt x="50463" y="5047"/>
                </a:cubicBezTo>
                <a:lnTo>
                  <a:pt x="50461" y="5047"/>
                </a:lnTo>
                <a:cubicBezTo>
                  <a:pt x="49762" y="5450"/>
                  <a:pt x="48956" y="5666"/>
                  <a:pt x="48096" y="5666"/>
                </a:cubicBezTo>
                <a:lnTo>
                  <a:pt x="33856" y="5666"/>
                </a:lnTo>
                <a:cubicBezTo>
                  <a:pt x="33167" y="5666"/>
                  <a:pt x="32532" y="5833"/>
                  <a:pt x="31987" y="6149"/>
                </a:cubicBezTo>
                <a:lnTo>
                  <a:pt x="31987" y="6151"/>
                </a:lnTo>
                <a:cubicBezTo>
                  <a:pt x="31440" y="6468"/>
                  <a:pt x="30975" y="6935"/>
                  <a:pt x="30632" y="7529"/>
                </a:cubicBezTo>
                <a:lnTo>
                  <a:pt x="26184" y="15234"/>
                </a:lnTo>
                <a:cubicBezTo>
                  <a:pt x="25752" y="15979"/>
                  <a:pt x="25162" y="16571"/>
                  <a:pt x="24467" y="16972"/>
                </a:cubicBezTo>
                <a:lnTo>
                  <a:pt x="24463" y="16972"/>
                </a:lnTo>
                <a:cubicBezTo>
                  <a:pt x="23764" y="17375"/>
                  <a:pt x="22960" y="17591"/>
                  <a:pt x="22098" y="17591"/>
                </a:cubicBezTo>
                <a:lnTo>
                  <a:pt x="15491" y="17591"/>
                </a:lnTo>
                <a:cubicBezTo>
                  <a:pt x="14802" y="17591"/>
                  <a:pt x="14167" y="17757"/>
                  <a:pt x="13622" y="18074"/>
                </a:cubicBezTo>
                <a:lnTo>
                  <a:pt x="13622" y="18076"/>
                </a:lnTo>
                <a:cubicBezTo>
                  <a:pt x="13075" y="18393"/>
                  <a:pt x="12608" y="18860"/>
                  <a:pt x="12267" y="19454"/>
                </a:cubicBezTo>
                <a:lnTo>
                  <a:pt x="9149" y="24852"/>
                </a:lnTo>
                <a:cubicBezTo>
                  <a:pt x="8717" y="25598"/>
                  <a:pt x="8129" y="26189"/>
                  <a:pt x="7432" y="26590"/>
                </a:cubicBezTo>
                <a:lnTo>
                  <a:pt x="7428" y="26590"/>
                </a:lnTo>
                <a:cubicBezTo>
                  <a:pt x="6731" y="26993"/>
                  <a:pt x="5925" y="27208"/>
                  <a:pt x="5063" y="27208"/>
                </a:cubicBezTo>
                <a:lnTo>
                  <a:pt x="2446" y="27208"/>
                </a:lnTo>
                <a:cubicBezTo>
                  <a:pt x="2244" y="27655"/>
                  <a:pt x="1798" y="27963"/>
                  <a:pt x="1278" y="27963"/>
                </a:cubicBezTo>
                <a:cubicBezTo>
                  <a:pt x="572" y="27963"/>
                  <a:pt x="1" y="27389"/>
                  <a:pt x="1" y="26684"/>
                </a:cubicBezTo>
                <a:cubicBezTo>
                  <a:pt x="1" y="25981"/>
                  <a:pt x="574" y="25407"/>
                  <a:pt x="1278" y="25407"/>
                </a:cubicBezTo>
                <a:cubicBezTo>
                  <a:pt x="1818" y="25405"/>
                  <a:pt x="2281" y="25738"/>
                  <a:pt x="2468" y="2621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0"/>
          <p:cNvSpPr/>
          <p:nvPr/>
        </p:nvSpPr>
        <p:spPr>
          <a:xfrm>
            <a:off x="816373" y="3806482"/>
            <a:ext cx="217527" cy="217109"/>
          </a:xfrm>
          <a:custGeom>
            <a:rect b="b" l="l" r="r" t="t"/>
            <a:pathLst>
              <a:path extrusionOk="0" h="947" w="949">
                <a:moveTo>
                  <a:pt x="473" y="0"/>
                </a:moveTo>
                <a:lnTo>
                  <a:pt x="948" y="946"/>
                </a:lnTo>
                <a:lnTo>
                  <a:pt x="0" y="946"/>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0"/>
          <p:cNvSpPr/>
          <p:nvPr/>
        </p:nvSpPr>
        <p:spPr>
          <a:xfrm rot="5400000">
            <a:off x="937346" y="4366700"/>
            <a:ext cx="236782" cy="236826"/>
          </a:xfrm>
          <a:custGeom>
            <a:rect b="b" l="l" r="r" t="t"/>
            <a:pathLst>
              <a:path extrusionOk="0" h="1033" w="1033">
                <a:moveTo>
                  <a:pt x="1033" y="198"/>
                </a:moveTo>
                <a:lnTo>
                  <a:pt x="714" y="516"/>
                </a:lnTo>
                <a:lnTo>
                  <a:pt x="1033" y="835"/>
                </a:lnTo>
                <a:lnTo>
                  <a:pt x="837" y="1033"/>
                </a:lnTo>
                <a:lnTo>
                  <a:pt x="517" y="714"/>
                </a:lnTo>
                <a:lnTo>
                  <a:pt x="198" y="1033"/>
                </a:lnTo>
                <a:lnTo>
                  <a:pt x="1" y="835"/>
                </a:lnTo>
                <a:lnTo>
                  <a:pt x="319" y="516"/>
                </a:lnTo>
                <a:lnTo>
                  <a:pt x="1" y="198"/>
                </a:lnTo>
                <a:lnTo>
                  <a:pt x="198" y="0"/>
                </a:lnTo>
                <a:lnTo>
                  <a:pt x="517" y="319"/>
                </a:lnTo>
                <a:lnTo>
                  <a:pt x="8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969225"/>
            <a:ext cx="7704000" cy="5643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chemeClr val="dk1"/>
              </a:buClr>
              <a:buSzPts val="2800"/>
              <a:buFont typeface="Epilogue"/>
              <a:buNone/>
              <a:defRPr b="1" sz="2800">
                <a:solidFill>
                  <a:schemeClr val="dk1"/>
                </a:solidFill>
                <a:latin typeface="Epilogue"/>
                <a:ea typeface="Epilogue"/>
                <a:cs typeface="Epilogue"/>
                <a:sym typeface="Epilogue"/>
              </a:defRPr>
            </a:lvl1pPr>
            <a:lvl2pPr lvl="1" rtl="0">
              <a:spcBef>
                <a:spcPts val="0"/>
              </a:spcBef>
              <a:spcAft>
                <a:spcPts val="0"/>
              </a:spcAft>
              <a:buClr>
                <a:schemeClr val="dk1"/>
              </a:buClr>
              <a:buSzPts val="2800"/>
              <a:buFont typeface="Epilogue"/>
              <a:buNone/>
              <a:defRPr b="1" sz="2800">
                <a:solidFill>
                  <a:schemeClr val="dk1"/>
                </a:solidFill>
                <a:latin typeface="Epilogue"/>
                <a:ea typeface="Epilogue"/>
                <a:cs typeface="Epilogue"/>
                <a:sym typeface="Epilogue"/>
              </a:defRPr>
            </a:lvl2pPr>
            <a:lvl3pPr lvl="2" rtl="0">
              <a:spcBef>
                <a:spcPts val="0"/>
              </a:spcBef>
              <a:spcAft>
                <a:spcPts val="0"/>
              </a:spcAft>
              <a:buClr>
                <a:schemeClr val="dk1"/>
              </a:buClr>
              <a:buSzPts val="2800"/>
              <a:buFont typeface="Epilogue"/>
              <a:buNone/>
              <a:defRPr b="1" sz="2800">
                <a:solidFill>
                  <a:schemeClr val="dk1"/>
                </a:solidFill>
                <a:latin typeface="Epilogue"/>
                <a:ea typeface="Epilogue"/>
                <a:cs typeface="Epilogue"/>
                <a:sym typeface="Epilogue"/>
              </a:defRPr>
            </a:lvl3pPr>
            <a:lvl4pPr lvl="3" rtl="0">
              <a:spcBef>
                <a:spcPts val="0"/>
              </a:spcBef>
              <a:spcAft>
                <a:spcPts val="0"/>
              </a:spcAft>
              <a:buClr>
                <a:schemeClr val="dk1"/>
              </a:buClr>
              <a:buSzPts val="2800"/>
              <a:buFont typeface="Epilogue"/>
              <a:buNone/>
              <a:defRPr b="1" sz="2800">
                <a:solidFill>
                  <a:schemeClr val="dk1"/>
                </a:solidFill>
                <a:latin typeface="Epilogue"/>
                <a:ea typeface="Epilogue"/>
                <a:cs typeface="Epilogue"/>
                <a:sym typeface="Epilogue"/>
              </a:defRPr>
            </a:lvl4pPr>
            <a:lvl5pPr lvl="4" rtl="0">
              <a:spcBef>
                <a:spcPts val="0"/>
              </a:spcBef>
              <a:spcAft>
                <a:spcPts val="0"/>
              </a:spcAft>
              <a:buClr>
                <a:schemeClr val="dk1"/>
              </a:buClr>
              <a:buSzPts val="2800"/>
              <a:buFont typeface="Epilogue"/>
              <a:buNone/>
              <a:defRPr b="1" sz="2800">
                <a:solidFill>
                  <a:schemeClr val="dk1"/>
                </a:solidFill>
                <a:latin typeface="Epilogue"/>
                <a:ea typeface="Epilogue"/>
                <a:cs typeface="Epilogue"/>
                <a:sym typeface="Epilogue"/>
              </a:defRPr>
            </a:lvl5pPr>
            <a:lvl6pPr lvl="5" rtl="0">
              <a:spcBef>
                <a:spcPts val="0"/>
              </a:spcBef>
              <a:spcAft>
                <a:spcPts val="0"/>
              </a:spcAft>
              <a:buClr>
                <a:schemeClr val="dk1"/>
              </a:buClr>
              <a:buSzPts val="2800"/>
              <a:buFont typeface="Epilogue"/>
              <a:buNone/>
              <a:defRPr b="1" sz="2800">
                <a:solidFill>
                  <a:schemeClr val="dk1"/>
                </a:solidFill>
                <a:latin typeface="Epilogue"/>
                <a:ea typeface="Epilogue"/>
                <a:cs typeface="Epilogue"/>
                <a:sym typeface="Epilogue"/>
              </a:defRPr>
            </a:lvl6pPr>
            <a:lvl7pPr lvl="6" rtl="0">
              <a:spcBef>
                <a:spcPts val="0"/>
              </a:spcBef>
              <a:spcAft>
                <a:spcPts val="0"/>
              </a:spcAft>
              <a:buClr>
                <a:schemeClr val="dk1"/>
              </a:buClr>
              <a:buSzPts val="2800"/>
              <a:buFont typeface="Epilogue"/>
              <a:buNone/>
              <a:defRPr b="1" sz="2800">
                <a:solidFill>
                  <a:schemeClr val="dk1"/>
                </a:solidFill>
                <a:latin typeface="Epilogue"/>
                <a:ea typeface="Epilogue"/>
                <a:cs typeface="Epilogue"/>
                <a:sym typeface="Epilogue"/>
              </a:defRPr>
            </a:lvl7pPr>
            <a:lvl8pPr lvl="7" rtl="0">
              <a:spcBef>
                <a:spcPts val="0"/>
              </a:spcBef>
              <a:spcAft>
                <a:spcPts val="0"/>
              </a:spcAft>
              <a:buClr>
                <a:schemeClr val="dk1"/>
              </a:buClr>
              <a:buSzPts val="2800"/>
              <a:buFont typeface="Epilogue"/>
              <a:buNone/>
              <a:defRPr b="1" sz="2800">
                <a:solidFill>
                  <a:schemeClr val="dk1"/>
                </a:solidFill>
                <a:latin typeface="Epilogue"/>
                <a:ea typeface="Epilogue"/>
                <a:cs typeface="Epilogue"/>
                <a:sym typeface="Epilogue"/>
              </a:defRPr>
            </a:lvl8pPr>
            <a:lvl9pPr lvl="8" rtl="0">
              <a:spcBef>
                <a:spcPts val="0"/>
              </a:spcBef>
              <a:spcAft>
                <a:spcPts val="0"/>
              </a:spcAft>
              <a:buClr>
                <a:schemeClr val="dk1"/>
              </a:buClr>
              <a:buSzPts val="2800"/>
              <a:buFont typeface="Epilogue"/>
              <a:buNone/>
              <a:defRPr b="1" sz="2800">
                <a:solidFill>
                  <a:schemeClr val="dk1"/>
                </a:solidFill>
                <a:latin typeface="Epilogue"/>
                <a:ea typeface="Epilogue"/>
                <a:cs typeface="Epilogue"/>
                <a:sym typeface="Epilogue"/>
              </a:defRPr>
            </a:lvl9pPr>
          </a:lstStyle>
          <a:p/>
        </p:txBody>
      </p:sp>
      <p:sp>
        <p:nvSpPr>
          <p:cNvPr id="7" name="Google Shape;7;p1"/>
          <p:cNvSpPr txBox="1"/>
          <p:nvPr>
            <p:ph idx="1" type="body"/>
          </p:nvPr>
        </p:nvSpPr>
        <p:spPr>
          <a:xfrm>
            <a:off x="720000" y="1619250"/>
            <a:ext cx="7704000" cy="29838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Cabin"/>
              <a:buChar char="●"/>
              <a:defRPr>
                <a:solidFill>
                  <a:schemeClr val="dk1"/>
                </a:solidFill>
                <a:latin typeface="Cabin"/>
                <a:ea typeface="Cabin"/>
                <a:cs typeface="Cabin"/>
                <a:sym typeface="Cabin"/>
              </a:defRPr>
            </a:lvl1pPr>
            <a:lvl2pPr indent="-317500" lvl="1" marL="914400">
              <a:lnSpc>
                <a:spcPct val="100000"/>
              </a:lnSpc>
              <a:spcBef>
                <a:spcPts val="1600"/>
              </a:spcBef>
              <a:spcAft>
                <a:spcPts val="0"/>
              </a:spcAft>
              <a:buClr>
                <a:schemeClr val="dk1"/>
              </a:buClr>
              <a:buSzPts val="1400"/>
              <a:buFont typeface="Cabin"/>
              <a:buChar char="○"/>
              <a:defRPr>
                <a:solidFill>
                  <a:schemeClr val="dk1"/>
                </a:solidFill>
                <a:latin typeface="Cabin"/>
                <a:ea typeface="Cabin"/>
                <a:cs typeface="Cabin"/>
                <a:sym typeface="Cabin"/>
              </a:defRPr>
            </a:lvl2pPr>
            <a:lvl3pPr indent="-317500" lvl="2" marL="1371600">
              <a:lnSpc>
                <a:spcPct val="100000"/>
              </a:lnSpc>
              <a:spcBef>
                <a:spcPts val="1600"/>
              </a:spcBef>
              <a:spcAft>
                <a:spcPts val="0"/>
              </a:spcAft>
              <a:buClr>
                <a:schemeClr val="dk1"/>
              </a:buClr>
              <a:buSzPts val="1400"/>
              <a:buFont typeface="Cabin"/>
              <a:buChar char="■"/>
              <a:defRPr>
                <a:solidFill>
                  <a:schemeClr val="dk1"/>
                </a:solidFill>
                <a:latin typeface="Cabin"/>
                <a:ea typeface="Cabin"/>
                <a:cs typeface="Cabin"/>
                <a:sym typeface="Cabin"/>
              </a:defRPr>
            </a:lvl3pPr>
            <a:lvl4pPr indent="-317500" lvl="3" marL="1828800">
              <a:lnSpc>
                <a:spcPct val="100000"/>
              </a:lnSpc>
              <a:spcBef>
                <a:spcPts val="1600"/>
              </a:spcBef>
              <a:spcAft>
                <a:spcPts val="0"/>
              </a:spcAft>
              <a:buClr>
                <a:schemeClr val="dk1"/>
              </a:buClr>
              <a:buSzPts val="1400"/>
              <a:buFont typeface="Cabin"/>
              <a:buChar char="●"/>
              <a:defRPr>
                <a:solidFill>
                  <a:schemeClr val="dk1"/>
                </a:solidFill>
                <a:latin typeface="Cabin"/>
                <a:ea typeface="Cabin"/>
                <a:cs typeface="Cabin"/>
                <a:sym typeface="Cabin"/>
              </a:defRPr>
            </a:lvl4pPr>
            <a:lvl5pPr indent="-317500" lvl="4" marL="2286000">
              <a:lnSpc>
                <a:spcPct val="100000"/>
              </a:lnSpc>
              <a:spcBef>
                <a:spcPts val="1600"/>
              </a:spcBef>
              <a:spcAft>
                <a:spcPts val="0"/>
              </a:spcAft>
              <a:buClr>
                <a:schemeClr val="dk1"/>
              </a:buClr>
              <a:buSzPts val="1400"/>
              <a:buFont typeface="Cabin"/>
              <a:buChar char="○"/>
              <a:defRPr>
                <a:solidFill>
                  <a:schemeClr val="dk1"/>
                </a:solidFill>
                <a:latin typeface="Cabin"/>
                <a:ea typeface="Cabin"/>
                <a:cs typeface="Cabin"/>
                <a:sym typeface="Cabin"/>
              </a:defRPr>
            </a:lvl5pPr>
            <a:lvl6pPr indent="-317500" lvl="5" marL="2743200">
              <a:lnSpc>
                <a:spcPct val="100000"/>
              </a:lnSpc>
              <a:spcBef>
                <a:spcPts val="1600"/>
              </a:spcBef>
              <a:spcAft>
                <a:spcPts val="0"/>
              </a:spcAft>
              <a:buClr>
                <a:schemeClr val="dk1"/>
              </a:buClr>
              <a:buSzPts val="1400"/>
              <a:buFont typeface="Cabin"/>
              <a:buChar char="■"/>
              <a:defRPr>
                <a:solidFill>
                  <a:schemeClr val="dk1"/>
                </a:solidFill>
                <a:latin typeface="Cabin"/>
                <a:ea typeface="Cabin"/>
                <a:cs typeface="Cabin"/>
                <a:sym typeface="Cabin"/>
              </a:defRPr>
            </a:lvl6pPr>
            <a:lvl7pPr indent="-317500" lvl="6" marL="3200400">
              <a:lnSpc>
                <a:spcPct val="100000"/>
              </a:lnSpc>
              <a:spcBef>
                <a:spcPts val="1600"/>
              </a:spcBef>
              <a:spcAft>
                <a:spcPts val="0"/>
              </a:spcAft>
              <a:buClr>
                <a:schemeClr val="dk1"/>
              </a:buClr>
              <a:buSzPts val="1400"/>
              <a:buFont typeface="Cabin"/>
              <a:buChar char="●"/>
              <a:defRPr>
                <a:solidFill>
                  <a:schemeClr val="dk1"/>
                </a:solidFill>
                <a:latin typeface="Cabin"/>
                <a:ea typeface="Cabin"/>
                <a:cs typeface="Cabin"/>
                <a:sym typeface="Cabin"/>
              </a:defRPr>
            </a:lvl7pPr>
            <a:lvl8pPr indent="-317500" lvl="7" marL="3657600">
              <a:lnSpc>
                <a:spcPct val="100000"/>
              </a:lnSpc>
              <a:spcBef>
                <a:spcPts val="1600"/>
              </a:spcBef>
              <a:spcAft>
                <a:spcPts val="0"/>
              </a:spcAft>
              <a:buClr>
                <a:schemeClr val="dk1"/>
              </a:buClr>
              <a:buSzPts val="1400"/>
              <a:buFont typeface="Cabin"/>
              <a:buChar char="○"/>
              <a:defRPr>
                <a:solidFill>
                  <a:schemeClr val="dk1"/>
                </a:solidFill>
                <a:latin typeface="Cabin"/>
                <a:ea typeface="Cabin"/>
                <a:cs typeface="Cabin"/>
                <a:sym typeface="Cabin"/>
              </a:defRPr>
            </a:lvl8pPr>
            <a:lvl9pPr indent="-317500" lvl="8" marL="4114800">
              <a:lnSpc>
                <a:spcPct val="100000"/>
              </a:lnSpc>
              <a:spcBef>
                <a:spcPts val="1600"/>
              </a:spcBef>
              <a:spcAft>
                <a:spcPts val="1600"/>
              </a:spcAft>
              <a:buClr>
                <a:schemeClr val="dk1"/>
              </a:buClr>
              <a:buSzPts val="1400"/>
              <a:buFont typeface="Cabin"/>
              <a:buChar char="■"/>
              <a:defRPr>
                <a:solidFill>
                  <a:schemeClr val="dk1"/>
                </a:solidFill>
                <a:latin typeface="Cabin"/>
                <a:ea typeface="Cabin"/>
                <a:cs typeface="Cabin"/>
                <a:sym typeface="Cabin"/>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40">
          <p15:clr>
            <a:srgbClr val="EA4335"/>
          </p15:clr>
        </p15:guide>
        <p15:guide id="2" pos="454">
          <p15:clr>
            <a:srgbClr val="EA4335"/>
          </p15:clr>
        </p15:guide>
        <p15:guide id="3" orient="horz" pos="2900">
          <p15:clr>
            <a:srgbClr val="EA4335"/>
          </p15:clr>
        </p15:guide>
        <p15:guide id="4" pos="5306">
          <p15:clr>
            <a:srgbClr val="EA4335"/>
          </p15:clr>
        </p15:guide>
        <p15:guide id="5" orient="horz" pos="1620">
          <p15:clr>
            <a:srgbClr val="EA4335"/>
          </p15:clr>
        </p15:guide>
        <p15:guide id="6" pos="288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hyperlink" Target="https://github.com/esa/nanosat-mo-framework/blob/ops-sat/sdk/sdk-package/src/main/resources/docs/Dissertation__Cesar_Coelho.pdf" TargetMode="External"/><Relationship Id="rId4" Type="http://schemas.openxmlformats.org/officeDocument/2006/relationships/hyperlink" Target="https://arc.aiaa.org/doi/pdf/10.2514/6.2016-2624"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jpg"/><Relationship Id="rId4" Type="http://schemas.openxmlformats.org/officeDocument/2006/relationships/image" Target="../media/image1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image" Target="../media/image1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 Id="rId3" Type="http://schemas.openxmlformats.org/officeDocument/2006/relationships/image" Target="../media/image1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 Id="rId3" Type="http://schemas.openxmlformats.org/officeDocument/2006/relationships/image" Target="../media/image18.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 Id="rId3"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3.xml"/><Relationship Id="rId3"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 Id="rId3"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grpSp>
        <p:nvGrpSpPr>
          <p:cNvPr id="504" name="Google Shape;504;p31"/>
          <p:cNvGrpSpPr/>
          <p:nvPr/>
        </p:nvGrpSpPr>
        <p:grpSpPr>
          <a:xfrm>
            <a:off x="6355880" y="1044847"/>
            <a:ext cx="1905829" cy="1550748"/>
            <a:chOff x="6707002" y="1482876"/>
            <a:chExt cx="1471342" cy="1197211"/>
          </a:xfrm>
        </p:grpSpPr>
        <p:sp>
          <p:nvSpPr>
            <p:cNvPr id="505" name="Google Shape;505;p31"/>
            <p:cNvSpPr/>
            <p:nvPr/>
          </p:nvSpPr>
          <p:spPr>
            <a:xfrm>
              <a:off x="7203122" y="1931938"/>
              <a:ext cx="366304" cy="366752"/>
            </a:xfrm>
            <a:custGeom>
              <a:rect b="b" l="l" r="r" t="t"/>
              <a:pathLst>
                <a:path extrusionOk="0" h="2455" w="2452">
                  <a:moveTo>
                    <a:pt x="1226" y="2454"/>
                  </a:moveTo>
                  <a:cubicBezTo>
                    <a:pt x="1902" y="2454"/>
                    <a:pt x="2451" y="1903"/>
                    <a:pt x="2451" y="1226"/>
                  </a:cubicBezTo>
                  <a:cubicBezTo>
                    <a:pt x="2451" y="552"/>
                    <a:pt x="1902" y="1"/>
                    <a:pt x="1226" y="1"/>
                  </a:cubicBezTo>
                  <a:cubicBezTo>
                    <a:pt x="549" y="1"/>
                    <a:pt x="0" y="552"/>
                    <a:pt x="0" y="1226"/>
                  </a:cubicBezTo>
                  <a:cubicBezTo>
                    <a:pt x="0" y="1903"/>
                    <a:pt x="553" y="2454"/>
                    <a:pt x="1226" y="2454"/>
                  </a:cubicBezTo>
                  <a:close/>
                </a:path>
              </a:pathLst>
            </a:custGeom>
            <a:solidFill>
              <a:srgbClr val="6BB6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1"/>
            <p:cNvSpPr/>
            <p:nvPr/>
          </p:nvSpPr>
          <p:spPr>
            <a:xfrm>
              <a:off x="6707002" y="1482876"/>
              <a:ext cx="1471342" cy="1197211"/>
            </a:xfrm>
            <a:custGeom>
              <a:rect b="b" l="l" r="r" t="t"/>
              <a:pathLst>
                <a:path extrusionOk="0" h="8014" w="9849">
                  <a:moveTo>
                    <a:pt x="2143" y="0"/>
                  </a:moveTo>
                  <a:cubicBezTo>
                    <a:pt x="2606" y="0"/>
                    <a:pt x="2982" y="375"/>
                    <a:pt x="2982" y="837"/>
                  </a:cubicBezTo>
                  <a:cubicBezTo>
                    <a:pt x="2982" y="946"/>
                    <a:pt x="2961" y="1045"/>
                    <a:pt x="2924" y="1142"/>
                  </a:cubicBezTo>
                  <a:lnTo>
                    <a:pt x="8300" y="3856"/>
                  </a:lnTo>
                  <a:cubicBezTo>
                    <a:pt x="8450" y="3622"/>
                    <a:pt x="8711" y="3463"/>
                    <a:pt x="9009" y="3463"/>
                  </a:cubicBezTo>
                  <a:cubicBezTo>
                    <a:pt x="9472" y="3463"/>
                    <a:pt x="9848" y="3840"/>
                    <a:pt x="9848" y="4302"/>
                  </a:cubicBezTo>
                  <a:cubicBezTo>
                    <a:pt x="9848" y="4765"/>
                    <a:pt x="9472" y="5139"/>
                    <a:pt x="9009" y="5139"/>
                  </a:cubicBezTo>
                  <a:cubicBezTo>
                    <a:pt x="8709" y="5139"/>
                    <a:pt x="8444" y="4981"/>
                    <a:pt x="8298" y="4744"/>
                  </a:cubicBezTo>
                  <a:lnTo>
                    <a:pt x="2756" y="7483"/>
                  </a:lnTo>
                  <a:cubicBezTo>
                    <a:pt x="2766" y="7520"/>
                    <a:pt x="2770" y="7555"/>
                    <a:pt x="2770" y="7594"/>
                  </a:cubicBezTo>
                  <a:cubicBezTo>
                    <a:pt x="2770" y="7827"/>
                    <a:pt x="2583" y="8014"/>
                    <a:pt x="2353" y="8014"/>
                  </a:cubicBezTo>
                  <a:cubicBezTo>
                    <a:pt x="2120" y="8014"/>
                    <a:pt x="1933" y="7827"/>
                    <a:pt x="1933" y="7594"/>
                  </a:cubicBezTo>
                  <a:cubicBezTo>
                    <a:pt x="1933" y="7395"/>
                    <a:pt x="2071" y="7231"/>
                    <a:pt x="2260" y="7185"/>
                  </a:cubicBezTo>
                  <a:lnTo>
                    <a:pt x="2089" y="1670"/>
                  </a:lnTo>
                  <a:cubicBezTo>
                    <a:pt x="1654" y="1641"/>
                    <a:pt x="1306" y="1277"/>
                    <a:pt x="1306" y="835"/>
                  </a:cubicBezTo>
                  <a:cubicBezTo>
                    <a:pt x="1306" y="375"/>
                    <a:pt x="1680" y="0"/>
                    <a:pt x="2143" y="0"/>
                  </a:cubicBezTo>
                  <a:close/>
                  <a:moveTo>
                    <a:pt x="416" y="4551"/>
                  </a:moveTo>
                  <a:cubicBezTo>
                    <a:pt x="646" y="4551"/>
                    <a:pt x="833" y="4736"/>
                    <a:pt x="833" y="4969"/>
                  </a:cubicBezTo>
                  <a:cubicBezTo>
                    <a:pt x="833" y="5199"/>
                    <a:pt x="648" y="5384"/>
                    <a:pt x="416" y="5384"/>
                  </a:cubicBezTo>
                  <a:cubicBezTo>
                    <a:pt x="187" y="5384"/>
                    <a:pt x="0" y="5199"/>
                    <a:pt x="0" y="4969"/>
                  </a:cubicBezTo>
                  <a:cubicBezTo>
                    <a:pt x="2" y="4736"/>
                    <a:pt x="187" y="4551"/>
                    <a:pt x="416" y="4551"/>
                  </a:cubicBezTo>
                  <a:close/>
                  <a:moveTo>
                    <a:pt x="6856" y="952"/>
                  </a:moveTo>
                  <a:cubicBezTo>
                    <a:pt x="6716" y="952"/>
                    <a:pt x="6603" y="1066"/>
                    <a:pt x="6603" y="1205"/>
                  </a:cubicBezTo>
                  <a:cubicBezTo>
                    <a:pt x="6603" y="1343"/>
                    <a:pt x="6716" y="1456"/>
                    <a:pt x="6856" y="1456"/>
                  </a:cubicBezTo>
                  <a:cubicBezTo>
                    <a:pt x="6994" y="1456"/>
                    <a:pt x="7107" y="1343"/>
                    <a:pt x="7107" y="1205"/>
                  </a:cubicBezTo>
                  <a:cubicBezTo>
                    <a:pt x="7105" y="1066"/>
                    <a:pt x="6994" y="952"/>
                    <a:pt x="6856" y="952"/>
                  </a:cubicBezTo>
                  <a:close/>
                  <a:moveTo>
                    <a:pt x="8226" y="4600"/>
                  </a:moveTo>
                  <a:cubicBezTo>
                    <a:pt x="8189" y="4508"/>
                    <a:pt x="8170" y="4407"/>
                    <a:pt x="8170" y="4302"/>
                  </a:cubicBezTo>
                  <a:cubicBezTo>
                    <a:pt x="8170" y="4195"/>
                    <a:pt x="8191" y="4093"/>
                    <a:pt x="8228" y="4000"/>
                  </a:cubicBezTo>
                  <a:lnTo>
                    <a:pt x="2852" y="1286"/>
                  </a:lnTo>
                  <a:cubicBezTo>
                    <a:pt x="2721" y="1491"/>
                    <a:pt x="2503" y="1637"/>
                    <a:pt x="2252" y="1668"/>
                  </a:cubicBezTo>
                  <a:lnTo>
                    <a:pt x="2421" y="7183"/>
                  </a:lnTo>
                  <a:cubicBezTo>
                    <a:pt x="2530" y="7202"/>
                    <a:pt x="2622" y="7261"/>
                    <a:pt x="2686" y="734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7" name="Google Shape;507;p31"/>
          <p:cNvSpPr/>
          <p:nvPr/>
        </p:nvSpPr>
        <p:spPr>
          <a:xfrm>
            <a:off x="8016245" y="2570874"/>
            <a:ext cx="278164" cy="278164"/>
          </a:xfrm>
          <a:custGeom>
            <a:rect b="b" l="l" r="r" t="t"/>
            <a:pathLst>
              <a:path extrusionOk="0" h="1862" w="1862">
                <a:moveTo>
                  <a:pt x="932" y="1862"/>
                </a:moveTo>
                <a:cubicBezTo>
                  <a:pt x="1446" y="1862"/>
                  <a:pt x="1861" y="1442"/>
                  <a:pt x="1861" y="933"/>
                </a:cubicBezTo>
                <a:cubicBezTo>
                  <a:pt x="1861" y="418"/>
                  <a:pt x="1444" y="1"/>
                  <a:pt x="932" y="1"/>
                </a:cubicBezTo>
                <a:cubicBezTo>
                  <a:pt x="418" y="1"/>
                  <a:pt x="0" y="420"/>
                  <a:pt x="0" y="933"/>
                </a:cubicBezTo>
                <a:cubicBezTo>
                  <a:pt x="4" y="1447"/>
                  <a:pt x="420" y="1862"/>
                  <a:pt x="932" y="1862"/>
                </a:cubicBezTo>
                <a:close/>
              </a:path>
            </a:pathLst>
          </a:cu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1"/>
          <p:cNvSpPr/>
          <p:nvPr/>
        </p:nvSpPr>
        <p:spPr>
          <a:xfrm>
            <a:off x="6934521" y="2886981"/>
            <a:ext cx="1270413" cy="1124608"/>
          </a:xfrm>
          <a:custGeom>
            <a:rect b="b" l="l" r="r" t="t"/>
            <a:pathLst>
              <a:path extrusionOk="0" h="7528" w="8504">
                <a:moveTo>
                  <a:pt x="441" y="3303"/>
                </a:moveTo>
                <a:cubicBezTo>
                  <a:pt x="996" y="1229"/>
                  <a:pt x="3129" y="1"/>
                  <a:pt x="5201" y="556"/>
                </a:cubicBezTo>
                <a:cubicBezTo>
                  <a:pt x="7276" y="1111"/>
                  <a:pt x="8504" y="3244"/>
                  <a:pt x="7949" y="5317"/>
                </a:cubicBezTo>
                <a:cubicBezTo>
                  <a:pt x="7696" y="6256"/>
                  <a:pt x="7122" y="7023"/>
                  <a:pt x="6374" y="7527"/>
                </a:cubicBezTo>
                <a:lnTo>
                  <a:pt x="2014" y="7527"/>
                </a:lnTo>
                <a:cubicBezTo>
                  <a:pt x="682" y="6624"/>
                  <a:pt x="1" y="4946"/>
                  <a:pt x="441" y="3303"/>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1"/>
          <p:cNvSpPr/>
          <p:nvPr/>
        </p:nvSpPr>
        <p:spPr>
          <a:xfrm>
            <a:off x="7198790" y="3220117"/>
            <a:ext cx="967151" cy="791468"/>
          </a:xfrm>
          <a:custGeom>
            <a:rect b="b" l="l" r="r" t="t"/>
            <a:pathLst>
              <a:path extrusionOk="0" h="5298" w="6474">
                <a:moveTo>
                  <a:pt x="5707" y="0"/>
                </a:moveTo>
                <a:cubicBezTo>
                  <a:pt x="6268" y="886"/>
                  <a:pt x="6474" y="1995"/>
                  <a:pt x="6180" y="3087"/>
                </a:cubicBezTo>
                <a:cubicBezTo>
                  <a:pt x="5927" y="4026"/>
                  <a:pt x="5353" y="4793"/>
                  <a:pt x="4605" y="5297"/>
                </a:cubicBezTo>
                <a:lnTo>
                  <a:pt x="245" y="5297"/>
                </a:lnTo>
                <a:cubicBezTo>
                  <a:pt x="159" y="5240"/>
                  <a:pt x="81" y="5182"/>
                  <a:pt x="0" y="5116"/>
                </a:cubicBezTo>
                <a:cubicBezTo>
                  <a:pt x="282" y="4991"/>
                  <a:pt x="515" y="4771"/>
                  <a:pt x="663" y="4485"/>
                </a:cubicBezTo>
                <a:cubicBezTo>
                  <a:pt x="1082" y="3675"/>
                  <a:pt x="3363" y="4195"/>
                  <a:pt x="3233" y="2984"/>
                </a:cubicBezTo>
                <a:cubicBezTo>
                  <a:pt x="3105" y="1773"/>
                  <a:pt x="3387" y="2009"/>
                  <a:pt x="4806" y="1203"/>
                </a:cubicBezTo>
                <a:cubicBezTo>
                  <a:pt x="5462" y="833"/>
                  <a:pt x="5672" y="376"/>
                  <a:pt x="5707" y="0"/>
                </a:cubicBezTo>
                <a:close/>
              </a:path>
            </a:pathLst>
          </a:cu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1"/>
          <p:cNvSpPr/>
          <p:nvPr/>
        </p:nvSpPr>
        <p:spPr>
          <a:xfrm>
            <a:off x="7186540" y="2956446"/>
            <a:ext cx="912773" cy="1002258"/>
          </a:xfrm>
          <a:custGeom>
            <a:rect b="b" l="l" r="r" t="t"/>
            <a:pathLst>
              <a:path extrusionOk="0" h="6709" w="6110">
                <a:moveTo>
                  <a:pt x="2826" y="1656"/>
                </a:moveTo>
                <a:cubicBezTo>
                  <a:pt x="3019" y="1656"/>
                  <a:pt x="3175" y="1812"/>
                  <a:pt x="3175" y="2006"/>
                </a:cubicBezTo>
                <a:cubicBezTo>
                  <a:pt x="3175" y="2199"/>
                  <a:pt x="3019" y="2355"/>
                  <a:pt x="2826" y="2355"/>
                </a:cubicBezTo>
                <a:cubicBezTo>
                  <a:pt x="2632" y="2355"/>
                  <a:pt x="2476" y="2199"/>
                  <a:pt x="2476" y="2006"/>
                </a:cubicBezTo>
                <a:cubicBezTo>
                  <a:pt x="2476" y="1810"/>
                  <a:pt x="2632" y="1656"/>
                  <a:pt x="2826" y="1656"/>
                </a:cubicBezTo>
                <a:close/>
                <a:moveTo>
                  <a:pt x="1542" y="81"/>
                </a:moveTo>
                <a:cubicBezTo>
                  <a:pt x="1584" y="71"/>
                  <a:pt x="1625" y="60"/>
                  <a:pt x="1664" y="52"/>
                </a:cubicBezTo>
                <a:cubicBezTo>
                  <a:pt x="1703" y="147"/>
                  <a:pt x="1758" y="233"/>
                  <a:pt x="1828" y="305"/>
                </a:cubicBezTo>
                <a:cubicBezTo>
                  <a:pt x="1962" y="439"/>
                  <a:pt x="2149" y="521"/>
                  <a:pt x="2353" y="521"/>
                </a:cubicBezTo>
                <a:cubicBezTo>
                  <a:pt x="2558" y="521"/>
                  <a:pt x="2743" y="439"/>
                  <a:pt x="2877" y="305"/>
                </a:cubicBezTo>
                <a:cubicBezTo>
                  <a:pt x="2959" y="219"/>
                  <a:pt x="3023" y="116"/>
                  <a:pt x="3058" y="1"/>
                </a:cubicBezTo>
                <a:cubicBezTo>
                  <a:pt x="3099" y="7"/>
                  <a:pt x="3140" y="13"/>
                  <a:pt x="3181" y="21"/>
                </a:cubicBezTo>
                <a:cubicBezTo>
                  <a:pt x="3140" y="163"/>
                  <a:pt x="3064" y="291"/>
                  <a:pt x="2961" y="391"/>
                </a:cubicBezTo>
                <a:cubicBezTo>
                  <a:pt x="2805" y="548"/>
                  <a:pt x="2589" y="646"/>
                  <a:pt x="2349" y="646"/>
                </a:cubicBezTo>
                <a:cubicBezTo>
                  <a:pt x="2110" y="646"/>
                  <a:pt x="1894" y="548"/>
                  <a:pt x="1738" y="391"/>
                </a:cubicBezTo>
                <a:cubicBezTo>
                  <a:pt x="1656" y="305"/>
                  <a:pt x="1590" y="198"/>
                  <a:pt x="1542" y="81"/>
                </a:cubicBezTo>
                <a:close/>
                <a:moveTo>
                  <a:pt x="6110" y="5304"/>
                </a:moveTo>
                <a:cubicBezTo>
                  <a:pt x="6095" y="5343"/>
                  <a:pt x="6077" y="5384"/>
                  <a:pt x="6062" y="5421"/>
                </a:cubicBezTo>
                <a:cubicBezTo>
                  <a:pt x="5941" y="5333"/>
                  <a:pt x="5789" y="5277"/>
                  <a:pt x="5626" y="5277"/>
                </a:cubicBezTo>
                <a:cubicBezTo>
                  <a:pt x="5427" y="5277"/>
                  <a:pt x="5244" y="5360"/>
                  <a:pt x="5112" y="5491"/>
                </a:cubicBezTo>
                <a:cubicBezTo>
                  <a:pt x="4983" y="5623"/>
                  <a:pt x="4900" y="5806"/>
                  <a:pt x="4900" y="6005"/>
                </a:cubicBezTo>
                <a:cubicBezTo>
                  <a:pt x="4900" y="6207"/>
                  <a:pt x="4983" y="6388"/>
                  <a:pt x="5112" y="6519"/>
                </a:cubicBezTo>
                <a:cubicBezTo>
                  <a:pt x="5151" y="6558"/>
                  <a:pt x="5190" y="6589"/>
                  <a:pt x="5234" y="6618"/>
                </a:cubicBezTo>
                <a:cubicBezTo>
                  <a:pt x="5203" y="6645"/>
                  <a:pt x="5172" y="6676"/>
                  <a:pt x="5141" y="6704"/>
                </a:cubicBezTo>
                <a:cubicBezTo>
                  <a:pt x="5100" y="6676"/>
                  <a:pt x="5059" y="6643"/>
                  <a:pt x="5026" y="6608"/>
                </a:cubicBezTo>
                <a:cubicBezTo>
                  <a:pt x="4872" y="6454"/>
                  <a:pt x="4773" y="6240"/>
                  <a:pt x="4773" y="6003"/>
                </a:cubicBezTo>
                <a:cubicBezTo>
                  <a:pt x="4773" y="5767"/>
                  <a:pt x="4870" y="5553"/>
                  <a:pt x="5024" y="5399"/>
                </a:cubicBezTo>
                <a:cubicBezTo>
                  <a:pt x="5178" y="5244"/>
                  <a:pt x="5390" y="5150"/>
                  <a:pt x="5626" y="5150"/>
                </a:cubicBezTo>
                <a:cubicBezTo>
                  <a:pt x="5807" y="5152"/>
                  <a:pt x="5974" y="5209"/>
                  <a:pt x="6110" y="5304"/>
                </a:cubicBezTo>
                <a:close/>
                <a:moveTo>
                  <a:pt x="4664" y="2279"/>
                </a:moveTo>
                <a:cubicBezTo>
                  <a:pt x="4902" y="2279"/>
                  <a:pt x="5118" y="2376"/>
                  <a:pt x="5275" y="2532"/>
                </a:cubicBezTo>
                <a:cubicBezTo>
                  <a:pt x="5431" y="2690"/>
                  <a:pt x="5530" y="2906"/>
                  <a:pt x="5530" y="3145"/>
                </a:cubicBezTo>
                <a:cubicBezTo>
                  <a:pt x="5530" y="3383"/>
                  <a:pt x="5431" y="3599"/>
                  <a:pt x="5275" y="3756"/>
                </a:cubicBezTo>
                <a:cubicBezTo>
                  <a:pt x="5118" y="3914"/>
                  <a:pt x="4902" y="4011"/>
                  <a:pt x="4664" y="4011"/>
                </a:cubicBezTo>
                <a:cubicBezTo>
                  <a:pt x="4423" y="4011"/>
                  <a:pt x="4207" y="3914"/>
                  <a:pt x="4051" y="3756"/>
                </a:cubicBezTo>
                <a:cubicBezTo>
                  <a:pt x="3895" y="3599"/>
                  <a:pt x="3796" y="3383"/>
                  <a:pt x="3796" y="3145"/>
                </a:cubicBezTo>
                <a:cubicBezTo>
                  <a:pt x="3796" y="2906"/>
                  <a:pt x="3895" y="2690"/>
                  <a:pt x="4051" y="2532"/>
                </a:cubicBezTo>
                <a:cubicBezTo>
                  <a:pt x="4207" y="2376"/>
                  <a:pt x="4423" y="2279"/>
                  <a:pt x="4664" y="2279"/>
                </a:cubicBezTo>
                <a:close/>
                <a:moveTo>
                  <a:pt x="5188" y="2620"/>
                </a:moveTo>
                <a:cubicBezTo>
                  <a:pt x="5055" y="2487"/>
                  <a:pt x="4865" y="2405"/>
                  <a:pt x="4664" y="2405"/>
                </a:cubicBezTo>
                <a:cubicBezTo>
                  <a:pt x="4458" y="2405"/>
                  <a:pt x="4273" y="2487"/>
                  <a:pt x="4140" y="2620"/>
                </a:cubicBezTo>
                <a:cubicBezTo>
                  <a:pt x="4006" y="2754"/>
                  <a:pt x="3924" y="2939"/>
                  <a:pt x="3924" y="3145"/>
                </a:cubicBezTo>
                <a:cubicBezTo>
                  <a:pt x="3924" y="3350"/>
                  <a:pt x="4006" y="3536"/>
                  <a:pt x="4140" y="3669"/>
                </a:cubicBezTo>
                <a:cubicBezTo>
                  <a:pt x="4273" y="3803"/>
                  <a:pt x="4458" y="3885"/>
                  <a:pt x="4664" y="3885"/>
                </a:cubicBezTo>
                <a:cubicBezTo>
                  <a:pt x="4870" y="3885"/>
                  <a:pt x="5055" y="3803"/>
                  <a:pt x="5188" y="3669"/>
                </a:cubicBezTo>
                <a:cubicBezTo>
                  <a:pt x="5322" y="3536"/>
                  <a:pt x="5404" y="3348"/>
                  <a:pt x="5404" y="3145"/>
                </a:cubicBezTo>
                <a:cubicBezTo>
                  <a:pt x="5406" y="2941"/>
                  <a:pt x="5322" y="2756"/>
                  <a:pt x="5188" y="2620"/>
                </a:cubicBezTo>
                <a:close/>
                <a:moveTo>
                  <a:pt x="854" y="2291"/>
                </a:moveTo>
                <a:cubicBezTo>
                  <a:pt x="1090" y="2291"/>
                  <a:pt x="1304" y="2386"/>
                  <a:pt x="1458" y="2540"/>
                </a:cubicBezTo>
                <a:cubicBezTo>
                  <a:pt x="1612" y="2695"/>
                  <a:pt x="1709" y="2908"/>
                  <a:pt x="1709" y="3145"/>
                </a:cubicBezTo>
                <a:cubicBezTo>
                  <a:pt x="1709" y="3381"/>
                  <a:pt x="1614" y="3595"/>
                  <a:pt x="1460" y="3749"/>
                </a:cubicBezTo>
                <a:cubicBezTo>
                  <a:pt x="1306" y="3904"/>
                  <a:pt x="1092" y="3998"/>
                  <a:pt x="856" y="3998"/>
                </a:cubicBezTo>
                <a:cubicBezTo>
                  <a:pt x="619" y="3998"/>
                  <a:pt x="407" y="3904"/>
                  <a:pt x="253" y="3749"/>
                </a:cubicBezTo>
                <a:cubicBezTo>
                  <a:pt x="99" y="3595"/>
                  <a:pt x="0" y="3381"/>
                  <a:pt x="0" y="3145"/>
                </a:cubicBezTo>
                <a:cubicBezTo>
                  <a:pt x="0" y="2908"/>
                  <a:pt x="95" y="2695"/>
                  <a:pt x="249" y="2540"/>
                </a:cubicBezTo>
                <a:cubicBezTo>
                  <a:pt x="403" y="2388"/>
                  <a:pt x="619" y="2291"/>
                  <a:pt x="854" y="2291"/>
                </a:cubicBezTo>
                <a:close/>
                <a:moveTo>
                  <a:pt x="1370" y="2631"/>
                </a:moveTo>
                <a:cubicBezTo>
                  <a:pt x="1240" y="2499"/>
                  <a:pt x="1057" y="2417"/>
                  <a:pt x="856" y="2417"/>
                </a:cubicBezTo>
                <a:cubicBezTo>
                  <a:pt x="656" y="2417"/>
                  <a:pt x="473" y="2499"/>
                  <a:pt x="342" y="2631"/>
                </a:cubicBezTo>
                <a:cubicBezTo>
                  <a:pt x="212" y="2762"/>
                  <a:pt x="130" y="2943"/>
                  <a:pt x="130" y="3145"/>
                </a:cubicBezTo>
                <a:cubicBezTo>
                  <a:pt x="130" y="3344"/>
                  <a:pt x="212" y="3527"/>
                  <a:pt x="342" y="3659"/>
                </a:cubicBezTo>
                <a:cubicBezTo>
                  <a:pt x="473" y="3791"/>
                  <a:pt x="656" y="3873"/>
                  <a:pt x="860" y="3873"/>
                </a:cubicBezTo>
                <a:cubicBezTo>
                  <a:pt x="1059" y="3873"/>
                  <a:pt x="1242" y="3791"/>
                  <a:pt x="1374" y="3659"/>
                </a:cubicBezTo>
                <a:cubicBezTo>
                  <a:pt x="1503" y="3527"/>
                  <a:pt x="1586" y="3344"/>
                  <a:pt x="1586" y="3145"/>
                </a:cubicBezTo>
                <a:cubicBezTo>
                  <a:pt x="1581" y="2943"/>
                  <a:pt x="1501" y="2762"/>
                  <a:pt x="1370" y="2631"/>
                </a:cubicBezTo>
                <a:close/>
                <a:moveTo>
                  <a:pt x="1540" y="5456"/>
                </a:moveTo>
                <a:cubicBezTo>
                  <a:pt x="1715" y="5456"/>
                  <a:pt x="1871" y="5528"/>
                  <a:pt x="1985" y="5637"/>
                </a:cubicBezTo>
                <a:cubicBezTo>
                  <a:pt x="2098" y="5750"/>
                  <a:pt x="2168" y="5909"/>
                  <a:pt x="2168" y="6083"/>
                </a:cubicBezTo>
                <a:cubicBezTo>
                  <a:pt x="2168" y="6258"/>
                  <a:pt x="2096" y="6414"/>
                  <a:pt x="1985" y="6528"/>
                </a:cubicBezTo>
                <a:cubicBezTo>
                  <a:pt x="1871" y="6641"/>
                  <a:pt x="1715" y="6709"/>
                  <a:pt x="1540" y="6709"/>
                </a:cubicBezTo>
                <a:cubicBezTo>
                  <a:pt x="1368" y="6709"/>
                  <a:pt x="1209" y="6639"/>
                  <a:pt x="1094" y="6528"/>
                </a:cubicBezTo>
                <a:cubicBezTo>
                  <a:pt x="983" y="6414"/>
                  <a:pt x="911" y="6258"/>
                  <a:pt x="911" y="6083"/>
                </a:cubicBezTo>
                <a:cubicBezTo>
                  <a:pt x="911" y="5909"/>
                  <a:pt x="983" y="5750"/>
                  <a:pt x="1092" y="5637"/>
                </a:cubicBezTo>
                <a:cubicBezTo>
                  <a:pt x="1209" y="5524"/>
                  <a:pt x="1366" y="5456"/>
                  <a:pt x="1540" y="5456"/>
                </a:cubicBezTo>
                <a:close/>
                <a:moveTo>
                  <a:pt x="1894" y="5728"/>
                </a:moveTo>
                <a:cubicBezTo>
                  <a:pt x="1806" y="5637"/>
                  <a:pt x="1678" y="5582"/>
                  <a:pt x="1538" y="5582"/>
                </a:cubicBezTo>
                <a:cubicBezTo>
                  <a:pt x="1398" y="5582"/>
                  <a:pt x="1273" y="5637"/>
                  <a:pt x="1181" y="5728"/>
                </a:cubicBezTo>
                <a:cubicBezTo>
                  <a:pt x="1090" y="5818"/>
                  <a:pt x="1035" y="5944"/>
                  <a:pt x="1035" y="6085"/>
                </a:cubicBezTo>
                <a:cubicBezTo>
                  <a:pt x="1035" y="6227"/>
                  <a:pt x="1090" y="6351"/>
                  <a:pt x="1181" y="6443"/>
                </a:cubicBezTo>
                <a:cubicBezTo>
                  <a:pt x="1271" y="6532"/>
                  <a:pt x="1396" y="6589"/>
                  <a:pt x="1538" y="6589"/>
                </a:cubicBezTo>
                <a:cubicBezTo>
                  <a:pt x="1676" y="6589"/>
                  <a:pt x="1802" y="6532"/>
                  <a:pt x="1894" y="6443"/>
                </a:cubicBezTo>
                <a:cubicBezTo>
                  <a:pt x="1987" y="6353"/>
                  <a:pt x="2042" y="6227"/>
                  <a:pt x="2042" y="6085"/>
                </a:cubicBezTo>
                <a:cubicBezTo>
                  <a:pt x="2044" y="5946"/>
                  <a:pt x="1987" y="5820"/>
                  <a:pt x="1894" y="5728"/>
                </a:cubicBezTo>
                <a:close/>
              </a:path>
            </a:pathLst>
          </a:cu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1"/>
          <p:cNvSpPr/>
          <p:nvPr/>
        </p:nvSpPr>
        <p:spPr>
          <a:xfrm>
            <a:off x="7322335" y="3348442"/>
            <a:ext cx="776977" cy="613097"/>
          </a:xfrm>
          <a:custGeom>
            <a:rect b="b" l="l" r="r" t="t"/>
            <a:pathLst>
              <a:path extrusionOk="0" h="4104" w="5201">
                <a:moveTo>
                  <a:pt x="5201" y="2680"/>
                </a:moveTo>
                <a:lnTo>
                  <a:pt x="5201" y="2680"/>
                </a:lnTo>
                <a:lnTo>
                  <a:pt x="5199" y="2682"/>
                </a:lnTo>
                <a:lnTo>
                  <a:pt x="5188" y="2705"/>
                </a:lnTo>
                <a:lnTo>
                  <a:pt x="5186" y="2709"/>
                </a:lnTo>
                <a:lnTo>
                  <a:pt x="5182" y="2711"/>
                </a:lnTo>
                <a:lnTo>
                  <a:pt x="5180" y="2713"/>
                </a:lnTo>
                <a:lnTo>
                  <a:pt x="5178" y="2715"/>
                </a:lnTo>
                <a:cubicBezTo>
                  <a:pt x="5170" y="2736"/>
                  <a:pt x="5159" y="2756"/>
                  <a:pt x="5151" y="2775"/>
                </a:cubicBezTo>
                <a:lnTo>
                  <a:pt x="5149" y="2777"/>
                </a:lnTo>
                <a:lnTo>
                  <a:pt x="5147" y="2779"/>
                </a:lnTo>
                <a:lnTo>
                  <a:pt x="5145" y="2783"/>
                </a:lnTo>
                <a:lnTo>
                  <a:pt x="5141" y="2785"/>
                </a:lnTo>
                <a:lnTo>
                  <a:pt x="5137" y="2795"/>
                </a:lnTo>
                <a:lnTo>
                  <a:pt x="5135" y="2797"/>
                </a:lnTo>
                <a:lnTo>
                  <a:pt x="5131" y="2799"/>
                </a:lnTo>
                <a:cubicBezTo>
                  <a:pt x="5011" y="2711"/>
                  <a:pt x="4859" y="2655"/>
                  <a:pt x="4697" y="2655"/>
                </a:cubicBezTo>
                <a:cubicBezTo>
                  <a:pt x="4497" y="2655"/>
                  <a:pt x="4314" y="2738"/>
                  <a:pt x="4183" y="2869"/>
                </a:cubicBezTo>
                <a:cubicBezTo>
                  <a:pt x="4051" y="3001"/>
                  <a:pt x="3969" y="3184"/>
                  <a:pt x="3969" y="3383"/>
                </a:cubicBezTo>
                <a:cubicBezTo>
                  <a:pt x="3969" y="3585"/>
                  <a:pt x="4051" y="3766"/>
                  <a:pt x="4183" y="3897"/>
                </a:cubicBezTo>
                <a:cubicBezTo>
                  <a:pt x="4222" y="3936"/>
                  <a:pt x="4261" y="3967"/>
                  <a:pt x="4304" y="3996"/>
                </a:cubicBezTo>
                <a:lnTo>
                  <a:pt x="4302" y="3998"/>
                </a:lnTo>
                <a:lnTo>
                  <a:pt x="4298" y="4000"/>
                </a:lnTo>
                <a:lnTo>
                  <a:pt x="4296" y="4002"/>
                </a:lnTo>
                <a:lnTo>
                  <a:pt x="4294" y="4006"/>
                </a:lnTo>
                <a:lnTo>
                  <a:pt x="4292" y="4008"/>
                </a:lnTo>
                <a:lnTo>
                  <a:pt x="4288" y="4010"/>
                </a:lnTo>
                <a:lnTo>
                  <a:pt x="4285" y="4013"/>
                </a:lnTo>
                <a:lnTo>
                  <a:pt x="4283" y="4017"/>
                </a:lnTo>
                <a:lnTo>
                  <a:pt x="4281" y="4019"/>
                </a:lnTo>
                <a:lnTo>
                  <a:pt x="4277" y="4021"/>
                </a:lnTo>
                <a:lnTo>
                  <a:pt x="4275" y="4023"/>
                </a:lnTo>
                <a:lnTo>
                  <a:pt x="4273" y="4027"/>
                </a:lnTo>
                <a:lnTo>
                  <a:pt x="4244" y="4054"/>
                </a:lnTo>
                <a:lnTo>
                  <a:pt x="4242" y="4058"/>
                </a:lnTo>
                <a:lnTo>
                  <a:pt x="4240" y="4060"/>
                </a:lnTo>
                <a:lnTo>
                  <a:pt x="4236" y="4062"/>
                </a:lnTo>
                <a:lnTo>
                  <a:pt x="4234" y="4064"/>
                </a:lnTo>
                <a:lnTo>
                  <a:pt x="4232" y="4068"/>
                </a:lnTo>
                <a:lnTo>
                  <a:pt x="4195" y="4101"/>
                </a:lnTo>
                <a:lnTo>
                  <a:pt x="4193" y="4103"/>
                </a:lnTo>
                <a:cubicBezTo>
                  <a:pt x="4152" y="4074"/>
                  <a:pt x="4111" y="4041"/>
                  <a:pt x="4078" y="4006"/>
                </a:cubicBezTo>
                <a:cubicBezTo>
                  <a:pt x="3924" y="3852"/>
                  <a:pt x="3825" y="3638"/>
                  <a:pt x="3825" y="3402"/>
                </a:cubicBezTo>
                <a:cubicBezTo>
                  <a:pt x="3825" y="3165"/>
                  <a:pt x="3922" y="2951"/>
                  <a:pt x="4076" y="2797"/>
                </a:cubicBezTo>
                <a:cubicBezTo>
                  <a:pt x="4230" y="2643"/>
                  <a:pt x="4442" y="2548"/>
                  <a:pt x="4678" y="2548"/>
                </a:cubicBezTo>
                <a:cubicBezTo>
                  <a:pt x="4898" y="2528"/>
                  <a:pt x="5065" y="2585"/>
                  <a:pt x="5201" y="2680"/>
                </a:cubicBezTo>
                <a:close/>
                <a:moveTo>
                  <a:pt x="2" y="3431"/>
                </a:moveTo>
                <a:cubicBezTo>
                  <a:pt x="43" y="3398"/>
                  <a:pt x="88" y="3367"/>
                  <a:pt x="140" y="3340"/>
                </a:cubicBezTo>
                <a:cubicBezTo>
                  <a:pt x="130" y="3379"/>
                  <a:pt x="123" y="3418"/>
                  <a:pt x="123" y="3459"/>
                </a:cubicBezTo>
                <a:cubicBezTo>
                  <a:pt x="123" y="3597"/>
                  <a:pt x="181" y="3723"/>
                  <a:pt x="272" y="3815"/>
                </a:cubicBezTo>
                <a:cubicBezTo>
                  <a:pt x="360" y="3908"/>
                  <a:pt x="487" y="3963"/>
                  <a:pt x="627" y="3963"/>
                </a:cubicBezTo>
                <a:cubicBezTo>
                  <a:pt x="767" y="3963"/>
                  <a:pt x="893" y="3906"/>
                  <a:pt x="985" y="3815"/>
                </a:cubicBezTo>
                <a:cubicBezTo>
                  <a:pt x="1076" y="3727"/>
                  <a:pt x="1131" y="3599"/>
                  <a:pt x="1131" y="3459"/>
                </a:cubicBezTo>
                <a:cubicBezTo>
                  <a:pt x="1131" y="3320"/>
                  <a:pt x="1076" y="3194"/>
                  <a:pt x="985" y="3102"/>
                </a:cubicBezTo>
                <a:lnTo>
                  <a:pt x="975" y="3091"/>
                </a:lnTo>
                <a:lnTo>
                  <a:pt x="1119" y="3065"/>
                </a:lnTo>
                <a:cubicBezTo>
                  <a:pt x="1203" y="3174"/>
                  <a:pt x="1259" y="3309"/>
                  <a:pt x="1259" y="3457"/>
                </a:cubicBezTo>
                <a:cubicBezTo>
                  <a:pt x="1259" y="3632"/>
                  <a:pt x="1187" y="3790"/>
                  <a:pt x="1076" y="3904"/>
                </a:cubicBezTo>
                <a:cubicBezTo>
                  <a:pt x="962" y="4017"/>
                  <a:pt x="806" y="4085"/>
                  <a:pt x="631" y="4085"/>
                </a:cubicBezTo>
                <a:cubicBezTo>
                  <a:pt x="459" y="4085"/>
                  <a:pt x="298" y="4013"/>
                  <a:pt x="185" y="3904"/>
                </a:cubicBezTo>
                <a:cubicBezTo>
                  <a:pt x="72" y="3790"/>
                  <a:pt x="0" y="3632"/>
                  <a:pt x="0" y="3457"/>
                </a:cubicBezTo>
                <a:close/>
                <a:moveTo>
                  <a:pt x="2961" y="872"/>
                </a:moveTo>
                <a:cubicBezTo>
                  <a:pt x="2998" y="854"/>
                  <a:pt x="3035" y="838"/>
                  <a:pt x="3072" y="817"/>
                </a:cubicBezTo>
                <a:cubicBezTo>
                  <a:pt x="3111" y="901"/>
                  <a:pt x="3163" y="977"/>
                  <a:pt x="3226" y="1045"/>
                </a:cubicBezTo>
                <a:cubicBezTo>
                  <a:pt x="3360" y="1179"/>
                  <a:pt x="3545" y="1261"/>
                  <a:pt x="3751" y="1261"/>
                </a:cubicBezTo>
                <a:cubicBezTo>
                  <a:pt x="3956" y="1261"/>
                  <a:pt x="4142" y="1179"/>
                  <a:pt x="4275" y="1045"/>
                </a:cubicBezTo>
                <a:cubicBezTo>
                  <a:pt x="4409" y="912"/>
                  <a:pt x="4491" y="724"/>
                  <a:pt x="4491" y="521"/>
                </a:cubicBezTo>
                <a:cubicBezTo>
                  <a:pt x="4491" y="358"/>
                  <a:pt x="4440" y="210"/>
                  <a:pt x="4349" y="87"/>
                </a:cubicBezTo>
                <a:cubicBezTo>
                  <a:pt x="4384" y="58"/>
                  <a:pt x="4415" y="29"/>
                  <a:pt x="4442" y="1"/>
                </a:cubicBezTo>
                <a:cubicBezTo>
                  <a:pt x="4551" y="145"/>
                  <a:pt x="4614" y="326"/>
                  <a:pt x="4614" y="521"/>
                </a:cubicBezTo>
                <a:cubicBezTo>
                  <a:pt x="4614" y="759"/>
                  <a:pt x="4518" y="975"/>
                  <a:pt x="4360" y="1132"/>
                </a:cubicBezTo>
                <a:cubicBezTo>
                  <a:pt x="4203" y="1290"/>
                  <a:pt x="3987" y="1387"/>
                  <a:pt x="3749" y="1387"/>
                </a:cubicBezTo>
                <a:cubicBezTo>
                  <a:pt x="3510" y="1387"/>
                  <a:pt x="3294" y="1290"/>
                  <a:pt x="3136" y="1132"/>
                </a:cubicBezTo>
                <a:cubicBezTo>
                  <a:pt x="3068" y="1058"/>
                  <a:pt x="3006" y="973"/>
                  <a:pt x="2961" y="872"/>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1"/>
          <p:cNvSpPr/>
          <p:nvPr/>
        </p:nvSpPr>
        <p:spPr>
          <a:xfrm>
            <a:off x="5689814" y="2443147"/>
            <a:ext cx="866462" cy="866462"/>
          </a:xfrm>
          <a:custGeom>
            <a:rect b="b" l="l" r="r" t="t"/>
            <a:pathLst>
              <a:path extrusionOk="0" h="5800" w="5800">
                <a:moveTo>
                  <a:pt x="2900" y="5799"/>
                </a:moveTo>
                <a:cubicBezTo>
                  <a:pt x="4498" y="5799"/>
                  <a:pt x="5800" y="4496"/>
                  <a:pt x="5800" y="2900"/>
                </a:cubicBezTo>
                <a:cubicBezTo>
                  <a:pt x="5800" y="1300"/>
                  <a:pt x="4496" y="1"/>
                  <a:pt x="2900" y="1"/>
                </a:cubicBezTo>
                <a:cubicBezTo>
                  <a:pt x="1300" y="1"/>
                  <a:pt x="1" y="1304"/>
                  <a:pt x="1" y="2900"/>
                </a:cubicBezTo>
                <a:cubicBezTo>
                  <a:pt x="1" y="4496"/>
                  <a:pt x="1302" y="5799"/>
                  <a:pt x="2900" y="579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1"/>
          <p:cNvSpPr/>
          <p:nvPr/>
        </p:nvSpPr>
        <p:spPr>
          <a:xfrm>
            <a:off x="5792146" y="2488262"/>
            <a:ext cx="460271" cy="499411"/>
          </a:xfrm>
          <a:custGeom>
            <a:rect b="b" l="l" r="r" t="t"/>
            <a:pathLst>
              <a:path extrusionOk="0" h="3343" w="3081">
                <a:moveTo>
                  <a:pt x="2608" y="1"/>
                </a:moveTo>
                <a:cubicBezTo>
                  <a:pt x="2739" y="1"/>
                  <a:pt x="2855" y="52"/>
                  <a:pt x="2941" y="141"/>
                </a:cubicBezTo>
                <a:cubicBezTo>
                  <a:pt x="3027" y="225"/>
                  <a:pt x="3081" y="344"/>
                  <a:pt x="3081" y="474"/>
                </a:cubicBezTo>
                <a:cubicBezTo>
                  <a:pt x="3081" y="605"/>
                  <a:pt x="3029" y="721"/>
                  <a:pt x="2941" y="809"/>
                </a:cubicBezTo>
                <a:cubicBezTo>
                  <a:pt x="2855" y="895"/>
                  <a:pt x="2739" y="947"/>
                  <a:pt x="2608" y="947"/>
                </a:cubicBezTo>
                <a:cubicBezTo>
                  <a:pt x="2476" y="947"/>
                  <a:pt x="2361" y="895"/>
                  <a:pt x="2273" y="809"/>
                </a:cubicBezTo>
                <a:cubicBezTo>
                  <a:pt x="2188" y="725"/>
                  <a:pt x="2135" y="605"/>
                  <a:pt x="2135" y="474"/>
                </a:cubicBezTo>
                <a:cubicBezTo>
                  <a:pt x="2135" y="344"/>
                  <a:pt x="2186" y="227"/>
                  <a:pt x="2273" y="141"/>
                </a:cubicBezTo>
                <a:cubicBezTo>
                  <a:pt x="2361" y="56"/>
                  <a:pt x="2478" y="1"/>
                  <a:pt x="2608" y="1"/>
                </a:cubicBezTo>
                <a:close/>
                <a:moveTo>
                  <a:pt x="994" y="2308"/>
                </a:moveTo>
                <a:cubicBezTo>
                  <a:pt x="1138" y="2308"/>
                  <a:pt x="1265" y="2364"/>
                  <a:pt x="1358" y="2458"/>
                </a:cubicBezTo>
                <a:cubicBezTo>
                  <a:pt x="1454" y="2555"/>
                  <a:pt x="1510" y="2682"/>
                  <a:pt x="1510" y="2826"/>
                </a:cubicBezTo>
                <a:cubicBezTo>
                  <a:pt x="1510" y="2970"/>
                  <a:pt x="1454" y="3100"/>
                  <a:pt x="1358" y="3192"/>
                </a:cubicBezTo>
                <a:cubicBezTo>
                  <a:pt x="1265" y="3287"/>
                  <a:pt x="1136" y="3342"/>
                  <a:pt x="992" y="3342"/>
                </a:cubicBezTo>
                <a:cubicBezTo>
                  <a:pt x="846" y="3342"/>
                  <a:pt x="718" y="3287"/>
                  <a:pt x="626" y="3192"/>
                </a:cubicBezTo>
                <a:cubicBezTo>
                  <a:pt x="533" y="3096"/>
                  <a:pt x="473" y="2968"/>
                  <a:pt x="473" y="2824"/>
                </a:cubicBezTo>
                <a:cubicBezTo>
                  <a:pt x="473" y="2680"/>
                  <a:pt x="531" y="2551"/>
                  <a:pt x="626" y="2458"/>
                </a:cubicBezTo>
                <a:cubicBezTo>
                  <a:pt x="720" y="2366"/>
                  <a:pt x="852" y="2308"/>
                  <a:pt x="994" y="2308"/>
                </a:cubicBezTo>
                <a:close/>
                <a:moveTo>
                  <a:pt x="1300" y="2524"/>
                </a:moveTo>
                <a:cubicBezTo>
                  <a:pt x="1222" y="2446"/>
                  <a:pt x="1115" y="2396"/>
                  <a:pt x="996" y="2396"/>
                </a:cubicBezTo>
                <a:cubicBezTo>
                  <a:pt x="876" y="2396"/>
                  <a:pt x="769" y="2446"/>
                  <a:pt x="691" y="2524"/>
                </a:cubicBezTo>
                <a:cubicBezTo>
                  <a:pt x="615" y="2600"/>
                  <a:pt x="566" y="2709"/>
                  <a:pt x="566" y="2826"/>
                </a:cubicBezTo>
                <a:cubicBezTo>
                  <a:pt x="566" y="2946"/>
                  <a:pt x="615" y="3052"/>
                  <a:pt x="691" y="3131"/>
                </a:cubicBezTo>
                <a:cubicBezTo>
                  <a:pt x="769" y="3207"/>
                  <a:pt x="876" y="3256"/>
                  <a:pt x="996" y="3256"/>
                </a:cubicBezTo>
                <a:cubicBezTo>
                  <a:pt x="1115" y="3256"/>
                  <a:pt x="1222" y="3207"/>
                  <a:pt x="1300" y="3131"/>
                </a:cubicBezTo>
                <a:cubicBezTo>
                  <a:pt x="1376" y="3052"/>
                  <a:pt x="1425" y="2946"/>
                  <a:pt x="1425" y="2826"/>
                </a:cubicBezTo>
                <a:cubicBezTo>
                  <a:pt x="1425" y="2709"/>
                  <a:pt x="1376" y="2600"/>
                  <a:pt x="1300" y="2524"/>
                </a:cubicBezTo>
                <a:close/>
                <a:moveTo>
                  <a:pt x="301" y="1451"/>
                </a:moveTo>
                <a:cubicBezTo>
                  <a:pt x="383" y="1451"/>
                  <a:pt x="461" y="1486"/>
                  <a:pt x="515" y="1539"/>
                </a:cubicBezTo>
                <a:cubicBezTo>
                  <a:pt x="570" y="1592"/>
                  <a:pt x="603" y="1671"/>
                  <a:pt x="603" y="1753"/>
                </a:cubicBezTo>
                <a:cubicBezTo>
                  <a:pt x="603" y="1835"/>
                  <a:pt x="568" y="1911"/>
                  <a:pt x="515" y="1965"/>
                </a:cubicBezTo>
                <a:cubicBezTo>
                  <a:pt x="461" y="2020"/>
                  <a:pt x="383" y="2053"/>
                  <a:pt x="301" y="2053"/>
                </a:cubicBezTo>
                <a:cubicBezTo>
                  <a:pt x="220" y="2053"/>
                  <a:pt x="142" y="2020"/>
                  <a:pt x="89" y="1965"/>
                </a:cubicBezTo>
                <a:cubicBezTo>
                  <a:pt x="33" y="1911"/>
                  <a:pt x="0" y="1835"/>
                  <a:pt x="0" y="1753"/>
                </a:cubicBezTo>
                <a:cubicBezTo>
                  <a:pt x="0" y="1671"/>
                  <a:pt x="35" y="1592"/>
                  <a:pt x="89" y="1539"/>
                </a:cubicBezTo>
                <a:cubicBezTo>
                  <a:pt x="144" y="1486"/>
                  <a:pt x="220" y="1451"/>
                  <a:pt x="301" y="1451"/>
                </a:cubicBezTo>
                <a:close/>
                <a:moveTo>
                  <a:pt x="451" y="1601"/>
                </a:moveTo>
                <a:cubicBezTo>
                  <a:pt x="412" y="1562"/>
                  <a:pt x="358" y="1537"/>
                  <a:pt x="301" y="1537"/>
                </a:cubicBezTo>
                <a:cubicBezTo>
                  <a:pt x="243" y="1537"/>
                  <a:pt x="190" y="1560"/>
                  <a:pt x="153" y="1601"/>
                </a:cubicBezTo>
                <a:cubicBezTo>
                  <a:pt x="114" y="1640"/>
                  <a:pt x="89" y="1691"/>
                  <a:pt x="89" y="1749"/>
                </a:cubicBezTo>
                <a:cubicBezTo>
                  <a:pt x="89" y="1808"/>
                  <a:pt x="111" y="1862"/>
                  <a:pt x="153" y="1899"/>
                </a:cubicBezTo>
                <a:cubicBezTo>
                  <a:pt x="192" y="1938"/>
                  <a:pt x="245" y="1961"/>
                  <a:pt x="301" y="1961"/>
                </a:cubicBezTo>
                <a:cubicBezTo>
                  <a:pt x="360" y="1961"/>
                  <a:pt x="414" y="1938"/>
                  <a:pt x="451" y="1899"/>
                </a:cubicBezTo>
                <a:cubicBezTo>
                  <a:pt x="490" y="1860"/>
                  <a:pt x="515" y="1806"/>
                  <a:pt x="515" y="1749"/>
                </a:cubicBezTo>
                <a:cubicBezTo>
                  <a:pt x="515" y="1693"/>
                  <a:pt x="492" y="1642"/>
                  <a:pt x="451" y="1601"/>
                </a:cubicBezTo>
                <a:close/>
                <a:moveTo>
                  <a:pt x="2608" y="89"/>
                </a:moveTo>
                <a:cubicBezTo>
                  <a:pt x="2503" y="89"/>
                  <a:pt x="2404" y="132"/>
                  <a:pt x="2334" y="202"/>
                </a:cubicBezTo>
                <a:cubicBezTo>
                  <a:pt x="2267" y="272"/>
                  <a:pt x="2221" y="369"/>
                  <a:pt x="2221" y="474"/>
                </a:cubicBezTo>
                <a:cubicBezTo>
                  <a:pt x="2221" y="581"/>
                  <a:pt x="2267" y="677"/>
                  <a:pt x="2334" y="747"/>
                </a:cubicBezTo>
                <a:cubicBezTo>
                  <a:pt x="2404" y="815"/>
                  <a:pt x="2503" y="860"/>
                  <a:pt x="2608" y="860"/>
                </a:cubicBezTo>
                <a:cubicBezTo>
                  <a:pt x="2713" y="860"/>
                  <a:pt x="2811" y="817"/>
                  <a:pt x="2879" y="747"/>
                </a:cubicBezTo>
                <a:cubicBezTo>
                  <a:pt x="2949" y="677"/>
                  <a:pt x="2992" y="581"/>
                  <a:pt x="2992" y="474"/>
                </a:cubicBezTo>
                <a:cubicBezTo>
                  <a:pt x="2992" y="262"/>
                  <a:pt x="2820" y="89"/>
                  <a:pt x="2608" y="89"/>
                </a:cubicBezTo>
                <a:close/>
              </a:path>
            </a:pathLst>
          </a:cu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1"/>
          <p:cNvSpPr/>
          <p:nvPr/>
        </p:nvSpPr>
        <p:spPr>
          <a:xfrm>
            <a:off x="5776161" y="2566691"/>
            <a:ext cx="780115" cy="743215"/>
          </a:xfrm>
          <a:custGeom>
            <a:rect b="b" l="l" r="r" t="t"/>
            <a:pathLst>
              <a:path extrusionOk="0" h="4975" w="5222">
                <a:moveTo>
                  <a:pt x="4350" y="0"/>
                </a:moveTo>
                <a:cubicBezTo>
                  <a:pt x="4742" y="385"/>
                  <a:pt x="5026" y="878"/>
                  <a:pt x="5152" y="1433"/>
                </a:cubicBezTo>
                <a:cubicBezTo>
                  <a:pt x="5010" y="1448"/>
                  <a:pt x="4880" y="1512"/>
                  <a:pt x="4786" y="1610"/>
                </a:cubicBezTo>
                <a:cubicBezTo>
                  <a:pt x="4675" y="1721"/>
                  <a:pt x="4607" y="1876"/>
                  <a:pt x="4607" y="2046"/>
                </a:cubicBezTo>
                <a:cubicBezTo>
                  <a:pt x="4607" y="2217"/>
                  <a:pt x="4675" y="2371"/>
                  <a:pt x="4786" y="2484"/>
                </a:cubicBezTo>
                <a:cubicBezTo>
                  <a:pt x="4886" y="2585"/>
                  <a:pt x="5018" y="2649"/>
                  <a:pt x="5164" y="2661"/>
                </a:cubicBezTo>
                <a:cubicBezTo>
                  <a:pt x="4917" y="3870"/>
                  <a:pt x="3918" y="4806"/>
                  <a:pt x="2674" y="4954"/>
                </a:cubicBezTo>
                <a:cubicBezTo>
                  <a:pt x="2676" y="4933"/>
                  <a:pt x="2676" y="4913"/>
                  <a:pt x="2676" y="4894"/>
                </a:cubicBezTo>
                <a:cubicBezTo>
                  <a:pt x="2676" y="4705"/>
                  <a:pt x="2600" y="4534"/>
                  <a:pt x="2476" y="4411"/>
                </a:cubicBezTo>
                <a:cubicBezTo>
                  <a:pt x="2353" y="4288"/>
                  <a:pt x="2180" y="4212"/>
                  <a:pt x="1993" y="4212"/>
                </a:cubicBezTo>
                <a:cubicBezTo>
                  <a:pt x="1802" y="4212"/>
                  <a:pt x="1633" y="4288"/>
                  <a:pt x="1510" y="4411"/>
                </a:cubicBezTo>
                <a:cubicBezTo>
                  <a:pt x="1407" y="4514"/>
                  <a:pt x="1337" y="4648"/>
                  <a:pt x="1317" y="4798"/>
                </a:cubicBezTo>
                <a:cubicBezTo>
                  <a:pt x="790" y="4602"/>
                  <a:pt x="334" y="4257"/>
                  <a:pt x="0" y="3815"/>
                </a:cubicBezTo>
                <a:cubicBezTo>
                  <a:pt x="1238" y="3872"/>
                  <a:pt x="1701" y="3615"/>
                  <a:pt x="2090" y="2667"/>
                </a:cubicBezTo>
                <a:cubicBezTo>
                  <a:pt x="2503" y="1660"/>
                  <a:pt x="3457" y="2795"/>
                  <a:pt x="3737" y="1218"/>
                </a:cubicBezTo>
                <a:cubicBezTo>
                  <a:pt x="3871" y="467"/>
                  <a:pt x="4121" y="138"/>
                  <a:pt x="4350" y="0"/>
                </a:cubicBezTo>
                <a:close/>
                <a:moveTo>
                  <a:pt x="5166" y="1518"/>
                </a:moveTo>
                <a:cubicBezTo>
                  <a:pt x="5043" y="1530"/>
                  <a:pt x="4930" y="1588"/>
                  <a:pt x="4845" y="1670"/>
                </a:cubicBezTo>
                <a:cubicBezTo>
                  <a:pt x="4751" y="1765"/>
                  <a:pt x="4691" y="1898"/>
                  <a:pt x="4691" y="2042"/>
                </a:cubicBezTo>
                <a:cubicBezTo>
                  <a:pt x="4691" y="2188"/>
                  <a:pt x="4751" y="2320"/>
                  <a:pt x="4845" y="2414"/>
                </a:cubicBezTo>
                <a:cubicBezTo>
                  <a:pt x="4932" y="2503"/>
                  <a:pt x="5049" y="2558"/>
                  <a:pt x="5176" y="2567"/>
                </a:cubicBezTo>
                <a:cubicBezTo>
                  <a:pt x="5205" y="2404"/>
                  <a:pt x="5219" y="2238"/>
                  <a:pt x="5219" y="2067"/>
                </a:cubicBezTo>
                <a:cubicBezTo>
                  <a:pt x="5222" y="1882"/>
                  <a:pt x="5203" y="1697"/>
                  <a:pt x="5166" y="1518"/>
                </a:cubicBezTo>
                <a:close/>
                <a:moveTo>
                  <a:pt x="2581" y="4962"/>
                </a:moveTo>
                <a:cubicBezTo>
                  <a:pt x="2583" y="4940"/>
                  <a:pt x="2585" y="4915"/>
                  <a:pt x="2585" y="4892"/>
                </a:cubicBezTo>
                <a:cubicBezTo>
                  <a:pt x="2585" y="4728"/>
                  <a:pt x="2520" y="4580"/>
                  <a:pt x="2411" y="4471"/>
                </a:cubicBezTo>
                <a:cubicBezTo>
                  <a:pt x="2304" y="4364"/>
                  <a:pt x="2153" y="4296"/>
                  <a:pt x="1989" y="4296"/>
                </a:cubicBezTo>
                <a:cubicBezTo>
                  <a:pt x="1824" y="4296"/>
                  <a:pt x="1676" y="4364"/>
                  <a:pt x="1567" y="4471"/>
                </a:cubicBezTo>
                <a:cubicBezTo>
                  <a:pt x="1475" y="4563"/>
                  <a:pt x="1413" y="4687"/>
                  <a:pt x="1399" y="4826"/>
                </a:cubicBezTo>
                <a:cubicBezTo>
                  <a:pt x="1689" y="4923"/>
                  <a:pt x="1997" y="4975"/>
                  <a:pt x="2320" y="4975"/>
                </a:cubicBezTo>
                <a:cubicBezTo>
                  <a:pt x="2408" y="4972"/>
                  <a:pt x="2497" y="4970"/>
                  <a:pt x="2581" y="4962"/>
                </a:cubicBezTo>
                <a:close/>
              </a:path>
            </a:pathLst>
          </a:cu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1"/>
          <p:cNvSpPr/>
          <p:nvPr/>
        </p:nvSpPr>
        <p:spPr>
          <a:xfrm>
            <a:off x="6226867" y="2925075"/>
            <a:ext cx="83061" cy="83210"/>
          </a:xfrm>
          <a:custGeom>
            <a:rect b="b" l="l" r="r" t="t"/>
            <a:pathLst>
              <a:path extrusionOk="0" h="557" w="556">
                <a:moveTo>
                  <a:pt x="278" y="556"/>
                </a:moveTo>
                <a:cubicBezTo>
                  <a:pt x="430" y="556"/>
                  <a:pt x="555" y="433"/>
                  <a:pt x="555" y="279"/>
                </a:cubicBezTo>
                <a:cubicBezTo>
                  <a:pt x="555" y="126"/>
                  <a:pt x="432" y="1"/>
                  <a:pt x="278" y="1"/>
                </a:cubicBezTo>
                <a:cubicBezTo>
                  <a:pt x="128" y="1"/>
                  <a:pt x="0" y="124"/>
                  <a:pt x="0" y="279"/>
                </a:cubicBezTo>
                <a:cubicBezTo>
                  <a:pt x="0" y="429"/>
                  <a:pt x="128" y="556"/>
                  <a:pt x="278" y="55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1"/>
          <p:cNvSpPr txBox="1"/>
          <p:nvPr>
            <p:ph idx="1" type="subTitle"/>
          </p:nvPr>
        </p:nvSpPr>
        <p:spPr>
          <a:xfrm rot="-398">
            <a:off x="956175" y="3346760"/>
            <a:ext cx="5185500" cy="826800"/>
          </a:xfrm>
          <a:prstGeom prst="rect">
            <a:avLst/>
          </a:prstGeom>
          <a:noFill/>
        </p:spPr>
        <p:txBody>
          <a:bodyPr anchorCtr="0" anchor="t" bIns="91425" lIns="91425" spcFirstLastPara="1" rIns="91425" wrap="square" tIns="91425">
            <a:noAutofit/>
          </a:bodyPr>
          <a:lstStyle/>
          <a:p>
            <a:pPr indent="0" lvl="0" marL="0" rtl="0" algn="l">
              <a:spcBef>
                <a:spcPts val="0"/>
              </a:spcBef>
              <a:spcAft>
                <a:spcPts val="0"/>
              </a:spcAft>
              <a:buNone/>
            </a:pPr>
            <a:r>
              <a:rPr b="1" lang="en" sz="1500"/>
              <a:t>Integrating ESA's NanoSat MO Framework with </a:t>
            </a:r>
            <a:r>
              <a:rPr b="1" lang="en" sz="1500">
                <a:solidFill>
                  <a:schemeClr val="dk2"/>
                </a:solidFill>
              </a:rPr>
              <a:t>Kubernetes</a:t>
            </a:r>
            <a:r>
              <a:rPr lang="en"/>
              <a:t> </a:t>
            </a:r>
            <a:endParaRPr/>
          </a:p>
          <a:p>
            <a:pPr indent="0" lvl="0" marL="0" rtl="0" algn="l">
              <a:spcBef>
                <a:spcPts val="0"/>
              </a:spcBef>
              <a:spcAft>
                <a:spcPts val="0"/>
              </a:spcAft>
              <a:buNone/>
            </a:pPr>
            <a:r>
              <a:rPr lang="en"/>
              <a:t>for Seamless Satellite Operations</a:t>
            </a:r>
            <a:endParaRPr/>
          </a:p>
        </p:txBody>
      </p:sp>
      <p:sp>
        <p:nvSpPr>
          <p:cNvPr id="517" name="Google Shape;517;p31"/>
          <p:cNvSpPr txBox="1"/>
          <p:nvPr>
            <p:ph type="ctrTitle"/>
          </p:nvPr>
        </p:nvSpPr>
        <p:spPr>
          <a:xfrm>
            <a:off x="956175" y="1296625"/>
            <a:ext cx="4732500" cy="252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5100"/>
              <a:t>Space-Age </a:t>
            </a:r>
            <a:r>
              <a:rPr lang="en">
                <a:solidFill>
                  <a:schemeClr val="dk2"/>
                </a:solidFill>
              </a:rPr>
              <a:t>DevOps</a:t>
            </a:r>
            <a:endParaRPr>
              <a:solidFill>
                <a:schemeClr val="dk2"/>
              </a:solidFill>
            </a:endParaRPr>
          </a:p>
        </p:txBody>
      </p:sp>
      <p:sp>
        <p:nvSpPr>
          <p:cNvPr id="518" name="Google Shape;518;p31"/>
          <p:cNvSpPr txBox="1"/>
          <p:nvPr>
            <p:ph idx="1" type="subTitle"/>
          </p:nvPr>
        </p:nvSpPr>
        <p:spPr>
          <a:xfrm rot="-565">
            <a:off x="956175" y="3997348"/>
            <a:ext cx="7305600" cy="434700"/>
          </a:xfrm>
          <a:prstGeom prst="rect">
            <a:avLst/>
          </a:prstGeom>
          <a:noFill/>
        </p:spPr>
        <p:txBody>
          <a:bodyPr anchorCtr="0" anchor="t" bIns="91425" lIns="91425" spcFirstLastPara="1" rIns="91425" wrap="square" tIns="91425">
            <a:noAutofit/>
          </a:bodyPr>
          <a:lstStyle/>
          <a:p>
            <a:pPr indent="0" lvl="0" marL="0" rtl="0" algn="r">
              <a:spcBef>
                <a:spcPts val="0"/>
              </a:spcBef>
              <a:spcAft>
                <a:spcPts val="0"/>
              </a:spcAft>
              <a:buNone/>
            </a:pPr>
            <a:r>
              <a:rPr lang="en"/>
              <a:t>Dimitris Fotiou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grpSp>
        <p:nvGrpSpPr>
          <p:cNvPr id="523" name="Google Shape;523;p32"/>
          <p:cNvGrpSpPr/>
          <p:nvPr/>
        </p:nvGrpSpPr>
        <p:grpSpPr>
          <a:xfrm>
            <a:off x="1994675" y="3248650"/>
            <a:ext cx="2392050" cy="586550"/>
            <a:chOff x="5489850" y="1719050"/>
            <a:chExt cx="2392050" cy="586550"/>
          </a:xfrm>
        </p:grpSpPr>
        <p:sp>
          <p:nvSpPr>
            <p:cNvPr id="524" name="Google Shape;524;p32"/>
            <p:cNvSpPr/>
            <p:nvPr/>
          </p:nvSpPr>
          <p:spPr>
            <a:xfrm>
              <a:off x="5577600" y="1775200"/>
              <a:ext cx="2304300" cy="5304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2"/>
            <p:cNvSpPr/>
            <p:nvPr/>
          </p:nvSpPr>
          <p:spPr>
            <a:xfrm>
              <a:off x="5489850" y="1719050"/>
              <a:ext cx="2304300" cy="530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6" name="Google Shape;526;p32"/>
          <p:cNvGrpSpPr/>
          <p:nvPr/>
        </p:nvGrpSpPr>
        <p:grpSpPr>
          <a:xfrm>
            <a:off x="5863375" y="3248650"/>
            <a:ext cx="2392050" cy="586550"/>
            <a:chOff x="5489850" y="1719050"/>
            <a:chExt cx="2392050" cy="586550"/>
          </a:xfrm>
        </p:grpSpPr>
        <p:sp>
          <p:nvSpPr>
            <p:cNvPr id="527" name="Google Shape;527;p32"/>
            <p:cNvSpPr/>
            <p:nvPr/>
          </p:nvSpPr>
          <p:spPr>
            <a:xfrm>
              <a:off x="5577600" y="1775200"/>
              <a:ext cx="2304300" cy="5304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2"/>
            <p:cNvSpPr/>
            <p:nvPr/>
          </p:nvSpPr>
          <p:spPr>
            <a:xfrm>
              <a:off x="5489850" y="1719050"/>
              <a:ext cx="2304300" cy="530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 name="Google Shape;529;p32"/>
          <p:cNvGrpSpPr/>
          <p:nvPr/>
        </p:nvGrpSpPr>
        <p:grpSpPr>
          <a:xfrm>
            <a:off x="5891200" y="1893750"/>
            <a:ext cx="2392050" cy="586550"/>
            <a:chOff x="5489850" y="1719050"/>
            <a:chExt cx="2392050" cy="586550"/>
          </a:xfrm>
        </p:grpSpPr>
        <p:sp>
          <p:nvSpPr>
            <p:cNvPr id="530" name="Google Shape;530;p32"/>
            <p:cNvSpPr/>
            <p:nvPr/>
          </p:nvSpPr>
          <p:spPr>
            <a:xfrm>
              <a:off x="5577600" y="1775200"/>
              <a:ext cx="2304300" cy="5304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2"/>
            <p:cNvSpPr/>
            <p:nvPr/>
          </p:nvSpPr>
          <p:spPr>
            <a:xfrm>
              <a:off x="5489850" y="1719050"/>
              <a:ext cx="2304300" cy="530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2" name="Google Shape;532;p32"/>
          <p:cNvGrpSpPr/>
          <p:nvPr/>
        </p:nvGrpSpPr>
        <p:grpSpPr>
          <a:xfrm>
            <a:off x="1986275" y="1893750"/>
            <a:ext cx="2392050" cy="586550"/>
            <a:chOff x="5489850" y="1719050"/>
            <a:chExt cx="2392050" cy="586550"/>
          </a:xfrm>
        </p:grpSpPr>
        <p:sp>
          <p:nvSpPr>
            <p:cNvPr id="533" name="Google Shape;533;p32"/>
            <p:cNvSpPr/>
            <p:nvPr/>
          </p:nvSpPr>
          <p:spPr>
            <a:xfrm>
              <a:off x="5577600" y="1775200"/>
              <a:ext cx="2304300" cy="5304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2"/>
            <p:cNvSpPr/>
            <p:nvPr/>
          </p:nvSpPr>
          <p:spPr>
            <a:xfrm>
              <a:off x="5489850" y="1719050"/>
              <a:ext cx="2304300" cy="530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5" name="Google Shape;535;p32"/>
          <p:cNvSpPr/>
          <p:nvPr/>
        </p:nvSpPr>
        <p:spPr>
          <a:xfrm>
            <a:off x="4707075" y="3247613"/>
            <a:ext cx="940826" cy="716932"/>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104775">
              <a:schemeClr val="lt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2"/>
          <p:cNvSpPr/>
          <p:nvPr/>
        </p:nvSpPr>
        <p:spPr>
          <a:xfrm>
            <a:off x="4723363" y="1840988"/>
            <a:ext cx="940826" cy="716933"/>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104775">
              <a:schemeClr val="lt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2"/>
          <p:cNvSpPr/>
          <p:nvPr/>
        </p:nvSpPr>
        <p:spPr>
          <a:xfrm>
            <a:off x="808425" y="3247625"/>
            <a:ext cx="940826" cy="716932"/>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104775">
              <a:schemeClr val="lt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2"/>
          <p:cNvSpPr/>
          <p:nvPr/>
        </p:nvSpPr>
        <p:spPr>
          <a:xfrm>
            <a:off x="808438" y="1840988"/>
            <a:ext cx="940826" cy="716933"/>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104775">
              <a:schemeClr val="lt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2"/>
          <p:cNvSpPr txBox="1"/>
          <p:nvPr>
            <p:ph type="title"/>
          </p:nvPr>
        </p:nvSpPr>
        <p:spPr>
          <a:xfrm>
            <a:off x="2240456" y="1985865"/>
            <a:ext cx="1883700" cy="40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The Problem</a:t>
            </a:r>
            <a:endParaRPr/>
          </a:p>
        </p:txBody>
      </p:sp>
      <p:sp>
        <p:nvSpPr>
          <p:cNvPr id="540" name="Google Shape;540;p32"/>
          <p:cNvSpPr txBox="1"/>
          <p:nvPr>
            <p:ph idx="1" type="subTitle"/>
          </p:nvPr>
        </p:nvSpPr>
        <p:spPr>
          <a:xfrm>
            <a:off x="2079550" y="2426200"/>
            <a:ext cx="2229600" cy="52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Problems </a:t>
            </a:r>
            <a:r>
              <a:rPr lang="en" sz="1200"/>
              <a:t>that arose </a:t>
            </a:r>
            <a:r>
              <a:rPr lang="en" sz="1200"/>
              <a:t>in the New Space age with thousands of small sats deployed</a:t>
            </a:r>
            <a:endParaRPr sz="1200"/>
          </a:p>
        </p:txBody>
      </p:sp>
      <p:sp>
        <p:nvSpPr>
          <p:cNvPr id="541" name="Google Shape;541;p32"/>
          <p:cNvSpPr txBox="1"/>
          <p:nvPr>
            <p:ph idx="2" type="title"/>
          </p:nvPr>
        </p:nvSpPr>
        <p:spPr>
          <a:xfrm rot="1296">
            <a:off x="4795982" y="3370397"/>
            <a:ext cx="795600" cy="593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542" name="Google Shape;542;p32"/>
          <p:cNvSpPr txBox="1"/>
          <p:nvPr>
            <p:ph idx="3" type="title"/>
          </p:nvPr>
        </p:nvSpPr>
        <p:spPr>
          <a:xfrm>
            <a:off x="881056" y="3370847"/>
            <a:ext cx="795600" cy="59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543" name="Google Shape;543;p32"/>
          <p:cNvSpPr txBox="1"/>
          <p:nvPr>
            <p:ph idx="4" type="title"/>
          </p:nvPr>
        </p:nvSpPr>
        <p:spPr>
          <a:xfrm>
            <a:off x="2242402" y="3341825"/>
            <a:ext cx="1879800" cy="400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The solution</a:t>
            </a:r>
            <a:endParaRPr/>
          </a:p>
        </p:txBody>
      </p:sp>
      <p:sp>
        <p:nvSpPr>
          <p:cNvPr id="544" name="Google Shape;544;p32"/>
          <p:cNvSpPr txBox="1"/>
          <p:nvPr>
            <p:ph idx="5" type="subTitle"/>
          </p:nvPr>
        </p:nvSpPr>
        <p:spPr>
          <a:xfrm>
            <a:off x="2087410" y="3782550"/>
            <a:ext cx="2229600" cy="530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n" sz="1200"/>
              <a:t>Following the steps of ESA’s NMF and evolving it using Kubernetes</a:t>
            </a:r>
            <a:endParaRPr sz="1200"/>
          </a:p>
        </p:txBody>
      </p:sp>
      <p:sp>
        <p:nvSpPr>
          <p:cNvPr id="545" name="Google Shape;545;p32"/>
          <p:cNvSpPr txBox="1"/>
          <p:nvPr>
            <p:ph idx="6" type="title"/>
          </p:nvPr>
        </p:nvSpPr>
        <p:spPr>
          <a:xfrm>
            <a:off x="5854150" y="3339725"/>
            <a:ext cx="2309400" cy="40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900"/>
              <a:t>Implementation</a:t>
            </a:r>
            <a:endParaRPr sz="1900"/>
          </a:p>
        </p:txBody>
      </p:sp>
      <p:sp>
        <p:nvSpPr>
          <p:cNvPr id="546" name="Google Shape;546;p32"/>
          <p:cNvSpPr txBox="1"/>
          <p:nvPr>
            <p:ph idx="7" type="subTitle"/>
          </p:nvPr>
        </p:nvSpPr>
        <p:spPr>
          <a:xfrm>
            <a:off x="5932350" y="3782554"/>
            <a:ext cx="2237400" cy="530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n" sz="1200"/>
              <a:t>In-depth presentation of architecture and how we brought DevOps into space</a:t>
            </a:r>
            <a:endParaRPr sz="1200"/>
          </a:p>
        </p:txBody>
      </p:sp>
      <p:sp>
        <p:nvSpPr>
          <p:cNvPr id="547" name="Google Shape;547;p32"/>
          <p:cNvSpPr txBox="1"/>
          <p:nvPr>
            <p:ph idx="8" type="title"/>
          </p:nvPr>
        </p:nvSpPr>
        <p:spPr>
          <a:xfrm>
            <a:off x="6109156" y="1985865"/>
            <a:ext cx="1883700" cy="40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Demo!</a:t>
            </a:r>
            <a:endParaRPr/>
          </a:p>
        </p:txBody>
      </p:sp>
      <p:sp>
        <p:nvSpPr>
          <p:cNvPr id="548" name="Google Shape;548;p32"/>
          <p:cNvSpPr txBox="1"/>
          <p:nvPr>
            <p:ph idx="13" type="title"/>
          </p:nvPr>
        </p:nvSpPr>
        <p:spPr>
          <a:xfrm rot="1296">
            <a:off x="4795981" y="1964342"/>
            <a:ext cx="795600" cy="593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549" name="Google Shape;549;p32"/>
          <p:cNvSpPr txBox="1"/>
          <p:nvPr>
            <p:ph idx="14" type="title"/>
          </p:nvPr>
        </p:nvSpPr>
        <p:spPr>
          <a:xfrm rot="1302">
            <a:off x="882700" y="1964200"/>
            <a:ext cx="792300" cy="59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550" name="Google Shape;550;p32"/>
          <p:cNvSpPr txBox="1"/>
          <p:nvPr>
            <p:ph idx="15" type="title"/>
          </p:nvPr>
        </p:nvSpPr>
        <p:spPr>
          <a:xfrm>
            <a:off x="720000" y="935913"/>
            <a:ext cx="7704000" cy="564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of </a:t>
            </a:r>
            <a:r>
              <a:rPr lang="en">
                <a:solidFill>
                  <a:schemeClr val="lt1"/>
                </a:solidFill>
              </a:rPr>
              <a:t>contents</a:t>
            </a:r>
            <a:endParaRPr>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33"/>
          <p:cNvSpPr/>
          <p:nvPr/>
        </p:nvSpPr>
        <p:spPr>
          <a:xfrm>
            <a:off x="962151" y="2246625"/>
            <a:ext cx="649748" cy="1675402"/>
          </a:xfrm>
          <a:custGeom>
            <a:rect b="b" l="l" r="r" t="t"/>
            <a:pathLst>
              <a:path extrusionOk="0" h="7807" w="3028">
                <a:moveTo>
                  <a:pt x="1243" y="7807"/>
                </a:moveTo>
                <a:lnTo>
                  <a:pt x="1243" y="1041"/>
                </a:lnTo>
                <a:lnTo>
                  <a:pt x="385" y="1897"/>
                </a:lnTo>
                <a:lnTo>
                  <a:pt x="1" y="1512"/>
                </a:lnTo>
                <a:lnTo>
                  <a:pt x="1514" y="1"/>
                </a:lnTo>
                <a:lnTo>
                  <a:pt x="3028" y="1512"/>
                </a:lnTo>
                <a:lnTo>
                  <a:pt x="2643" y="1897"/>
                </a:lnTo>
                <a:lnTo>
                  <a:pt x="1788" y="1041"/>
                </a:lnTo>
                <a:lnTo>
                  <a:pt x="1788" y="780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6" name="Google Shape;556;p33"/>
          <p:cNvGrpSpPr/>
          <p:nvPr/>
        </p:nvGrpSpPr>
        <p:grpSpPr>
          <a:xfrm>
            <a:off x="4882194" y="2169725"/>
            <a:ext cx="3123078" cy="1105100"/>
            <a:chOff x="1378750" y="2164200"/>
            <a:chExt cx="5607968" cy="1105100"/>
          </a:xfrm>
        </p:grpSpPr>
        <p:sp>
          <p:nvSpPr>
            <p:cNvPr id="557" name="Google Shape;557;p33"/>
            <p:cNvSpPr/>
            <p:nvPr/>
          </p:nvSpPr>
          <p:spPr>
            <a:xfrm>
              <a:off x="1443018" y="2249900"/>
              <a:ext cx="5543700" cy="1019400"/>
            </a:xfrm>
            <a:prstGeom prst="roundRect">
              <a:avLst>
                <a:gd fmla="val 16667" name="adj"/>
              </a:avLst>
            </a:prstGeom>
            <a:solidFill>
              <a:schemeClr val="lt1"/>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3"/>
            <p:cNvSpPr/>
            <p:nvPr/>
          </p:nvSpPr>
          <p:spPr>
            <a:xfrm>
              <a:off x="1378750" y="2164200"/>
              <a:ext cx="5543700" cy="1019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9" name="Google Shape;559;p33"/>
          <p:cNvSpPr/>
          <p:nvPr/>
        </p:nvSpPr>
        <p:spPr>
          <a:xfrm>
            <a:off x="2516952" y="1894226"/>
            <a:ext cx="2017702" cy="1537483"/>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3180000" dist="104775">
              <a:schemeClr val="lt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33"/>
          <p:cNvSpPr txBox="1"/>
          <p:nvPr>
            <p:ph idx="2" type="title"/>
          </p:nvPr>
        </p:nvSpPr>
        <p:spPr>
          <a:xfrm>
            <a:off x="2750750" y="2312875"/>
            <a:ext cx="1550100" cy="90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561" name="Google Shape;561;p33"/>
          <p:cNvSpPr txBox="1"/>
          <p:nvPr>
            <p:ph type="title"/>
          </p:nvPr>
        </p:nvSpPr>
        <p:spPr>
          <a:xfrm>
            <a:off x="4985138" y="2249600"/>
            <a:ext cx="29172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300"/>
              <a:t>The Problem</a:t>
            </a:r>
            <a:endParaRPr sz="3300"/>
          </a:p>
        </p:txBody>
      </p:sp>
      <p:sp>
        <p:nvSpPr>
          <p:cNvPr id="562" name="Google Shape;562;p33"/>
          <p:cNvSpPr txBox="1"/>
          <p:nvPr>
            <p:ph idx="1" type="subTitle"/>
          </p:nvPr>
        </p:nvSpPr>
        <p:spPr>
          <a:xfrm rot="330">
            <a:off x="4882175" y="3360625"/>
            <a:ext cx="3123000" cy="6306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300"/>
              <a:t>Problems that arose in the New Space age with thousands of small sats deployed</a:t>
            </a:r>
            <a:endParaRPr sz="1300"/>
          </a:p>
        </p:txBody>
      </p:sp>
      <p:grpSp>
        <p:nvGrpSpPr>
          <p:cNvPr id="563" name="Google Shape;563;p33"/>
          <p:cNvGrpSpPr/>
          <p:nvPr/>
        </p:nvGrpSpPr>
        <p:grpSpPr>
          <a:xfrm rot="2700000">
            <a:off x="113546" y="2934666"/>
            <a:ext cx="1724943" cy="1686284"/>
            <a:chOff x="7499398" y="624507"/>
            <a:chExt cx="1440046" cy="1407772"/>
          </a:xfrm>
        </p:grpSpPr>
        <p:sp>
          <p:nvSpPr>
            <p:cNvPr id="564" name="Google Shape;564;p33"/>
            <p:cNvSpPr/>
            <p:nvPr/>
          </p:nvSpPr>
          <p:spPr>
            <a:xfrm rot="-497753">
              <a:off x="7734887" y="799728"/>
              <a:ext cx="1129014" cy="1129014"/>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5" name="Google Shape;565;p33"/>
            <p:cNvGrpSpPr/>
            <p:nvPr/>
          </p:nvGrpSpPr>
          <p:grpSpPr>
            <a:xfrm rot="-1343739">
              <a:off x="7664174" y="789203"/>
              <a:ext cx="1078029" cy="1078380"/>
              <a:chOff x="5759760" y="3433415"/>
              <a:chExt cx="583422" cy="583612"/>
            </a:xfrm>
          </p:grpSpPr>
          <p:sp>
            <p:nvSpPr>
              <p:cNvPr id="566" name="Google Shape;566;p33"/>
              <p:cNvSpPr/>
              <p:nvPr/>
            </p:nvSpPr>
            <p:spPr>
              <a:xfrm>
                <a:off x="5759760" y="3433415"/>
                <a:ext cx="583422" cy="583612"/>
              </a:xfrm>
              <a:custGeom>
                <a:rect b="b" l="l" r="r" t="t"/>
                <a:pathLst>
                  <a:path extrusionOk="0" h="12306" w="12302">
                    <a:moveTo>
                      <a:pt x="6540" y="217"/>
                    </a:moveTo>
                    <a:cubicBezTo>
                      <a:pt x="9818" y="430"/>
                      <a:pt x="12302" y="3262"/>
                      <a:pt x="12090" y="6542"/>
                    </a:cubicBezTo>
                    <a:cubicBezTo>
                      <a:pt x="11876" y="9820"/>
                      <a:pt x="9042" y="12306"/>
                      <a:pt x="5762" y="12092"/>
                    </a:cubicBezTo>
                    <a:cubicBezTo>
                      <a:pt x="2487" y="11878"/>
                      <a:pt x="1" y="9047"/>
                      <a:pt x="214" y="5767"/>
                    </a:cubicBezTo>
                    <a:cubicBezTo>
                      <a:pt x="426" y="2487"/>
                      <a:pt x="3260" y="1"/>
                      <a:pt x="6540" y="217"/>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33"/>
              <p:cNvSpPr/>
              <p:nvPr/>
            </p:nvSpPr>
            <p:spPr>
              <a:xfrm>
                <a:off x="5834360" y="3463578"/>
                <a:ext cx="315613" cy="339421"/>
              </a:xfrm>
              <a:custGeom>
                <a:rect b="b" l="l" r="r" t="t"/>
                <a:pathLst>
                  <a:path extrusionOk="0" h="7157" w="6655">
                    <a:moveTo>
                      <a:pt x="5732" y="251"/>
                    </a:moveTo>
                    <a:cubicBezTo>
                      <a:pt x="5999" y="269"/>
                      <a:pt x="6233" y="393"/>
                      <a:pt x="6398" y="580"/>
                    </a:cubicBezTo>
                    <a:cubicBezTo>
                      <a:pt x="6562" y="769"/>
                      <a:pt x="6655" y="1016"/>
                      <a:pt x="6636" y="1283"/>
                    </a:cubicBezTo>
                    <a:cubicBezTo>
                      <a:pt x="6620" y="1551"/>
                      <a:pt x="6497" y="1783"/>
                      <a:pt x="6307" y="1947"/>
                    </a:cubicBezTo>
                    <a:cubicBezTo>
                      <a:pt x="6122" y="2112"/>
                      <a:pt x="5874" y="2205"/>
                      <a:pt x="5606" y="2188"/>
                    </a:cubicBezTo>
                    <a:cubicBezTo>
                      <a:pt x="5339" y="2170"/>
                      <a:pt x="5104" y="2046"/>
                      <a:pt x="4940" y="1859"/>
                    </a:cubicBezTo>
                    <a:cubicBezTo>
                      <a:pt x="4775" y="1674"/>
                      <a:pt x="4683" y="1423"/>
                      <a:pt x="4701" y="1156"/>
                    </a:cubicBezTo>
                    <a:cubicBezTo>
                      <a:pt x="4720" y="888"/>
                      <a:pt x="4843" y="656"/>
                      <a:pt x="5030" y="492"/>
                    </a:cubicBezTo>
                    <a:cubicBezTo>
                      <a:pt x="5216" y="329"/>
                      <a:pt x="5464" y="237"/>
                      <a:pt x="5732" y="251"/>
                    </a:cubicBezTo>
                    <a:close/>
                    <a:moveTo>
                      <a:pt x="1535" y="4298"/>
                    </a:moveTo>
                    <a:cubicBezTo>
                      <a:pt x="1925" y="4323"/>
                      <a:pt x="2271" y="4506"/>
                      <a:pt x="2509" y="4777"/>
                    </a:cubicBezTo>
                    <a:cubicBezTo>
                      <a:pt x="2748" y="5051"/>
                      <a:pt x="2884" y="5417"/>
                      <a:pt x="2859" y="5805"/>
                    </a:cubicBezTo>
                    <a:cubicBezTo>
                      <a:pt x="2832" y="6196"/>
                      <a:pt x="2651" y="6541"/>
                      <a:pt x="2378" y="6780"/>
                    </a:cubicBezTo>
                    <a:cubicBezTo>
                      <a:pt x="2106" y="7018"/>
                      <a:pt x="1740" y="7156"/>
                      <a:pt x="1350" y="7129"/>
                    </a:cubicBezTo>
                    <a:cubicBezTo>
                      <a:pt x="959" y="7105"/>
                      <a:pt x="616" y="6922"/>
                      <a:pt x="375" y="6650"/>
                    </a:cubicBezTo>
                    <a:cubicBezTo>
                      <a:pt x="136" y="6377"/>
                      <a:pt x="1" y="6009"/>
                      <a:pt x="25" y="5622"/>
                    </a:cubicBezTo>
                    <a:cubicBezTo>
                      <a:pt x="52" y="5231"/>
                      <a:pt x="235" y="4886"/>
                      <a:pt x="507" y="4647"/>
                    </a:cubicBezTo>
                    <a:cubicBezTo>
                      <a:pt x="780" y="4409"/>
                      <a:pt x="1144" y="4271"/>
                      <a:pt x="1535" y="4298"/>
                    </a:cubicBezTo>
                    <a:close/>
                    <a:moveTo>
                      <a:pt x="2333" y="4937"/>
                    </a:moveTo>
                    <a:cubicBezTo>
                      <a:pt x="2133" y="4711"/>
                      <a:pt x="1845" y="4559"/>
                      <a:pt x="1522" y="4538"/>
                    </a:cubicBezTo>
                    <a:cubicBezTo>
                      <a:pt x="1195" y="4518"/>
                      <a:pt x="893" y="4629"/>
                      <a:pt x="667" y="4830"/>
                    </a:cubicBezTo>
                    <a:cubicBezTo>
                      <a:pt x="441" y="5028"/>
                      <a:pt x="289" y="5316"/>
                      <a:pt x="268" y="5639"/>
                    </a:cubicBezTo>
                    <a:cubicBezTo>
                      <a:pt x="247" y="5966"/>
                      <a:pt x="358" y="6270"/>
                      <a:pt x="558" y="6496"/>
                    </a:cubicBezTo>
                    <a:cubicBezTo>
                      <a:pt x="759" y="6722"/>
                      <a:pt x="1043" y="6872"/>
                      <a:pt x="1368" y="6893"/>
                    </a:cubicBezTo>
                    <a:cubicBezTo>
                      <a:pt x="1695" y="6914"/>
                      <a:pt x="1997" y="6805"/>
                      <a:pt x="2224" y="6603"/>
                    </a:cubicBezTo>
                    <a:cubicBezTo>
                      <a:pt x="2452" y="6406"/>
                      <a:pt x="2602" y="6118"/>
                      <a:pt x="2622" y="5793"/>
                    </a:cubicBezTo>
                    <a:cubicBezTo>
                      <a:pt x="2643" y="5468"/>
                      <a:pt x="2530" y="5164"/>
                      <a:pt x="2333" y="4937"/>
                    </a:cubicBezTo>
                    <a:close/>
                    <a:moveTo>
                      <a:pt x="3468" y="12"/>
                    </a:moveTo>
                    <a:cubicBezTo>
                      <a:pt x="3638" y="23"/>
                      <a:pt x="3788" y="103"/>
                      <a:pt x="3891" y="220"/>
                    </a:cubicBezTo>
                    <a:cubicBezTo>
                      <a:pt x="3998" y="339"/>
                      <a:pt x="4056" y="498"/>
                      <a:pt x="4043" y="668"/>
                    </a:cubicBezTo>
                    <a:cubicBezTo>
                      <a:pt x="4033" y="837"/>
                      <a:pt x="3953" y="987"/>
                      <a:pt x="3836" y="1092"/>
                    </a:cubicBezTo>
                    <a:cubicBezTo>
                      <a:pt x="3716" y="1197"/>
                      <a:pt x="3558" y="1257"/>
                      <a:pt x="3387" y="1244"/>
                    </a:cubicBezTo>
                    <a:cubicBezTo>
                      <a:pt x="3219" y="1234"/>
                      <a:pt x="3069" y="1154"/>
                      <a:pt x="2964" y="1034"/>
                    </a:cubicBezTo>
                    <a:cubicBezTo>
                      <a:pt x="2859" y="917"/>
                      <a:pt x="2799" y="757"/>
                      <a:pt x="2812" y="588"/>
                    </a:cubicBezTo>
                    <a:cubicBezTo>
                      <a:pt x="2826" y="420"/>
                      <a:pt x="2902" y="269"/>
                      <a:pt x="3021" y="165"/>
                    </a:cubicBezTo>
                    <a:cubicBezTo>
                      <a:pt x="3139" y="60"/>
                      <a:pt x="3299" y="0"/>
                      <a:pt x="3468" y="12"/>
                    </a:cubicBezTo>
                    <a:close/>
                    <a:moveTo>
                      <a:pt x="3756" y="339"/>
                    </a:moveTo>
                    <a:cubicBezTo>
                      <a:pt x="3682" y="253"/>
                      <a:pt x="3577" y="198"/>
                      <a:pt x="3455" y="193"/>
                    </a:cubicBezTo>
                    <a:cubicBezTo>
                      <a:pt x="3334" y="185"/>
                      <a:pt x="3221" y="226"/>
                      <a:pt x="3139" y="300"/>
                    </a:cubicBezTo>
                    <a:cubicBezTo>
                      <a:pt x="3054" y="374"/>
                      <a:pt x="2997" y="481"/>
                      <a:pt x="2993" y="601"/>
                    </a:cubicBezTo>
                    <a:cubicBezTo>
                      <a:pt x="2984" y="722"/>
                      <a:pt x="3026" y="835"/>
                      <a:pt x="3100" y="917"/>
                    </a:cubicBezTo>
                    <a:cubicBezTo>
                      <a:pt x="3176" y="1002"/>
                      <a:pt x="3281" y="1055"/>
                      <a:pt x="3402" y="1063"/>
                    </a:cubicBezTo>
                    <a:cubicBezTo>
                      <a:pt x="3521" y="1071"/>
                      <a:pt x="3634" y="1030"/>
                      <a:pt x="3716" y="956"/>
                    </a:cubicBezTo>
                    <a:cubicBezTo>
                      <a:pt x="3803" y="882"/>
                      <a:pt x="3856" y="775"/>
                      <a:pt x="3865" y="656"/>
                    </a:cubicBezTo>
                    <a:cubicBezTo>
                      <a:pt x="3871" y="537"/>
                      <a:pt x="3830" y="424"/>
                      <a:pt x="3756" y="339"/>
                    </a:cubicBezTo>
                    <a:close/>
                    <a:moveTo>
                      <a:pt x="5719" y="432"/>
                    </a:moveTo>
                    <a:cubicBezTo>
                      <a:pt x="5503" y="415"/>
                      <a:pt x="5300" y="492"/>
                      <a:pt x="5150" y="627"/>
                    </a:cubicBezTo>
                    <a:cubicBezTo>
                      <a:pt x="4998" y="761"/>
                      <a:pt x="4895" y="950"/>
                      <a:pt x="4882" y="1170"/>
                    </a:cubicBezTo>
                    <a:cubicBezTo>
                      <a:pt x="4866" y="1386"/>
                      <a:pt x="4944" y="1588"/>
                      <a:pt x="5078" y="1740"/>
                    </a:cubicBezTo>
                    <a:cubicBezTo>
                      <a:pt x="5211" y="1892"/>
                      <a:pt x="5401" y="1995"/>
                      <a:pt x="5619" y="2007"/>
                    </a:cubicBezTo>
                    <a:cubicBezTo>
                      <a:pt x="5834" y="2024"/>
                      <a:pt x="6038" y="1945"/>
                      <a:pt x="6190" y="1812"/>
                    </a:cubicBezTo>
                    <a:cubicBezTo>
                      <a:pt x="6342" y="1678"/>
                      <a:pt x="6445" y="1487"/>
                      <a:pt x="6458" y="1269"/>
                    </a:cubicBezTo>
                    <a:cubicBezTo>
                      <a:pt x="6486" y="835"/>
                      <a:pt x="6157" y="459"/>
                      <a:pt x="5719" y="43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33"/>
              <p:cNvSpPr/>
              <p:nvPr/>
            </p:nvSpPr>
            <p:spPr>
              <a:xfrm>
                <a:off x="5815058" y="3536707"/>
                <a:ext cx="519161" cy="470788"/>
              </a:xfrm>
              <a:custGeom>
                <a:rect b="b" l="l" r="r" t="t"/>
                <a:pathLst>
                  <a:path extrusionOk="0" h="9927" w="10947">
                    <a:moveTo>
                      <a:pt x="9412" y="0"/>
                    </a:moveTo>
                    <a:cubicBezTo>
                      <a:pt x="10165" y="837"/>
                      <a:pt x="10679" y="1886"/>
                      <a:pt x="10860" y="3038"/>
                    </a:cubicBezTo>
                    <a:lnTo>
                      <a:pt x="10887" y="3219"/>
                    </a:lnTo>
                    <a:cubicBezTo>
                      <a:pt x="10934" y="3591"/>
                      <a:pt x="10946" y="3973"/>
                      <a:pt x="10922" y="4364"/>
                    </a:cubicBezTo>
                    <a:cubicBezTo>
                      <a:pt x="10899" y="4714"/>
                      <a:pt x="10848" y="5053"/>
                      <a:pt x="10768" y="5380"/>
                    </a:cubicBezTo>
                    <a:lnTo>
                      <a:pt x="10722" y="5555"/>
                    </a:lnTo>
                    <a:cubicBezTo>
                      <a:pt x="10054" y="7998"/>
                      <a:pt x="7878" y="9778"/>
                      <a:pt x="5316" y="9916"/>
                    </a:cubicBezTo>
                    <a:cubicBezTo>
                      <a:pt x="5324" y="9875"/>
                      <a:pt x="5326" y="9834"/>
                      <a:pt x="5328" y="9793"/>
                    </a:cubicBezTo>
                    <a:cubicBezTo>
                      <a:pt x="5355" y="9408"/>
                      <a:pt x="5222" y="9048"/>
                      <a:pt x="4985" y="8779"/>
                    </a:cubicBezTo>
                    <a:cubicBezTo>
                      <a:pt x="4749" y="8507"/>
                      <a:pt x="4409" y="8329"/>
                      <a:pt x="4023" y="8302"/>
                    </a:cubicBezTo>
                    <a:cubicBezTo>
                      <a:pt x="3638" y="8277"/>
                      <a:pt x="3278" y="8411"/>
                      <a:pt x="3009" y="8647"/>
                    </a:cubicBezTo>
                    <a:cubicBezTo>
                      <a:pt x="2785" y="8843"/>
                      <a:pt x="2626" y="9106"/>
                      <a:pt x="2561" y="9410"/>
                    </a:cubicBezTo>
                    <a:cubicBezTo>
                      <a:pt x="1508" y="8939"/>
                      <a:pt x="622" y="8174"/>
                      <a:pt x="0" y="7222"/>
                    </a:cubicBezTo>
                    <a:cubicBezTo>
                      <a:pt x="2532" y="7506"/>
                      <a:pt x="3509" y="7043"/>
                      <a:pt x="4434" y="5147"/>
                    </a:cubicBezTo>
                    <a:cubicBezTo>
                      <a:pt x="5417" y="3138"/>
                      <a:pt x="7218" y="5590"/>
                      <a:pt x="8004" y="2400"/>
                    </a:cubicBezTo>
                    <a:cubicBezTo>
                      <a:pt x="8370" y="893"/>
                      <a:pt x="8929" y="253"/>
                      <a:pt x="9412" y="0"/>
                    </a:cubicBezTo>
                    <a:close/>
                    <a:moveTo>
                      <a:pt x="5131" y="9922"/>
                    </a:moveTo>
                    <a:cubicBezTo>
                      <a:pt x="5139" y="9875"/>
                      <a:pt x="5148" y="9828"/>
                      <a:pt x="5150" y="9778"/>
                    </a:cubicBezTo>
                    <a:cubicBezTo>
                      <a:pt x="5170" y="9441"/>
                      <a:pt x="5055" y="9126"/>
                      <a:pt x="4849" y="8894"/>
                    </a:cubicBezTo>
                    <a:cubicBezTo>
                      <a:pt x="4644" y="8660"/>
                      <a:pt x="4348" y="8503"/>
                      <a:pt x="4010" y="8479"/>
                    </a:cubicBezTo>
                    <a:cubicBezTo>
                      <a:pt x="3673" y="8458"/>
                      <a:pt x="3361" y="8575"/>
                      <a:pt x="3124" y="8781"/>
                    </a:cubicBezTo>
                    <a:cubicBezTo>
                      <a:pt x="2921" y="8958"/>
                      <a:pt x="2777" y="9203"/>
                      <a:pt x="2729" y="9482"/>
                    </a:cubicBezTo>
                    <a:cubicBezTo>
                      <a:pt x="3309" y="9719"/>
                      <a:pt x="3936" y="9871"/>
                      <a:pt x="4594" y="9912"/>
                    </a:cubicBezTo>
                    <a:cubicBezTo>
                      <a:pt x="4777" y="9924"/>
                      <a:pt x="4954" y="9926"/>
                      <a:pt x="5131" y="992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3"/>
              <p:cNvSpPr/>
              <p:nvPr/>
            </p:nvSpPr>
            <p:spPr>
              <a:xfrm>
                <a:off x="6114357" y="3762165"/>
                <a:ext cx="55724" cy="55630"/>
              </a:xfrm>
              <a:custGeom>
                <a:rect b="b" l="l" r="r" t="t"/>
                <a:pathLst>
                  <a:path extrusionOk="0" h="1173" w="1175">
                    <a:moveTo>
                      <a:pt x="626" y="19"/>
                    </a:moveTo>
                    <a:cubicBezTo>
                      <a:pt x="936" y="40"/>
                      <a:pt x="1175" y="309"/>
                      <a:pt x="1154" y="624"/>
                    </a:cubicBezTo>
                    <a:cubicBezTo>
                      <a:pt x="1133" y="934"/>
                      <a:pt x="864" y="1173"/>
                      <a:pt x="552" y="1152"/>
                    </a:cubicBezTo>
                    <a:cubicBezTo>
                      <a:pt x="237" y="1132"/>
                      <a:pt x="0" y="862"/>
                      <a:pt x="21" y="550"/>
                    </a:cubicBezTo>
                    <a:cubicBezTo>
                      <a:pt x="42" y="237"/>
                      <a:pt x="311" y="1"/>
                      <a:pt x="626" y="1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70" name="Google Shape;570;p33"/>
          <p:cNvSpPr/>
          <p:nvPr/>
        </p:nvSpPr>
        <p:spPr>
          <a:xfrm>
            <a:off x="441892" y="4334348"/>
            <a:ext cx="649752" cy="649871"/>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1" name="Google Shape;571;p33"/>
          <p:cNvGrpSpPr/>
          <p:nvPr/>
        </p:nvGrpSpPr>
        <p:grpSpPr>
          <a:xfrm rot="585029">
            <a:off x="1392974" y="4072531"/>
            <a:ext cx="1045017" cy="1021596"/>
            <a:chOff x="7499398" y="624507"/>
            <a:chExt cx="1440046" cy="1407772"/>
          </a:xfrm>
        </p:grpSpPr>
        <p:sp>
          <p:nvSpPr>
            <p:cNvPr id="572" name="Google Shape;572;p33"/>
            <p:cNvSpPr/>
            <p:nvPr/>
          </p:nvSpPr>
          <p:spPr>
            <a:xfrm rot="-497753">
              <a:off x="7734887" y="799728"/>
              <a:ext cx="1129014" cy="1129014"/>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3" name="Google Shape;573;p33"/>
            <p:cNvGrpSpPr/>
            <p:nvPr/>
          </p:nvGrpSpPr>
          <p:grpSpPr>
            <a:xfrm rot="-1343739">
              <a:off x="7664174" y="789203"/>
              <a:ext cx="1078029" cy="1078380"/>
              <a:chOff x="5759760" y="3433415"/>
              <a:chExt cx="583422" cy="583612"/>
            </a:xfrm>
          </p:grpSpPr>
          <p:sp>
            <p:nvSpPr>
              <p:cNvPr id="574" name="Google Shape;574;p33"/>
              <p:cNvSpPr/>
              <p:nvPr/>
            </p:nvSpPr>
            <p:spPr>
              <a:xfrm>
                <a:off x="5759760" y="3433415"/>
                <a:ext cx="583422" cy="583612"/>
              </a:xfrm>
              <a:custGeom>
                <a:rect b="b" l="l" r="r" t="t"/>
                <a:pathLst>
                  <a:path extrusionOk="0" h="12306" w="12302">
                    <a:moveTo>
                      <a:pt x="6540" y="217"/>
                    </a:moveTo>
                    <a:cubicBezTo>
                      <a:pt x="9818" y="430"/>
                      <a:pt x="12302" y="3262"/>
                      <a:pt x="12090" y="6542"/>
                    </a:cubicBezTo>
                    <a:cubicBezTo>
                      <a:pt x="11876" y="9820"/>
                      <a:pt x="9042" y="12306"/>
                      <a:pt x="5762" y="12092"/>
                    </a:cubicBezTo>
                    <a:cubicBezTo>
                      <a:pt x="2487" y="11878"/>
                      <a:pt x="1" y="9047"/>
                      <a:pt x="214" y="5767"/>
                    </a:cubicBezTo>
                    <a:cubicBezTo>
                      <a:pt x="426" y="2487"/>
                      <a:pt x="3260" y="1"/>
                      <a:pt x="6540" y="217"/>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3"/>
              <p:cNvSpPr/>
              <p:nvPr/>
            </p:nvSpPr>
            <p:spPr>
              <a:xfrm>
                <a:off x="5834360" y="3463578"/>
                <a:ext cx="315613" cy="339421"/>
              </a:xfrm>
              <a:custGeom>
                <a:rect b="b" l="l" r="r" t="t"/>
                <a:pathLst>
                  <a:path extrusionOk="0" h="7157" w="6655">
                    <a:moveTo>
                      <a:pt x="5732" y="251"/>
                    </a:moveTo>
                    <a:cubicBezTo>
                      <a:pt x="5999" y="269"/>
                      <a:pt x="6233" y="393"/>
                      <a:pt x="6398" y="580"/>
                    </a:cubicBezTo>
                    <a:cubicBezTo>
                      <a:pt x="6562" y="769"/>
                      <a:pt x="6655" y="1016"/>
                      <a:pt x="6636" y="1283"/>
                    </a:cubicBezTo>
                    <a:cubicBezTo>
                      <a:pt x="6620" y="1551"/>
                      <a:pt x="6497" y="1783"/>
                      <a:pt x="6307" y="1947"/>
                    </a:cubicBezTo>
                    <a:cubicBezTo>
                      <a:pt x="6122" y="2112"/>
                      <a:pt x="5874" y="2205"/>
                      <a:pt x="5606" y="2188"/>
                    </a:cubicBezTo>
                    <a:cubicBezTo>
                      <a:pt x="5339" y="2170"/>
                      <a:pt x="5104" y="2046"/>
                      <a:pt x="4940" y="1859"/>
                    </a:cubicBezTo>
                    <a:cubicBezTo>
                      <a:pt x="4775" y="1674"/>
                      <a:pt x="4683" y="1423"/>
                      <a:pt x="4701" y="1156"/>
                    </a:cubicBezTo>
                    <a:cubicBezTo>
                      <a:pt x="4720" y="888"/>
                      <a:pt x="4843" y="656"/>
                      <a:pt x="5030" y="492"/>
                    </a:cubicBezTo>
                    <a:cubicBezTo>
                      <a:pt x="5216" y="329"/>
                      <a:pt x="5464" y="237"/>
                      <a:pt x="5732" y="251"/>
                    </a:cubicBezTo>
                    <a:close/>
                    <a:moveTo>
                      <a:pt x="1535" y="4298"/>
                    </a:moveTo>
                    <a:cubicBezTo>
                      <a:pt x="1925" y="4323"/>
                      <a:pt x="2271" y="4506"/>
                      <a:pt x="2509" y="4777"/>
                    </a:cubicBezTo>
                    <a:cubicBezTo>
                      <a:pt x="2748" y="5051"/>
                      <a:pt x="2884" y="5417"/>
                      <a:pt x="2859" y="5805"/>
                    </a:cubicBezTo>
                    <a:cubicBezTo>
                      <a:pt x="2832" y="6196"/>
                      <a:pt x="2651" y="6541"/>
                      <a:pt x="2378" y="6780"/>
                    </a:cubicBezTo>
                    <a:cubicBezTo>
                      <a:pt x="2106" y="7018"/>
                      <a:pt x="1740" y="7156"/>
                      <a:pt x="1350" y="7129"/>
                    </a:cubicBezTo>
                    <a:cubicBezTo>
                      <a:pt x="959" y="7105"/>
                      <a:pt x="616" y="6922"/>
                      <a:pt x="375" y="6650"/>
                    </a:cubicBezTo>
                    <a:cubicBezTo>
                      <a:pt x="136" y="6377"/>
                      <a:pt x="1" y="6009"/>
                      <a:pt x="25" y="5622"/>
                    </a:cubicBezTo>
                    <a:cubicBezTo>
                      <a:pt x="52" y="5231"/>
                      <a:pt x="235" y="4886"/>
                      <a:pt x="507" y="4647"/>
                    </a:cubicBezTo>
                    <a:cubicBezTo>
                      <a:pt x="780" y="4409"/>
                      <a:pt x="1144" y="4271"/>
                      <a:pt x="1535" y="4298"/>
                    </a:cubicBezTo>
                    <a:close/>
                    <a:moveTo>
                      <a:pt x="2333" y="4937"/>
                    </a:moveTo>
                    <a:cubicBezTo>
                      <a:pt x="2133" y="4711"/>
                      <a:pt x="1845" y="4559"/>
                      <a:pt x="1522" y="4538"/>
                    </a:cubicBezTo>
                    <a:cubicBezTo>
                      <a:pt x="1195" y="4518"/>
                      <a:pt x="893" y="4629"/>
                      <a:pt x="667" y="4830"/>
                    </a:cubicBezTo>
                    <a:cubicBezTo>
                      <a:pt x="441" y="5028"/>
                      <a:pt x="289" y="5316"/>
                      <a:pt x="268" y="5639"/>
                    </a:cubicBezTo>
                    <a:cubicBezTo>
                      <a:pt x="247" y="5966"/>
                      <a:pt x="358" y="6270"/>
                      <a:pt x="558" y="6496"/>
                    </a:cubicBezTo>
                    <a:cubicBezTo>
                      <a:pt x="759" y="6722"/>
                      <a:pt x="1043" y="6872"/>
                      <a:pt x="1368" y="6893"/>
                    </a:cubicBezTo>
                    <a:cubicBezTo>
                      <a:pt x="1695" y="6914"/>
                      <a:pt x="1997" y="6805"/>
                      <a:pt x="2224" y="6603"/>
                    </a:cubicBezTo>
                    <a:cubicBezTo>
                      <a:pt x="2452" y="6406"/>
                      <a:pt x="2602" y="6118"/>
                      <a:pt x="2622" y="5793"/>
                    </a:cubicBezTo>
                    <a:cubicBezTo>
                      <a:pt x="2643" y="5468"/>
                      <a:pt x="2530" y="5164"/>
                      <a:pt x="2333" y="4937"/>
                    </a:cubicBezTo>
                    <a:close/>
                    <a:moveTo>
                      <a:pt x="3468" y="12"/>
                    </a:moveTo>
                    <a:cubicBezTo>
                      <a:pt x="3638" y="23"/>
                      <a:pt x="3788" y="103"/>
                      <a:pt x="3891" y="220"/>
                    </a:cubicBezTo>
                    <a:cubicBezTo>
                      <a:pt x="3998" y="339"/>
                      <a:pt x="4056" y="498"/>
                      <a:pt x="4043" y="668"/>
                    </a:cubicBezTo>
                    <a:cubicBezTo>
                      <a:pt x="4033" y="837"/>
                      <a:pt x="3953" y="987"/>
                      <a:pt x="3836" y="1092"/>
                    </a:cubicBezTo>
                    <a:cubicBezTo>
                      <a:pt x="3716" y="1197"/>
                      <a:pt x="3558" y="1257"/>
                      <a:pt x="3387" y="1244"/>
                    </a:cubicBezTo>
                    <a:cubicBezTo>
                      <a:pt x="3219" y="1234"/>
                      <a:pt x="3069" y="1154"/>
                      <a:pt x="2964" y="1034"/>
                    </a:cubicBezTo>
                    <a:cubicBezTo>
                      <a:pt x="2859" y="917"/>
                      <a:pt x="2799" y="757"/>
                      <a:pt x="2812" y="588"/>
                    </a:cubicBezTo>
                    <a:cubicBezTo>
                      <a:pt x="2826" y="420"/>
                      <a:pt x="2902" y="269"/>
                      <a:pt x="3021" y="165"/>
                    </a:cubicBezTo>
                    <a:cubicBezTo>
                      <a:pt x="3139" y="60"/>
                      <a:pt x="3299" y="0"/>
                      <a:pt x="3468" y="12"/>
                    </a:cubicBezTo>
                    <a:close/>
                    <a:moveTo>
                      <a:pt x="3756" y="339"/>
                    </a:moveTo>
                    <a:cubicBezTo>
                      <a:pt x="3682" y="253"/>
                      <a:pt x="3577" y="198"/>
                      <a:pt x="3455" y="193"/>
                    </a:cubicBezTo>
                    <a:cubicBezTo>
                      <a:pt x="3334" y="185"/>
                      <a:pt x="3221" y="226"/>
                      <a:pt x="3139" y="300"/>
                    </a:cubicBezTo>
                    <a:cubicBezTo>
                      <a:pt x="3054" y="374"/>
                      <a:pt x="2997" y="481"/>
                      <a:pt x="2993" y="601"/>
                    </a:cubicBezTo>
                    <a:cubicBezTo>
                      <a:pt x="2984" y="722"/>
                      <a:pt x="3026" y="835"/>
                      <a:pt x="3100" y="917"/>
                    </a:cubicBezTo>
                    <a:cubicBezTo>
                      <a:pt x="3176" y="1002"/>
                      <a:pt x="3281" y="1055"/>
                      <a:pt x="3402" y="1063"/>
                    </a:cubicBezTo>
                    <a:cubicBezTo>
                      <a:pt x="3521" y="1071"/>
                      <a:pt x="3634" y="1030"/>
                      <a:pt x="3716" y="956"/>
                    </a:cubicBezTo>
                    <a:cubicBezTo>
                      <a:pt x="3803" y="882"/>
                      <a:pt x="3856" y="775"/>
                      <a:pt x="3865" y="656"/>
                    </a:cubicBezTo>
                    <a:cubicBezTo>
                      <a:pt x="3871" y="537"/>
                      <a:pt x="3830" y="424"/>
                      <a:pt x="3756" y="339"/>
                    </a:cubicBezTo>
                    <a:close/>
                    <a:moveTo>
                      <a:pt x="5719" y="432"/>
                    </a:moveTo>
                    <a:cubicBezTo>
                      <a:pt x="5503" y="415"/>
                      <a:pt x="5300" y="492"/>
                      <a:pt x="5150" y="627"/>
                    </a:cubicBezTo>
                    <a:cubicBezTo>
                      <a:pt x="4998" y="761"/>
                      <a:pt x="4895" y="950"/>
                      <a:pt x="4882" y="1170"/>
                    </a:cubicBezTo>
                    <a:cubicBezTo>
                      <a:pt x="4866" y="1386"/>
                      <a:pt x="4944" y="1588"/>
                      <a:pt x="5078" y="1740"/>
                    </a:cubicBezTo>
                    <a:cubicBezTo>
                      <a:pt x="5211" y="1892"/>
                      <a:pt x="5401" y="1995"/>
                      <a:pt x="5619" y="2007"/>
                    </a:cubicBezTo>
                    <a:cubicBezTo>
                      <a:pt x="5834" y="2024"/>
                      <a:pt x="6038" y="1945"/>
                      <a:pt x="6190" y="1812"/>
                    </a:cubicBezTo>
                    <a:cubicBezTo>
                      <a:pt x="6342" y="1678"/>
                      <a:pt x="6445" y="1487"/>
                      <a:pt x="6458" y="1269"/>
                    </a:cubicBezTo>
                    <a:cubicBezTo>
                      <a:pt x="6486" y="835"/>
                      <a:pt x="6157" y="459"/>
                      <a:pt x="5719" y="43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3"/>
              <p:cNvSpPr/>
              <p:nvPr/>
            </p:nvSpPr>
            <p:spPr>
              <a:xfrm>
                <a:off x="5815058" y="3536707"/>
                <a:ext cx="519161" cy="470788"/>
              </a:xfrm>
              <a:custGeom>
                <a:rect b="b" l="l" r="r" t="t"/>
                <a:pathLst>
                  <a:path extrusionOk="0" h="9927" w="10947">
                    <a:moveTo>
                      <a:pt x="9412" y="0"/>
                    </a:moveTo>
                    <a:cubicBezTo>
                      <a:pt x="10165" y="837"/>
                      <a:pt x="10679" y="1886"/>
                      <a:pt x="10860" y="3038"/>
                    </a:cubicBezTo>
                    <a:lnTo>
                      <a:pt x="10887" y="3219"/>
                    </a:lnTo>
                    <a:cubicBezTo>
                      <a:pt x="10934" y="3591"/>
                      <a:pt x="10946" y="3973"/>
                      <a:pt x="10922" y="4364"/>
                    </a:cubicBezTo>
                    <a:cubicBezTo>
                      <a:pt x="10899" y="4714"/>
                      <a:pt x="10848" y="5053"/>
                      <a:pt x="10768" y="5380"/>
                    </a:cubicBezTo>
                    <a:lnTo>
                      <a:pt x="10722" y="5555"/>
                    </a:lnTo>
                    <a:cubicBezTo>
                      <a:pt x="10054" y="7998"/>
                      <a:pt x="7878" y="9778"/>
                      <a:pt x="5316" y="9916"/>
                    </a:cubicBezTo>
                    <a:cubicBezTo>
                      <a:pt x="5324" y="9875"/>
                      <a:pt x="5326" y="9834"/>
                      <a:pt x="5328" y="9793"/>
                    </a:cubicBezTo>
                    <a:cubicBezTo>
                      <a:pt x="5355" y="9408"/>
                      <a:pt x="5222" y="9048"/>
                      <a:pt x="4985" y="8779"/>
                    </a:cubicBezTo>
                    <a:cubicBezTo>
                      <a:pt x="4749" y="8507"/>
                      <a:pt x="4409" y="8329"/>
                      <a:pt x="4023" y="8302"/>
                    </a:cubicBezTo>
                    <a:cubicBezTo>
                      <a:pt x="3638" y="8277"/>
                      <a:pt x="3278" y="8411"/>
                      <a:pt x="3009" y="8647"/>
                    </a:cubicBezTo>
                    <a:cubicBezTo>
                      <a:pt x="2785" y="8843"/>
                      <a:pt x="2626" y="9106"/>
                      <a:pt x="2561" y="9410"/>
                    </a:cubicBezTo>
                    <a:cubicBezTo>
                      <a:pt x="1508" y="8939"/>
                      <a:pt x="622" y="8174"/>
                      <a:pt x="0" y="7222"/>
                    </a:cubicBezTo>
                    <a:cubicBezTo>
                      <a:pt x="2532" y="7506"/>
                      <a:pt x="3509" y="7043"/>
                      <a:pt x="4434" y="5147"/>
                    </a:cubicBezTo>
                    <a:cubicBezTo>
                      <a:pt x="5417" y="3138"/>
                      <a:pt x="7218" y="5590"/>
                      <a:pt x="8004" y="2400"/>
                    </a:cubicBezTo>
                    <a:cubicBezTo>
                      <a:pt x="8370" y="893"/>
                      <a:pt x="8929" y="253"/>
                      <a:pt x="9412" y="0"/>
                    </a:cubicBezTo>
                    <a:close/>
                    <a:moveTo>
                      <a:pt x="5131" y="9922"/>
                    </a:moveTo>
                    <a:cubicBezTo>
                      <a:pt x="5139" y="9875"/>
                      <a:pt x="5148" y="9828"/>
                      <a:pt x="5150" y="9778"/>
                    </a:cubicBezTo>
                    <a:cubicBezTo>
                      <a:pt x="5170" y="9441"/>
                      <a:pt x="5055" y="9126"/>
                      <a:pt x="4849" y="8894"/>
                    </a:cubicBezTo>
                    <a:cubicBezTo>
                      <a:pt x="4644" y="8660"/>
                      <a:pt x="4348" y="8503"/>
                      <a:pt x="4010" y="8479"/>
                    </a:cubicBezTo>
                    <a:cubicBezTo>
                      <a:pt x="3673" y="8458"/>
                      <a:pt x="3361" y="8575"/>
                      <a:pt x="3124" y="8781"/>
                    </a:cubicBezTo>
                    <a:cubicBezTo>
                      <a:pt x="2921" y="8958"/>
                      <a:pt x="2777" y="9203"/>
                      <a:pt x="2729" y="9482"/>
                    </a:cubicBezTo>
                    <a:cubicBezTo>
                      <a:pt x="3309" y="9719"/>
                      <a:pt x="3936" y="9871"/>
                      <a:pt x="4594" y="9912"/>
                    </a:cubicBezTo>
                    <a:cubicBezTo>
                      <a:pt x="4777" y="9924"/>
                      <a:pt x="4954" y="9926"/>
                      <a:pt x="5131" y="992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3"/>
              <p:cNvSpPr/>
              <p:nvPr/>
            </p:nvSpPr>
            <p:spPr>
              <a:xfrm>
                <a:off x="6114357" y="3762165"/>
                <a:ext cx="55724" cy="55630"/>
              </a:xfrm>
              <a:custGeom>
                <a:rect b="b" l="l" r="r" t="t"/>
                <a:pathLst>
                  <a:path extrusionOk="0" h="1173" w="1175">
                    <a:moveTo>
                      <a:pt x="626" y="19"/>
                    </a:moveTo>
                    <a:cubicBezTo>
                      <a:pt x="936" y="40"/>
                      <a:pt x="1175" y="309"/>
                      <a:pt x="1154" y="624"/>
                    </a:cubicBezTo>
                    <a:cubicBezTo>
                      <a:pt x="1133" y="934"/>
                      <a:pt x="864" y="1173"/>
                      <a:pt x="552" y="1152"/>
                    </a:cubicBezTo>
                    <a:cubicBezTo>
                      <a:pt x="237" y="1132"/>
                      <a:pt x="0" y="862"/>
                      <a:pt x="21" y="550"/>
                    </a:cubicBezTo>
                    <a:cubicBezTo>
                      <a:pt x="42" y="237"/>
                      <a:pt x="311" y="1"/>
                      <a:pt x="626" y="1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78" name="Google Shape;578;p33"/>
          <p:cNvSpPr/>
          <p:nvPr/>
        </p:nvSpPr>
        <p:spPr>
          <a:xfrm>
            <a:off x="2586619" y="4361947"/>
            <a:ext cx="168275" cy="168302"/>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3"/>
          <p:cNvSpPr/>
          <p:nvPr/>
        </p:nvSpPr>
        <p:spPr>
          <a:xfrm>
            <a:off x="717614" y="2624730"/>
            <a:ext cx="98328" cy="98344"/>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mc:AlternateContent>
    <mc:Choice Requires="p14">
      <p:transition spd="slow" p14:dur="1200">
        <p14:prism dir="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grpSp>
        <p:nvGrpSpPr>
          <p:cNvPr id="584" name="Google Shape;584;p34"/>
          <p:cNvGrpSpPr/>
          <p:nvPr/>
        </p:nvGrpSpPr>
        <p:grpSpPr>
          <a:xfrm flipH="1" rot="117939">
            <a:off x="6747345" y="1507088"/>
            <a:ext cx="1900322" cy="1900104"/>
            <a:chOff x="277881" y="2901316"/>
            <a:chExt cx="1900344" cy="1900126"/>
          </a:xfrm>
        </p:grpSpPr>
        <p:sp>
          <p:nvSpPr>
            <p:cNvPr id="585" name="Google Shape;585;p34"/>
            <p:cNvSpPr/>
            <p:nvPr/>
          </p:nvSpPr>
          <p:spPr>
            <a:xfrm>
              <a:off x="402450" y="3248988"/>
              <a:ext cx="1354500" cy="1354500"/>
            </a:xfrm>
            <a:prstGeom prst="ellipse">
              <a:avLst/>
            </a:prstGeom>
            <a:solidFill>
              <a:srgbClr val="1B22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6" name="Google Shape;586;p34"/>
            <p:cNvGrpSpPr/>
            <p:nvPr/>
          </p:nvGrpSpPr>
          <p:grpSpPr>
            <a:xfrm rot="2322109">
              <a:off x="551788" y="3175815"/>
              <a:ext cx="1352529" cy="1351128"/>
              <a:chOff x="200055" y="3556746"/>
              <a:chExt cx="869964" cy="869063"/>
            </a:xfrm>
          </p:grpSpPr>
          <p:sp>
            <p:nvSpPr>
              <p:cNvPr id="587" name="Google Shape;587;p34"/>
              <p:cNvSpPr/>
              <p:nvPr/>
            </p:nvSpPr>
            <p:spPr>
              <a:xfrm>
                <a:off x="200055" y="3556746"/>
                <a:ext cx="868968" cy="868968"/>
              </a:xfrm>
              <a:custGeom>
                <a:rect b="b" l="l" r="r" t="t"/>
                <a:pathLst>
                  <a:path extrusionOk="0" h="18323" w="18323">
                    <a:moveTo>
                      <a:pt x="15639" y="2684"/>
                    </a:moveTo>
                    <a:cubicBezTo>
                      <a:pt x="17358" y="4401"/>
                      <a:pt x="18323" y="6731"/>
                      <a:pt x="18323" y="9162"/>
                    </a:cubicBezTo>
                    <a:cubicBezTo>
                      <a:pt x="18323" y="11590"/>
                      <a:pt x="17358" y="13920"/>
                      <a:pt x="15639" y="15639"/>
                    </a:cubicBezTo>
                    <a:cubicBezTo>
                      <a:pt x="13922" y="17356"/>
                      <a:pt x="11592" y="18323"/>
                      <a:pt x="9162" y="18323"/>
                    </a:cubicBezTo>
                    <a:cubicBezTo>
                      <a:pt x="6733" y="18323"/>
                      <a:pt x="4403" y="17356"/>
                      <a:pt x="2684" y="15639"/>
                    </a:cubicBezTo>
                    <a:cubicBezTo>
                      <a:pt x="967" y="13920"/>
                      <a:pt x="1" y="11590"/>
                      <a:pt x="1" y="9162"/>
                    </a:cubicBezTo>
                    <a:cubicBezTo>
                      <a:pt x="1" y="6731"/>
                      <a:pt x="967" y="4401"/>
                      <a:pt x="2684" y="2684"/>
                    </a:cubicBezTo>
                    <a:cubicBezTo>
                      <a:pt x="4403" y="965"/>
                      <a:pt x="6733" y="1"/>
                      <a:pt x="9162" y="1"/>
                    </a:cubicBezTo>
                    <a:cubicBezTo>
                      <a:pt x="11592" y="1"/>
                      <a:pt x="13922" y="965"/>
                      <a:pt x="15639" y="2684"/>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4"/>
              <p:cNvSpPr/>
              <p:nvPr/>
            </p:nvSpPr>
            <p:spPr>
              <a:xfrm>
                <a:off x="311314" y="3605499"/>
                <a:ext cx="474914" cy="486723"/>
              </a:xfrm>
              <a:custGeom>
                <a:rect b="b" l="l" r="r" t="t"/>
                <a:pathLst>
                  <a:path extrusionOk="0" h="10263" w="10014">
                    <a:moveTo>
                      <a:pt x="8596" y="30"/>
                    </a:moveTo>
                    <a:cubicBezTo>
                      <a:pt x="9008" y="54"/>
                      <a:pt x="9368" y="246"/>
                      <a:pt x="9620" y="536"/>
                    </a:cubicBezTo>
                    <a:cubicBezTo>
                      <a:pt x="9871" y="823"/>
                      <a:pt x="10013" y="1206"/>
                      <a:pt x="9986" y="1617"/>
                    </a:cubicBezTo>
                    <a:cubicBezTo>
                      <a:pt x="9962" y="2028"/>
                      <a:pt x="9769" y="2388"/>
                      <a:pt x="9481" y="2641"/>
                    </a:cubicBezTo>
                    <a:cubicBezTo>
                      <a:pt x="9193" y="2892"/>
                      <a:pt x="8810" y="3034"/>
                      <a:pt x="8401" y="3009"/>
                    </a:cubicBezTo>
                    <a:cubicBezTo>
                      <a:pt x="7990" y="2983"/>
                      <a:pt x="7630" y="2789"/>
                      <a:pt x="7379" y="2501"/>
                    </a:cubicBezTo>
                    <a:cubicBezTo>
                      <a:pt x="7126" y="2214"/>
                      <a:pt x="6984" y="1831"/>
                      <a:pt x="7011" y="1420"/>
                    </a:cubicBezTo>
                    <a:cubicBezTo>
                      <a:pt x="7036" y="1009"/>
                      <a:pt x="7229" y="649"/>
                      <a:pt x="7517" y="398"/>
                    </a:cubicBezTo>
                    <a:cubicBezTo>
                      <a:pt x="7805" y="145"/>
                      <a:pt x="8187" y="1"/>
                      <a:pt x="8596" y="30"/>
                    </a:cubicBezTo>
                    <a:close/>
                    <a:moveTo>
                      <a:pt x="3032" y="6968"/>
                    </a:moveTo>
                    <a:cubicBezTo>
                      <a:pt x="3482" y="6995"/>
                      <a:pt x="3879" y="7206"/>
                      <a:pt x="4155" y="7519"/>
                    </a:cubicBezTo>
                    <a:cubicBezTo>
                      <a:pt x="4432" y="7836"/>
                      <a:pt x="4587" y="8255"/>
                      <a:pt x="4558" y="8707"/>
                    </a:cubicBezTo>
                    <a:cubicBezTo>
                      <a:pt x="4531" y="9158"/>
                      <a:pt x="4319" y="9555"/>
                      <a:pt x="4007" y="9830"/>
                    </a:cubicBezTo>
                    <a:cubicBezTo>
                      <a:pt x="3690" y="10108"/>
                      <a:pt x="3270" y="10262"/>
                      <a:pt x="2818" y="10233"/>
                    </a:cubicBezTo>
                    <a:cubicBezTo>
                      <a:pt x="2368" y="10205"/>
                      <a:pt x="1971" y="9995"/>
                      <a:pt x="1695" y="9680"/>
                    </a:cubicBezTo>
                    <a:cubicBezTo>
                      <a:pt x="1418" y="9366"/>
                      <a:pt x="1263" y="8946"/>
                      <a:pt x="1292" y="8496"/>
                    </a:cubicBezTo>
                    <a:cubicBezTo>
                      <a:pt x="1319" y="8045"/>
                      <a:pt x="1531" y="7648"/>
                      <a:pt x="1843" y="7373"/>
                    </a:cubicBezTo>
                    <a:cubicBezTo>
                      <a:pt x="2160" y="7093"/>
                      <a:pt x="2582" y="6937"/>
                      <a:pt x="3032" y="6968"/>
                    </a:cubicBezTo>
                    <a:close/>
                    <a:moveTo>
                      <a:pt x="3949" y="7702"/>
                    </a:moveTo>
                    <a:cubicBezTo>
                      <a:pt x="3721" y="7441"/>
                      <a:pt x="3392" y="7268"/>
                      <a:pt x="3015" y="7241"/>
                    </a:cubicBezTo>
                    <a:cubicBezTo>
                      <a:pt x="2641" y="7217"/>
                      <a:pt x="2292" y="7348"/>
                      <a:pt x="2033" y="7576"/>
                    </a:cubicBezTo>
                    <a:cubicBezTo>
                      <a:pt x="1769" y="7805"/>
                      <a:pt x="1597" y="8134"/>
                      <a:pt x="1572" y="8510"/>
                    </a:cubicBezTo>
                    <a:cubicBezTo>
                      <a:pt x="1545" y="8884"/>
                      <a:pt x="1677" y="9234"/>
                      <a:pt x="1905" y="9493"/>
                    </a:cubicBezTo>
                    <a:cubicBezTo>
                      <a:pt x="2135" y="9756"/>
                      <a:pt x="2464" y="9929"/>
                      <a:pt x="2839" y="9954"/>
                    </a:cubicBezTo>
                    <a:cubicBezTo>
                      <a:pt x="3215" y="9980"/>
                      <a:pt x="3565" y="9849"/>
                      <a:pt x="3824" y="9621"/>
                    </a:cubicBezTo>
                    <a:cubicBezTo>
                      <a:pt x="4085" y="9390"/>
                      <a:pt x="4258" y="9061"/>
                      <a:pt x="4284" y="8687"/>
                    </a:cubicBezTo>
                    <a:cubicBezTo>
                      <a:pt x="4307" y="8313"/>
                      <a:pt x="4177" y="7965"/>
                      <a:pt x="3949" y="7702"/>
                    </a:cubicBezTo>
                    <a:close/>
                    <a:moveTo>
                      <a:pt x="1027" y="4124"/>
                    </a:moveTo>
                    <a:cubicBezTo>
                      <a:pt x="1288" y="4142"/>
                      <a:pt x="1518" y="4262"/>
                      <a:pt x="1679" y="4445"/>
                    </a:cubicBezTo>
                    <a:cubicBezTo>
                      <a:pt x="1841" y="4628"/>
                      <a:pt x="1932" y="4872"/>
                      <a:pt x="1913" y="5134"/>
                    </a:cubicBezTo>
                    <a:cubicBezTo>
                      <a:pt x="1895" y="5397"/>
                      <a:pt x="1776" y="5625"/>
                      <a:pt x="1592" y="5787"/>
                    </a:cubicBezTo>
                    <a:cubicBezTo>
                      <a:pt x="1409" y="5946"/>
                      <a:pt x="1165" y="6038"/>
                      <a:pt x="904" y="6022"/>
                    </a:cubicBezTo>
                    <a:cubicBezTo>
                      <a:pt x="640" y="6003"/>
                      <a:pt x="412" y="5882"/>
                      <a:pt x="254" y="5699"/>
                    </a:cubicBezTo>
                    <a:cubicBezTo>
                      <a:pt x="91" y="5516"/>
                      <a:pt x="1" y="5273"/>
                      <a:pt x="19" y="5010"/>
                    </a:cubicBezTo>
                    <a:cubicBezTo>
                      <a:pt x="36" y="4749"/>
                      <a:pt x="157" y="4519"/>
                      <a:pt x="340" y="4360"/>
                    </a:cubicBezTo>
                    <a:cubicBezTo>
                      <a:pt x="523" y="4196"/>
                      <a:pt x="768" y="4105"/>
                      <a:pt x="1027" y="4124"/>
                    </a:cubicBezTo>
                    <a:close/>
                    <a:moveTo>
                      <a:pt x="1471" y="4628"/>
                    </a:moveTo>
                    <a:cubicBezTo>
                      <a:pt x="1358" y="4496"/>
                      <a:pt x="1196" y="4412"/>
                      <a:pt x="1008" y="4399"/>
                    </a:cubicBezTo>
                    <a:cubicBezTo>
                      <a:pt x="823" y="4387"/>
                      <a:pt x="651" y="4451"/>
                      <a:pt x="521" y="4566"/>
                    </a:cubicBezTo>
                    <a:cubicBezTo>
                      <a:pt x="390" y="4679"/>
                      <a:pt x="305" y="4842"/>
                      <a:pt x="291" y="5029"/>
                    </a:cubicBezTo>
                    <a:cubicBezTo>
                      <a:pt x="278" y="5214"/>
                      <a:pt x="342" y="5389"/>
                      <a:pt x="455" y="5518"/>
                    </a:cubicBezTo>
                    <a:cubicBezTo>
                      <a:pt x="568" y="5646"/>
                      <a:pt x="733" y="5734"/>
                      <a:pt x="918" y="5746"/>
                    </a:cubicBezTo>
                    <a:cubicBezTo>
                      <a:pt x="1103" y="5759"/>
                      <a:pt x="1278" y="5695"/>
                      <a:pt x="1407" y="5582"/>
                    </a:cubicBezTo>
                    <a:cubicBezTo>
                      <a:pt x="1535" y="5469"/>
                      <a:pt x="1623" y="5304"/>
                      <a:pt x="1636" y="5119"/>
                    </a:cubicBezTo>
                    <a:cubicBezTo>
                      <a:pt x="1648" y="4928"/>
                      <a:pt x="1584" y="4757"/>
                      <a:pt x="1471" y="4628"/>
                    </a:cubicBezTo>
                    <a:close/>
                    <a:moveTo>
                      <a:pt x="8578" y="305"/>
                    </a:moveTo>
                    <a:cubicBezTo>
                      <a:pt x="8245" y="285"/>
                      <a:pt x="7930" y="400"/>
                      <a:pt x="7700" y="603"/>
                    </a:cubicBezTo>
                    <a:cubicBezTo>
                      <a:pt x="7465" y="809"/>
                      <a:pt x="7311" y="1101"/>
                      <a:pt x="7289" y="1436"/>
                    </a:cubicBezTo>
                    <a:cubicBezTo>
                      <a:pt x="7268" y="1769"/>
                      <a:pt x="7383" y="2080"/>
                      <a:pt x="7587" y="2314"/>
                    </a:cubicBezTo>
                    <a:cubicBezTo>
                      <a:pt x="7790" y="2549"/>
                      <a:pt x="8084" y="2703"/>
                      <a:pt x="8420" y="2726"/>
                    </a:cubicBezTo>
                    <a:cubicBezTo>
                      <a:pt x="8753" y="2746"/>
                      <a:pt x="9065" y="2631"/>
                      <a:pt x="9298" y="2427"/>
                    </a:cubicBezTo>
                    <a:cubicBezTo>
                      <a:pt x="9532" y="2224"/>
                      <a:pt x="9686" y="1930"/>
                      <a:pt x="9709" y="1595"/>
                    </a:cubicBezTo>
                    <a:cubicBezTo>
                      <a:pt x="9756" y="926"/>
                      <a:pt x="9250" y="348"/>
                      <a:pt x="8578" y="305"/>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4"/>
              <p:cNvSpPr/>
              <p:nvPr/>
            </p:nvSpPr>
            <p:spPr>
              <a:xfrm>
                <a:off x="270576" y="3701013"/>
                <a:ext cx="799443" cy="724796"/>
              </a:xfrm>
              <a:custGeom>
                <a:rect b="b" l="l" r="r" t="t"/>
                <a:pathLst>
                  <a:path extrusionOk="0" h="15283" w="16857">
                    <a:moveTo>
                      <a:pt x="14493" y="0"/>
                    </a:moveTo>
                    <a:cubicBezTo>
                      <a:pt x="15653" y="1289"/>
                      <a:pt x="16445" y="2904"/>
                      <a:pt x="16725" y="4676"/>
                    </a:cubicBezTo>
                    <a:cubicBezTo>
                      <a:pt x="16272" y="4697"/>
                      <a:pt x="15859" y="4874"/>
                      <a:pt x="15534" y="5159"/>
                    </a:cubicBezTo>
                    <a:cubicBezTo>
                      <a:pt x="15160" y="5488"/>
                      <a:pt x="14911" y="5961"/>
                      <a:pt x="14874" y="6498"/>
                    </a:cubicBezTo>
                    <a:cubicBezTo>
                      <a:pt x="14839" y="7035"/>
                      <a:pt x="15026" y="7537"/>
                      <a:pt x="15355" y="7911"/>
                    </a:cubicBezTo>
                    <a:cubicBezTo>
                      <a:pt x="15645" y="8244"/>
                      <a:pt x="16048" y="8476"/>
                      <a:pt x="16509" y="8552"/>
                    </a:cubicBezTo>
                    <a:cubicBezTo>
                      <a:pt x="15478" y="12311"/>
                      <a:pt x="12131" y="15053"/>
                      <a:pt x="8187" y="15266"/>
                    </a:cubicBezTo>
                    <a:cubicBezTo>
                      <a:pt x="8195" y="15201"/>
                      <a:pt x="8201" y="15139"/>
                      <a:pt x="8207" y="15075"/>
                    </a:cubicBezTo>
                    <a:cubicBezTo>
                      <a:pt x="8244" y="14479"/>
                      <a:pt x="8039" y="13926"/>
                      <a:pt x="7677" y="13510"/>
                    </a:cubicBezTo>
                    <a:cubicBezTo>
                      <a:pt x="7313" y="13093"/>
                      <a:pt x="6790" y="12819"/>
                      <a:pt x="6196" y="12780"/>
                    </a:cubicBezTo>
                    <a:cubicBezTo>
                      <a:pt x="5602" y="12741"/>
                      <a:pt x="5047" y="12947"/>
                      <a:pt x="4631" y="13309"/>
                    </a:cubicBezTo>
                    <a:cubicBezTo>
                      <a:pt x="4288" y="13611"/>
                      <a:pt x="4043" y="14016"/>
                      <a:pt x="3942" y="14485"/>
                    </a:cubicBezTo>
                    <a:cubicBezTo>
                      <a:pt x="2320" y="13759"/>
                      <a:pt x="954" y="12583"/>
                      <a:pt x="0" y="11117"/>
                    </a:cubicBezTo>
                    <a:cubicBezTo>
                      <a:pt x="3899" y="11551"/>
                      <a:pt x="5402" y="10839"/>
                      <a:pt x="6829" y="7921"/>
                    </a:cubicBezTo>
                    <a:cubicBezTo>
                      <a:pt x="8343" y="4826"/>
                      <a:pt x="11113" y="8604"/>
                      <a:pt x="12322" y="3691"/>
                    </a:cubicBezTo>
                    <a:cubicBezTo>
                      <a:pt x="12892" y="1372"/>
                      <a:pt x="13749" y="391"/>
                      <a:pt x="14493" y="0"/>
                    </a:cubicBezTo>
                    <a:close/>
                    <a:moveTo>
                      <a:pt x="16764" y="4954"/>
                    </a:moveTo>
                    <a:cubicBezTo>
                      <a:pt x="16365" y="4966"/>
                      <a:pt x="16001" y="5120"/>
                      <a:pt x="15717" y="5367"/>
                    </a:cubicBezTo>
                    <a:cubicBezTo>
                      <a:pt x="15396" y="5649"/>
                      <a:pt x="15180" y="6056"/>
                      <a:pt x="15151" y="6513"/>
                    </a:cubicBezTo>
                    <a:cubicBezTo>
                      <a:pt x="15123" y="6973"/>
                      <a:pt x="15283" y="7403"/>
                      <a:pt x="15563" y="7724"/>
                    </a:cubicBezTo>
                    <a:cubicBezTo>
                      <a:pt x="15818" y="8014"/>
                      <a:pt x="16171" y="8217"/>
                      <a:pt x="16579" y="8277"/>
                    </a:cubicBezTo>
                    <a:cubicBezTo>
                      <a:pt x="16700" y="7771"/>
                      <a:pt x="16782" y="7251"/>
                      <a:pt x="16815" y="6714"/>
                    </a:cubicBezTo>
                    <a:cubicBezTo>
                      <a:pt x="16856" y="6118"/>
                      <a:pt x="16838" y="5528"/>
                      <a:pt x="16764" y="4954"/>
                    </a:cubicBezTo>
                    <a:close/>
                    <a:moveTo>
                      <a:pt x="7905" y="15277"/>
                    </a:moveTo>
                    <a:cubicBezTo>
                      <a:pt x="7919" y="15205"/>
                      <a:pt x="7930" y="15133"/>
                      <a:pt x="7932" y="15055"/>
                    </a:cubicBezTo>
                    <a:cubicBezTo>
                      <a:pt x="7965" y="14536"/>
                      <a:pt x="7786" y="14053"/>
                      <a:pt x="7469" y="13693"/>
                    </a:cubicBezTo>
                    <a:cubicBezTo>
                      <a:pt x="7150" y="13329"/>
                      <a:pt x="6696" y="13091"/>
                      <a:pt x="6178" y="13056"/>
                    </a:cubicBezTo>
                    <a:cubicBezTo>
                      <a:pt x="5659" y="13021"/>
                      <a:pt x="5176" y="13200"/>
                      <a:pt x="4816" y="13518"/>
                    </a:cubicBezTo>
                    <a:cubicBezTo>
                      <a:pt x="4506" y="13790"/>
                      <a:pt x="4284" y="14164"/>
                      <a:pt x="4208" y="14594"/>
                    </a:cubicBezTo>
                    <a:cubicBezTo>
                      <a:pt x="5098" y="14960"/>
                      <a:pt x="6064" y="15190"/>
                      <a:pt x="7082" y="15258"/>
                    </a:cubicBezTo>
                    <a:cubicBezTo>
                      <a:pt x="7358" y="15279"/>
                      <a:pt x="7633" y="15283"/>
                      <a:pt x="7905" y="15277"/>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34"/>
              <p:cNvSpPr/>
              <p:nvPr/>
            </p:nvSpPr>
            <p:spPr>
              <a:xfrm>
                <a:off x="731547" y="4048069"/>
                <a:ext cx="85887" cy="85697"/>
              </a:xfrm>
              <a:custGeom>
                <a:rect b="b" l="l" r="r" t="t"/>
                <a:pathLst>
                  <a:path extrusionOk="0" h="1807" w="1811">
                    <a:moveTo>
                      <a:pt x="961" y="31"/>
                    </a:moveTo>
                    <a:cubicBezTo>
                      <a:pt x="1442" y="64"/>
                      <a:pt x="1810" y="478"/>
                      <a:pt x="1777" y="959"/>
                    </a:cubicBezTo>
                    <a:cubicBezTo>
                      <a:pt x="1747" y="1440"/>
                      <a:pt x="1329" y="1806"/>
                      <a:pt x="848" y="1773"/>
                    </a:cubicBezTo>
                    <a:cubicBezTo>
                      <a:pt x="369" y="1740"/>
                      <a:pt x="1" y="1327"/>
                      <a:pt x="34" y="846"/>
                    </a:cubicBezTo>
                    <a:cubicBezTo>
                      <a:pt x="64" y="365"/>
                      <a:pt x="482" y="1"/>
                      <a:pt x="961" y="3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91" name="Google Shape;591;p34"/>
          <p:cNvSpPr/>
          <p:nvPr/>
        </p:nvSpPr>
        <p:spPr>
          <a:xfrm flipH="1" rot="-166584">
            <a:off x="6486279" y="1808507"/>
            <a:ext cx="300434" cy="300482"/>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rgbClr val="6D6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34"/>
          <p:cNvSpPr/>
          <p:nvPr/>
        </p:nvSpPr>
        <p:spPr>
          <a:xfrm flipH="1" rot="-166600">
            <a:off x="7611446" y="3244493"/>
            <a:ext cx="683625" cy="683780"/>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rgbClr val="6DC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4"/>
          <p:cNvSpPr txBox="1"/>
          <p:nvPr>
            <p:ph type="title"/>
          </p:nvPr>
        </p:nvSpPr>
        <p:spPr>
          <a:xfrm>
            <a:off x="1016088" y="1227200"/>
            <a:ext cx="3975300" cy="574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n"/>
              <a:t>SmallSats Evolution</a:t>
            </a:r>
            <a:endParaRPr/>
          </a:p>
        </p:txBody>
      </p:sp>
      <p:sp>
        <p:nvSpPr>
          <p:cNvPr id="594" name="Google Shape;594;p34"/>
          <p:cNvSpPr txBox="1"/>
          <p:nvPr>
            <p:ph idx="1" type="subTitle"/>
          </p:nvPr>
        </p:nvSpPr>
        <p:spPr>
          <a:xfrm rot="-259">
            <a:off x="1016087" y="1874950"/>
            <a:ext cx="3975300" cy="20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ever-evolving field of space exploration demands innovative approaches to satellite mission operations. While developments within the “New Space” era with the rise of small satellites offer unique advantages, including reduced costs and faster development cycles, they also present operational challenges that require system modernization and increased automation at par with advances in general software engineering.</a:t>
            </a:r>
            <a:endParaRPr/>
          </a:p>
        </p:txBody>
      </p:sp>
      <p:pic>
        <p:nvPicPr>
          <p:cNvPr id="595" name="Google Shape;595;p34"/>
          <p:cNvPicPr preferRelativeResize="0"/>
          <p:nvPr/>
        </p:nvPicPr>
        <p:blipFill>
          <a:blip r:embed="rId3">
            <a:alphaModFix/>
          </a:blip>
          <a:stretch>
            <a:fillRect/>
          </a:stretch>
        </p:blipFill>
        <p:spPr>
          <a:xfrm rot="383087">
            <a:off x="5824573" y="2732751"/>
            <a:ext cx="1244501" cy="12445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35"/>
          <p:cNvSpPr/>
          <p:nvPr/>
        </p:nvSpPr>
        <p:spPr>
          <a:xfrm>
            <a:off x="762350" y="1181325"/>
            <a:ext cx="5229900" cy="28656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5"/>
          <p:cNvSpPr txBox="1"/>
          <p:nvPr>
            <p:ph type="title"/>
          </p:nvPr>
        </p:nvSpPr>
        <p:spPr>
          <a:xfrm>
            <a:off x="6129875" y="1422400"/>
            <a:ext cx="2338800" cy="2446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SmallSats dominate spacecraft launches</a:t>
            </a:r>
            <a:endParaRPr/>
          </a:p>
          <a:p>
            <a:pPr indent="0" lvl="0" marL="0" rtl="0" algn="l">
              <a:spcBef>
                <a:spcPts val="0"/>
              </a:spcBef>
              <a:spcAft>
                <a:spcPts val="0"/>
              </a:spcAft>
              <a:buNone/>
            </a:pPr>
            <a:r>
              <a:rPr lang="en">
                <a:solidFill>
                  <a:schemeClr val="lt1"/>
                </a:solidFill>
              </a:rPr>
              <a:t>since 2020</a:t>
            </a:r>
            <a:endParaRPr>
              <a:solidFill>
                <a:schemeClr val="lt1"/>
              </a:solidFill>
            </a:endParaRPr>
          </a:p>
        </p:txBody>
      </p:sp>
      <p:pic>
        <p:nvPicPr>
          <p:cNvPr id="602" name="Google Shape;602;p35"/>
          <p:cNvPicPr preferRelativeResize="0"/>
          <p:nvPr/>
        </p:nvPicPr>
        <p:blipFill>
          <a:blip r:embed="rId3">
            <a:alphaModFix/>
          </a:blip>
          <a:stretch>
            <a:fillRect/>
          </a:stretch>
        </p:blipFill>
        <p:spPr>
          <a:xfrm>
            <a:off x="675703" y="1082700"/>
            <a:ext cx="5229947" cy="2865674"/>
          </a:xfrm>
          <a:prstGeom prst="rect">
            <a:avLst/>
          </a:prstGeom>
          <a:noFill/>
          <a:ln>
            <a:noFill/>
          </a:ln>
        </p:spPr>
      </p:pic>
      <p:sp>
        <p:nvSpPr>
          <p:cNvPr id="603" name="Google Shape;603;p35"/>
          <p:cNvSpPr txBox="1"/>
          <p:nvPr/>
        </p:nvSpPr>
        <p:spPr>
          <a:xfrm>
            <a:off x="1877300" y="4046917"/>
            <a:ext cx="30000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600">
                <a:solidFill>
                  <a:schemeClr val="dk1"/>
                </a:solidFill>
              </a:rPr>
              <a:t> https://brycetech.com/reports/report-documents/smallsats-2025/</a:t>
            </a:r>
            <a:endParaRPr sz="6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36"/>
          <p:cNvSpPr/>
          <p:nvPr/>
        </p:nvSpPr>
        <p:spPr>
          <a:xfrm>
            <a:off x="1441666" y="2040975"/>
            <a:ext cx="1636036" cy="1246746"/>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87663">
              <a:schemeClr val="lt1"/>
            </a:outerShdw>
          </a:effectLst>
        </p:spPr>
        <p:txBody>
          <a:bodyPr anchorCtr="0" anchor="ctr" bIns="76475" lIns="76475" spcFirstLastPara="1" rIns="76475" wrap="square" tIns="76475">
            <a:noAutofit/>
          </a:bodyPr>
          <a:lstStyle/>
          <a:p>
            <a:pPr indent="0" lvl="0" marL="0" rtl="0" algn="l">
              <a:spcBef>
                <a:spcPts val="0"/>
              </a:spcBef>
              <a:spcAft>
                <a:spcPts val="0"/>
              </a:spcAft>
              <a:buNone/>
            </a:pPr>
            <a:r>
              <a:t/>
            </a:r>
            <a:endParaRPr sz="1171"/>
          </a:p>
        </p:txBody>
      </p:sp>
      <p:sp>
        <p:nvSpPr>
          <p:cNvPr id="609" name="Google Shape;609;p36"/>
          <p:cNvSpPr/>
          <p:nvPr/>
        </p:nvSpPr>
        <p:spPr>
          <a:xfrm>
            <a:off x="3679717" y="2040975"/>
            <a:ext cx="1636036" cy="1246746"/>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87663">
              <a:schemeClr val="lt1"/>
            </a:outerShdw>
          </a:effectLst>
        </p:spPr>
        <p:txBody>
          <a:bodyPr anchorCtr="0" anchor="ctr" bIns="76475" lIns="76475" spcFirstLastPara="1" rIns="76475" wrap="square" tIns="76475">
            <a:noAutofit/>
          </a:bodyPr>
          <a:lstStyle/>
          <a:p>
            <a:pPr indent="0" lvl="0" marL="0" rtl="0" algn="l">
              <a:spcBef>
                <a:spcPts val="0"/>
              </a:spcBef>
              <a:spcAft>
                <a:spcPts val="0"/>
              </a:spcAft>
              <a:buNone/>
            </a:pPr>
            <a:r>
              <a:t/>
            </a:r>
            <a:endParaRPr sz="1171"/>
          </a:p>
        </p:txBody>
      </p:sp>
      <p:sp>
        <p:nvSpPr>
          <p:cNvPr id="610" name="Google Shape;610;p36"/>
          <p:cNvSpPr txBox="1"/>
          <p:nvPr>
            <p:ph idx="1" type="subTitle"/>
          </p:nvPr>
        </p:nvSpPr>
        <p:spPr>
          <a:xfrm>
            <a:off x="1283775" y="3602441"/>
            <a:ext cx="2012100" cy="512400"/>
          </a:xfrm>
          <a:prstGeom prst="rect">
            <a:avLst/>
          </a:prstGeom>
        </p:spPr>
        <p:txBody>
          <a:bodyPr anchorCtr="0" anchor="t" bIns="76475" lIns="76475" spcFirstLastPara="1" rIns="76475" wrap="square" tIns="76475">
            <a:noAutofit/>
          </a:bodyPr>
          <a:lstStyle/>
          <a:p>
            <a:pPr indent="0" lvl="0" marL="0" rtl="0" algn="ctr">
              <a:spcBef>
                <a:spcPts val="0"/>
              </a:spcBef>
              <a:spcAft>
                <a:spcPts val="0"/>
              </a:spcAft>
              <a:buNone/>
            </a:pPr>
            <a:r>
              <a:rPr lang="en" sz="1255"/>
              <a:t>of all spacecraft launches in 2024 (2023: 97%)</a:t>
            </a:r>
            <a:endParaRPr sz="1255"/>
          </a:p>
        </p:txBody>
      </p:sp>
      <p:sp>
        <p:nvSpPr>
          <p:cNvPr id="611" name="Google Shape;611;p36"/>
          <p:cNvSpPr txBox="1"/>
          <p:nvPr>
            <p:ph type="title"/>
          </p:nvPr>
        </p:nvSpPr>
        <p:spPr>
          <a:xfrm rot="-639">
            <a:off x="1452930" y="2336262"/>
            <a:ext cx="1613400" cy="829200"/>
          </a:xfrm>
          <a:prstGeom prst="rect">
            <a:avLst/>
          </a:prstGeom>
        </p:spPr>
        <p:txBody>
          <a:bodyPr anchorCtr="0" anchor="ctr" bIns="76475" lIns="76475" spcFirstLastPara="1" rIns="76475" wrap="square" tIns="76475">
            <a:noAutofit/>
          </a:bodyPr>
          <a:lstStyle/>
          <a:p>
            <a:pPr indent="0" lvl="0" marL="0" rtl="0" algn="ctr">
              <a:spcBef>
                <a:spcPts val="0"/>
              </a:spcBef>
              <a:spcAft>
                <a:spcPts val="0"/>
              </a:spcAft>
              <a:buNone/>
            </a:pPr>
            <a:r>
              <a:rPr lang="en" sz="5187"/>
              <a:t>97%</a:t>
            </a:r>
            <a:endParaRPr sz="5187"/>
          </a:p>
        </p:txBody>
      </p:sp>
      <p:sp>
        <p:nvSpPr>
          <p:cNvPr id="612" name="Google Shape;612;p36"/>
          <p:cNvSpPr txBox="1"/>
          <p:nvPr>
            <p:ph idx="2" type="title"/>
          </p:nvPr>
        </p:nvSpPr>
        <p:spPr>
          <a:xfrm>
            <a:off x="3690618" y="2336284"/>
            <a:ext cx="1614000" cy="829200"/>
          </a:xfrm>
          <a:prstGeom prst="rect">
            <a:avLst/>
          </a:prstGeom>
        </p:spPr>
        <p:txBody>
          <a:bodyPr anchorCtr="0" anchor="ctr" bIns="76475" lIns="76475" spcFirstLastPara="1" rIns="76475" wrap="square" tIns="76475">
            <a:noAutofit/>
          </a:bodyPr>
          <a:lstStyle/>
          <a:p>
            <a:pPr indent="0" lvl="0" marL="0" rtl="0" algn="ctr">
              <a:spcBef>
                <a:spcPts val="0"/>
              </a:spcBef>
              <a:spcAft>
                <a:spcPts val="0"/>
              </a:spcAft>
              <a:buNone/>
            </a:pPr>
            <a:r>
              <a:rPr lang="en" sz="5187"/>
              <a:t>81%</a:t>
            </a:r>
            <a:endParaRPr sz="5187"/>
          </a:p>
        </p:txBody>
      </p:sp>
      <p:sp>
        <p:nvSpPr>
          <p:cNvPr id="613" name="Google Shape;613;p36"/>
          <p:cNvSpPr txBox="1"/>
          <p:nvPr>
            <p:ph idx="3" type="subTitle"/>
          </p:nvPr>
        </p:nvSpPr>
        <p:spPr>
          <a:xfrm>
            <a:off x="3517015" y="3602315"/>
            <a:ext cx="2012100" cy="512400"/>
          </a:xfrm>
          <a:prstGeom prst="rect">
            <a:avLst/>
          </a:prstGeom>
        </p:spPr>
        <p:txBody>
          <a:bodyPr anchorCtr="0" anchor="t" bIns="76475" lIns="76475" spcFirstLastPara="1" rIns="76475" wrap="square" tIns="76475">
            <a:noAutofit/>
          </a:bodyPr>
          <a:lstStyle/>
          <a:p>
            <a:pPr indent="0" lvl="0" marL="0" rtl="0" algn="ctr">
              <a:spcBef>
                <a:spcPts val="0"/>
              </a:spcBef>
              <a:spcAft>
                <a:spcPts val="0"/>
              </a:spcAft>
              <a:buNone/>
            </a:pPr>
            <a:r>
              <a:rPr lang="en" sz="1255"/>
              <a:t>of spacecraft upmass in 2024 (2023: 63%)</a:t>
            </a:r>
            <a:endParaRPr sz="1255"/>
          </a:p>
        </p:txBody>
      </p:sp>
      <p:sp>
        <p:nvSpPr>
          <p:cNvPr id="614" name="Google Shape;614;p36"/>
          <p:cNvSpPr/>
          <p:nvPr/>
        </p:nvSpPr>
        <p:spPr>
          <a:xfrm>
            <a:off x="1365522" y="3315535"/>
            <a:ext cx="1968000" cy="357300"/>
          </a:xfrm>
          <a:prstGeom prst="roundRect">
            <a:avLst>
              <a:gd fmla="val 50000" name="adj"/>
            </a:avLst>
          </a:prstGeom>
          <a:solidFill>
            <a:schemeClr val="lt1"/>
          </a:solidFill>
          <a:ln>
            <a:noFill/>
          </a:ln>
        </p:spPr>
        <p:txBody>
          <a:bodyPr anchorCtr="0" anchor="ctr" bIns="76475" lIns="76475" spcFirstLastPara="1" rIns="76475" wrap="square" tIns="76475">
            <a:noAutofit/>
          </a:bodyPr>
          <a:lstStyle/>
          <a:p>
            <a:pPr indent="0" lvl="0" marL="0" rtl="0" algn="l">
              <a:spcBef>
                <a:spcPts val="0"/>
              </a:spcBef>
              <a:spcAft>
                <a:spcPts val="0"/>
              </a:spcAft>
              <a:buNone/>
            </a:pPr>
            <a:r>
              <a:t/>
            </a:r>
            <a:endParaRPr sz="1171"/>
          </a:p>
        </p:txBody>
      </p:sp>
      <p:sp>
        <p:nvSpPr>
          <p:cNvPr id="615" name="Google Shape;615;p36"/>
          <p:cNvSpPr/>
          <p:nvPr/>
        </p:nvSpPr>
        <p:spPr>
          <a:xfrm>
            <a:off x="1335983" y="3245259"/>
            <a:ext cx="1907700" cy="357300"/>
          </a:xfrm>
          <a:prstGeom prst="roundRect">
            <a:avLst>
              <a:gd fmla="val 50000" name="adj"/>
            </a:avLst>
          </a:prstGeom>
          <a:solidFill>
            <a:schemeClr val="accent4"/>
          </a:solidFill>
          <a:ln>
            <a:noFill/>
          </a:ln>
        </p:spPr>
        <p:txBody>
          <a:bodyPr anchorCtr="0" anchor="ctr" bIns="76475" lIns="76475" spcFirstLastPara="1" rIns="76475" wrap="square" tIns="76475">
            <a:noAutofit/>
          </a:bodyPr>
          <a:lstStyle/>
          <a:p>
            <a:pPr indent="0" lvl="0" marL="0" rtl="0" algn="l">
              <a:spcBef>
                <a:spcPts val="0"/>
              </a:spcBef>
              <a:spcAft>
                <a:spcPts val="0"/>
              </a:spcAft>
              <a:buNone/>
            </a:pPr>
            <a:r>
              <a:t/>
            </a:r>
            <a:endParaRPr sz="1171"/>
          </a:p>
        </p:txBody>
      </p:sp>
      <p:sp>
        <p:nvSpPr>
          <p:cNvPr id="616" name="Google Shape;616;p36"/>
          <p:cNvSpPr/>
          <p:nvPr/>
        </p:nvSpPr>
        <p:spPr>
          <a:xfrm>
            <a:off x="1305841" y="3245259"/>
            <a:ext cx="1907700" cy="357300"/>
          </a:xfrm>
          <a:prstGeom prst="roundRect">
            <a:avLst>
              <a:gd fmla="val 50000" name="adj"/>
            </a:avLst>
          </a:prstGeom>
          <a:solidFill>
            <a:schemeClr val="accent3"/>
          </a:solidFill>
          <a:ln>
            <a:noFill/>
          </a:ln>
        </p:spPr>
        <p:txBody>
          <a:bodyPr anchorCtr="0" anchor="ctr" bIns="76475" lIns="76475" spcFirstLastPara="1" rIns="76475" wrap="square" tIns="76475">
            <a:noAutofit/>
          </a:bodyPr>
          <a:lstStyle/>
          <a:p>
            <a:pPr indent="0" lvl="0" marL="0" rtl="0" algn="l">
              <a:spcBef>
                <a:spcPts val="0"/>
              </a:spcBef>
              <a:spcAft>
                <a:spcPts val="0"/>
              </a:spcAft>
              <a:buNone/>
            </a:pPr>
            <a:r>
              <a:t/>
            </a:r>
            <a:endParaRPr sz="1171"/>
          </a:p>
        </p:txBody>
      </p:sp>
      <p:sp>
        <p:nvSpPr>
          <p:cNvPr id="617" name="Google Shape;617;p36"/>
          <p:cNvSpPr/>
          <p:nvPr/>
        </p:nvSpPr>
        <p:spPr>
          <a:xfrm>
            <a:off x="3608869" y="3324254"/>
            <a:ext cx="1969200" cy="357300"/>
          </a:xfrm>
          <a:prstGeom prst="roundRect">
            <a:avLst>
              <a:gd fmla="val 50000" name="adj"/>
            </a:avLst>
          </a:prstGeom>
          <a:solidFill>
            <a:schemeClr val="lt1"/>
          </a:solidFill>
          <a:ln>
            <a:noFill/>
          </a:ln>
        </p:spPr>
        <p:txBody>
          <a:bodyPr anchorCtr="0" anchor="ctr" bIns="76475" lIns="76475" spcFirstLastPara="1" rIns="76475" wrap="square" tIns="76475">
            <a:noAutofit/>
          </a:bodyPr>
          <a:lstStyle/>
          <a:p>
            <a:pPr indent="0" lvl="0" marL="0" rtl="0" algn="l">
              <a:spcBef>
                <a:spcPts val="0"/>
              </a:spcBef>
              <a:spcAft>
                <a:spcPts val="0"/>
              </a:spcAft>
              <a:buNone/>
            </a:pPr>
            <a:r>
              <a:t/>
            </a:r>
            <a:endParaRPr sz="1171"/>
          </a:p>
        </p:txBody>
      </p:sp>
      <p:sp>
        <p:nvSpPr>
          <p:cNvPr id="618" name="Google Shape;618;p36"/>
          <p:cNvSpPr/>
          <p:nvPr/>
        </p:nvSpPr>
        <p:spPr>
          <a:xfrm>
            <a:off x="3600097" y="3245259"/>
            <a:ext cx="1907700" cy="357300"/>
          </a:xfrm>
          <a:prstGeom prst="roundRect">
            <a:avLst>
              <a:gd fmla="val 50000" name="adj"/>
            </a:avLst>
          </a:prstGeom>
          <a:solidFill>
            <a:schemeClr val="accent4"/>
          </a:solidFill>
          <a:ln>
            <a:noFill/>
          </a:ln>
        </p:spPr>
        <p:txBody>
          <a:bodyPr anchorCtr="0" anchor="ctr" bIns="76475" lIns="76475" spcFirstLastPara="1" rIns="76475" wrap="square" tIns="76475">
            <a:noAutofit/>
          </a:bodyPr>
          <a:lstStyle/>
          <a:p>
            <a:pPr indent="0" lvl="0" marL="0" rtl="0" algn="l">
              <a:spcBef>
                <a:spcPts val="0"/>
              </a:spcBef>
              <a:spcAft>
                <a:spcPts val="0"/>
              </a:spcAft>
              <a:buNone/>
            </a:pPr>
            <a:r>
              <a:t/>
            </a:r>
            <a:endParaRPr sz="1171"/>
          </a:p>
        </p:txBody>
      </p:sp>
      <p:sp>
        <p:nvSpPr>
          <p:cNvPr id="619" name="Google Shape;619;p36"/>
          <p:cNvSpPr/>
          <p:nvPr/>
        </p:nvSpPr>
        <p:spPr>
          <a:xfrm>
            <a:off x="3547205" y="3245259"/>
            <a:ext cx="1679400" cy="357300"/>
          </a:xfrm>
          <a:prstGeom prst="roundRect">
            <a:avLst>
              <a:gd fmla="val 50000" name="adj"/>
            </a:avLst>
          </a:prstGeom>
          <a:solidFill>
            <a:schemeClr val="accent3"/>
          </a:solidFill>
          <a:ln>
            <a:noFill/>
          </a:ln>
        </p:spPr>
        <p:txBody>
          <a:bodyPr anchorCtr="0" anchor="ctr" bIns="76475" lIns="76475" spcFirstLastPara="1" rIns="76475" wrap="square" tIns="76475">
            <a:noAutofit/>
          </a:bodyPr>
          <a:lstStyle/>
          <a:p>
            <a:pPr indent="0" lvl="0" marL="0" rtl="0" algn="l">
              <a:spcBef>
                <a:spcPts val="0"/>
              </a:spcBef>
              <a:spcAft>
                <a:spcPts val="0"/>
              </a:spcAft>
              <a:buNone/>
            </a:pPr>
            <a:r>
              <a:t/>
            </a:r>
            <a:endParaRPr sz="1171"/>
          </a:p>
        </p:txBody>
      </p:sp>
      <p:sp>
        <p:nvSpPr>
          <p:cNvPr id="620" name="Google Shape;620;p36"/>
          <p:cNvSpPr txBox="1"/>
          <p:nvPr>
            <p:ph idx="4294967295" type="title"/>
          </p:nvPr>
        </p:nvSpPr>
        <p:spPr>
          <a:xfrm>
            <a:off x="910200" y="592892"/>
            <a:ext cx="7323600" cy="1703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Statistics are very clear about </a:t>
            </a:r>
            <a:endParaRPr/>
          </a:p>
          <a:p>
            <a:pPr indent="0" lvl="0" marL="0" rtl="0" algn="ctr">
              <a:spcBef>
                <a:spcPts val="0"/>
              </a:spcBef>
              <a:spcAft>
                <a:spcPts val="0"/>
              </a:spcAft>
              <a:buNone/>
            </a:pPr>
            <a:r>
              <a:rPr lang="en">
                <a:solidFill>
                  <a:schemeClr val="lt1"/>
                </a:solidFill>
              </a:rPr>
              <a:t>the rise of Smallsats</a:t>
            </a:r>
            <a:endParaRPr>
              <a:solidFill>
                <a:schemeClr val="lt1"/>
              </a:solidFill>
            </a:endParaRPr>
          </a:p>
          <a:p>
            <a:pPr indent="0" lvl="0" marL="0" rtl="0" algn="ctr">
              <a:spcBef>
                <a:spcPts val="0"/>
              </a:spcBef>
              <a:spcAft>
                <a:spcPts val="0"/>
              </a:spcAft>
              <a:buNone/>
            </a:pPr>
            <a:r>
              <a:t/>
            </a:r>
            <a:endParaRPr>
              <a:solidFill>
                <a:schemeClr val="lt1"/>
              </a:solidFill>
            </a:endParaRPr>
          </a:p>
        </p:txBody>
      </p:sp>
      <p:sp>
        <p:nvSpPr>
          <p:cNvPr id="621" name="Google Shape;621;p36"/>
          <p:cNvSpPr/>
          <p:nvPr/>
        </p:nvSpPr>
        <p:spPr>
          <a:xfrm>
            <a:off x="5961892" y="2040975"/>
            <a:ext cx="1636036" cy="1246746"/>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87663">
              <a:schemeClr val="lt1"/>
            </a:outerShdw>
          </a:effectLst>
        </p:spPr>
        <p:txBody>
          <a:bodyPr anchorCtr="0" anchor="ctr" bIns="76475" lIns="76475" spcFirstLastPara="1" rIns="76475" wrap="square" tIns="76475">
            <a:noAutofit/>
          </a:bodyPr>
          <a:lstStyle/>
          <a:p>
            <a:pPr indent="0" lvl="0" marL="0" rtl="0" algn="l">
              <a:spcBef>
                <a:spcPts val="0"/>
              </a:spcBef>
              <a:spcAft>
                <a:spcPts val="0"/>
              </a:spcAft>
              <a:buNone/>
            </a:pPr>
            <a:r>
              <a:t/>
            </a:r>
            <a:endParaRPr sz="1171"/>
          </a:p>
        </p:txBody>
      </p:sp>
      <p:sp>
        <p:nvSpPr>
          <p:cNvPr id="622" name="Google Shape;622;p36"/>
          <p:cNvSpPr txBox="1"/>
          <p:nvPr>
            <p:ph idx="2" type="title"/>
          </p:nvPr>
        </p:nvSpPr>
        <p:spPr>
          <a:xfrm>
            <a:off x="5972793" y="2336284"/>
            <a:ext cx="1614000" cy="829200"/>
          </a:xfrm>
          <a:prstGeom prst="rect">
            <a:avLst/>
          </a:prstGeom>
        </p:spPr>
        <p:txBody>
          <a:bodyPr anchorCtr="0" anchor="ctr" bIns="76475" lIns="76475" spcFirstLastPara="1" rIns="76475" wrap="square" tIns="76475">
            <a:noAutofit/>
          </a:bodyPr>
          <a:lstStyle/>
          <a:p>
            <a:pPr indent="0" lvl="0" marL="0" rtl="0" algn="ctr">
              <a:spcBef>
                <a:spcPts val="0"/>
              </a:spcBef>
              <a:spcAft>
                <a:spcPts val="0"/>
              </a:spcAft>
              <a:buNone/>
            </a:pPr>
            <a:r>
              <a:rPr lang="en" sz="5187"/>
              <a:t>73</a:t>
            </a:r>
            <a:r>
              <a:rPr lang="en" sz="5187"/>
              <a:t>%</a:t>
            </a:r>
            <a:endParaRPr sz="5187"/>
          </a:p>
        </p:txBody>
      </p:sp>
      <p:sp>
        <p:nvSpPr>
          <p:cNvPr id="623" name="Google Shape;623;p36"/>
          <p:cNvSpPr txBox="1"/>
          <p:nvPr>
            <p:ph idx="3" type="subTitle"/>
          </p:nvPr>
        </p:nvSpPr>
        <p:spPr>
          <a:xfrm>
            <a:off x="5799200" y="3602329"/>
            <a:ext cx="2012100" cy="709200"/>
          </a:xfrm>
          <a:prstGeom prst="rect">
            <a:avLst/>
          </a:prstGeom>
        </p:spPr>
        <p:txBody>
          <a:bodyPr anchorCtr="0" anchor="t" bIns="76475" lIns="76475" spcFirstLastPara="1" rIns="76475" wrap="square" tIns="76475">
            <a:noAutofit/>
          </a:bodyPr>
          <a:lstStyle/>
          <a:p>
            <a:pPr indent="0" lvl="0" marL="0" rtl="0" algn="ctr">
              <a:spcBef>
                <a:spcPts val="0"/>
              </a:spcBef>
              <a:spcAft>
                <a:spcPts val="0"/>
              </a:spcAft>
              <a:buNone/>
            </a:pPr>
            <a:r>
              <a:rPr lang="en" sz="1255"/>
              <a:t>of all spacecraft launches in 2024 (2015-2024: 25%) for larger SmallSats</a:t>
            </a:r>
            <a:endParaRPr sz="1255"/>
          </a:p>
        </p:txBody>
      </p:sp>
      <p:sp>
        <p:nvSpPr>
          <p:cNvPr id="624" name="Google Shape;624;p36"/>
          <p:cNvSpPr/>
          <p:nvPr/>
        </p:nvSpPr>
        <p:spPr>
          <a:xfrm>
            <a:off x="5891044" y="3324254"/>
            <a:ext cx="1969200" cy="357300"/>
          </a:xfrm>
          <a:prstGeom prst="roundRect">
            <a:avLst>
              <a:gd fmla="val 50000" name="adj"/>
            </a:avLst>
          </a:prstGeom>
          <a:solidFill>
            <a:schemeClr val="lt1"/>
          </a:solidFill>
          <a:ln>
            <a:noFill/>
          </a:ln>
        </p:spPr>
        <p:txBody>
          <a:bodyPr anchorCtr="0" anchor="ctr" bIns="76475" lIns="76475" spcFirstLastPara="1" rIns="76475" wrap="square" tIns="76475">
            <a:noAutofit/>
          </a:bodyPr>
          <a:lstStyle/>
          <a:p>
            <a:pPr indent="0" lvl="0" marL="0" rtl="0" algn="l">
              <a:spcBef>
                <a:spcPts val="0"/>
              </a:spcBef>
              <a:spcAft>
                <a:spcPts val="0"/>
              </a:spcAft>
              <a:buNone/>
            </a:pPr>
            <a:r>
              <a:t/>
            </a:r>
            <a:endParaRPr sz="1171"/>
          </a:p>
        </p:txBody>
      </p:sp>
      <p:sp>
        <p:nvSpPr>
          <p:cNvPr id="625" name="Google Shape;625;p36"/>
          <p:cNvSpPr/>
          <p:nvPr/>
        </p:nvSpPr>
        <p:spPr>
          <a:xfrm>
            <a:off x="5882271" y="3245259"/>
            <a:ext cx="1907700" cy="357300"/>
          </a:xfrm>
          <a:prstGeom prst="roundRect">
            <a:avLst>
              <a:gd fmla="val 50000" name="adj"/>
            </a:avLst>
          </a:prstGeom>
          <a:solidFill>
            <a:schemeClr val="accent4"/>
          </a:solidFill>
          <a:ln>
            <a:noFill/>
          </a:ln>
        </p:spPr>
        <p:txBody>
          <a:bodyPr anchorCtr="0" anchor="ctr" bIns="76475" lIns="76475" spcFirstLastPara="1" rIns="76475" wrap="square" tIns="76475">
            <a:noAutofit/>
          </a:bodyPr>
          <a:lstStyle/>
          <a:p>
            <a:pPr indent="0" lvl="0" marL="0" rtl="0" algn="l">
              <a:spcBef>
                <a:spcPts val="0"/>
              </a:spcBef>
              <a:spcAft>
                <a:spcPts val="0"/>
              </a:spcAft>
              <a:buNone/>
            </a:pPr>
            <a:r>
              <a:t/>
            </a:r>
            <a:endParaRPr sz="1171"/>
          </a:p>
        </p:txBody>
      </p:sp>
      <p:sp>
        <p:nvSpPr>
          <p:cNvPr id="626" name="Google Shape;626;p36"/>
          <p:cNvSpPr/>
          <p:nvPr/>
        </p:nvSpPr>
        <p:spPr>
          <a:xfrm>
            <a:off x="5829375" y="3245250"/>
            <a:ext cx="1570500" cy="357300"/>
          </a:xfrm>
          <a:prstGeom prst="roundRect">
            <a:avLst>
              <a:gd fmla="val 50000" name="adj"/>
            </a:avLst>
          </a:prstGeom>
          <a:solidFill>
            <a:schemeClr val="accent3"/>
          </a:solidFill>
          <a:ln>
            <a:noFill/>
          </a:ln>
        </p:spPr>
        <p:txBody>
          <a:bodyPr anchorCtr="0" anchor="ctr" bIns="76475" lIns="76475" spcFirstLastPara="1" rIns="76475" wrap="square" tIns="76475">
            <a:noAutofit/>
          </a:bodyPr>
          <a:lstStyle/>
          <a:p>
            <a:pPr indent="0" lvl="0" marL="0" rtl="0" algn="l">
              <a:spcBef>
                <a:spcPts val="0"/>
              </a:spcBef>
              <a:spcAft>
                <a:spcPts val="0"/>
              </a:spcAft>
              <a:buNone/>
            </a:pPr>
            <a:r>
              <a:t/>
            </a:r>
            <a:endParaRPr sz="1171"/>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37"/>
          <p:cNvSpPr/>
          <p:nvPr/>
        </p:nvSpPr>
        <p:spPr>
          <a:xfrm>
            <a:off x="762350" y="1075350"/>
            <a:ext cx="5378100" cy="2992800"/>
          </a:xfrm>
          <a:prstGeom prst="roundRect">
            <a:avLst>
              <a:gd fmla="val 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37"/>
          <p:cNvSpPr txBox="1"/>
          <p:nvPr>
            <p:ph type="title"/>
          </p:nvPr>
        </p:nvSpPr>
        <p:spPr>
          <a:xfrm>
            <a:off x="6140450" y="1391025"/>
            <a:ext cx="2338800" cy="2446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Spacecraft launch rate</a:t>
            </a:r>
            <a:endParaRPr/>
          </a:p>
          <a:p>
            <a:pPr indent="0" lvl="0" marL="0" rtl="0" algn="l">
              <a:spcBef>
                <a:spcPts val="0"/>
              </a:spcBef>
              <a:spcAft>
                <a:spcPts val="0"/>
              </a:spcAft>
              <a:buNone/>
            </a:pPr>
            <a:r>
              <a:rPr lang="en"/>
              <a:t>Increased</a:t>
            </a:r>
            <a:endParaRPr/>
          </a:p>
          <a:p>
            <a:pPr indent="0" lvl="0" marL="0" rtl="0" algn="l">
              <a:spcBef>
                <a:spcPts val="0"/>
              </a:spcBef>
              <a:spcAft>
                <a:spcPts val="0"/>
              </a:spcAft>
              <a:buNone/>
            </a:pPr>
            <a:r>
              <a:rPr lang="en">
                <a:solidFill>
                  <a:schemeClr val="lt1"/>
                </a:solidFill>
              </a:rPr>
              <a:t>Time to launch </a:t>
            </a:r>
            <a:endParaRPr>
              <a:solidFill>
                <a:schemeClr val="lt1"/>
              </a:solidFill>
            </a:endParaRPr>
          </a:p>
          <a:p>
            <a:pPr indent="0" lvl="0" marL="0" rtl="0" algn="l">
              <a:spcBef>
                <a:spcPts val="0"/>
              </a:spcBef>
              <a:spcAft>
                <a:spcPts val="0"/>
              </a:spcAft>
              <a:buNone/>
            </a:pPr>
            <a:r>
              <a:rPr lang="en">
                <a:solidFill>
                  <a:schemeClr val="lt1"/>
                </a:solidFill>
              </a:rPr>
              <a:t>decreased</a:t>
            </a:r>
            <a:endParaRPr>
              <a:solidFill>
                <a:schemeClr val="lt1"/>
              </a:solidFill>
            </a:endParaRPr>
          </a:p>
        </p:txBody>
      </p:sp>
      <p:pic>
        <p:nvPicPr>
          <p:cNvPr id="633" name="Google Shape;633;p37"/>
          <p:cNvPicPr preferRelativeResize="0"/>
          <p:nvPr/>
        </p:nvPicPr>
        <p:blipFill>
          <a:blip r:embed="rId3">
            <a:alphaModFix/>
          </a:blip>
          <a:stretch>
            <a:fillRect/>
          </a:stretch>
        </p:blipFill>
        <p:spPr>
          <a:xfrm>
            <a:off x="664192" y="961800"/>
            <a:ext cx="5391609" cy="2992800"/>
          </a:xfrm>
          <a:prstGeom prst="rect">
            <a:avLst/>
          </a:prstGeom>
          <a:noFill/>
          <a:ln>
            <a:noFill/>
          </a:ln>
        </p:spPr>
      </p:pic>
      <p:sp>
        <p:nvSpPr>
          <p:cNvPr id="634" name="Google Shape;634;p37"/>
          <p:cNvSpPr txBox="1"/>
          <p:nvPr/>
        </p:nvSpPr>
        <p:spPr>
          <a:xfrm>
            <a:off x="1951400" y="4068158"/>
            <a:ext cx="3000000" cy="276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600">
                <a:solidFill>
                  <a:schemeClr val="dk1"/>
                </a:solidFill>
              </a:rPr>
              <a:t>https://spacestatsonline.com/launches</a:t>
            </a:r>
            <a:endParaRPr b="1" sz="6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grpSp>
        <p:nvGrpSpPr>
          <p:cNvPr id="639" name="Google Shape;639;p38"/>
          <p:cNvGrpSpPr/>
          <p:nvPr/>
        </p:nvGrpSpPr>
        <p:grpSpPr>
          <a:xfrm flipH="1" rot="117939">
            <a:off x="6821420" y="2051163"/>
            <a:ext cx="1900322" cy="1900104"/>
            <a:chOff x="277881" y="2901316"/>
            <a:chExt cx="1900344" cy="1900126"/>
          </a:xfrm>
        </p:grpSpPr>
        <p:sp>
          <p:nvSpPr>
            <p:cNvPr id="640" name="Google Shape;640;p38"/>
            <p:cNvSpPr/>
            <p:nvPr/>
          </p:nvSpPr>
          <p:spPr>
            <a:xfrm>
              <a:off x="402450" y="3248988"/>
              <a:ext cx="1354500" cy="1354500"/>
            </a:xfrm>
            <a:prstGeom prst="ellipse">
              <a:avLst/>
            </a:prstGeom>
            <a:solidFill>
              <a:srgbClr val="1B22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1" name="Google Shape;641;p38"/>
            <p:cNvGrpSpPr/>
            <p:nvPr/>
          </p:nvGrpSpPr>
          <p:grpSpPr>
            <a:xfrm rot="2322109">
              <a:off x="551788" y="3175815"/>
              <a:ext cx="1352529" cy="1351128"/>
              <a:chOff x="200055" y="3556746"/>
              <a:chExt cx="869964" cy="869063"/>
            </a:xfrm>
          </p:grpSpPr>
          <p:sp>
            <p:nvSpPr>
              <p:cNvPr id="642" name="Google Shape;642;p38"/>
              <p:cNvSpPr/>
              <p:nvPr/>
            </p:nvSpPr>
            <p:spPr>
              <a:xfrm>
                <a:off x="200055" y="3556746"/>
                <a:ext cx="868968" cy="868968"/>
              </a:xfrm>
              <a:custGeom>
                <a:rect b="b" l="l" r="r" t="t"/>
                <a:pathLst>
                  <a:path extrusionOk="0" h="18323" w="18323">
                    <a:moveTo>
                      <a:pt x="15639" y="2684"/>
                    </a:moveTo>
                    <a:cubicBezTo>
                      <a:pt x="17358" y="4401"/>
                      <a:pt x="18323" y="6731"/>
                      <a:pt x="18323" y="9162"/>
                    </a:cubicBezTo>
                    <a:cubicBezTo>
                      <a:pt x="18323" y="11590"/>
                      <a:pt x="17358" y="13920"/>
                      <a:pt x="15639" y="15639"/>
                    </a:cubicBezTo>
                    <a:cubicBezTo>
                      <a:pt x="13922" y="17356"/>
                      <a:pt x="11592" y="18323"/>
                      <a:pt x="9162" y="18323"/>
                    </a:cubicBezTo>
                    <a:cubicBezTo>
                      <a:pt x="6733" y="18323"/>
                      <a:pt x="4403" y="17356"/>
                      <a:pt x="2684" y="15639"/>
                    </a:cubicBezTo>
                    <a:cubicBezTo>
                      <a:pt x="967" y="13920"/>
                      <a:pt x="1" y="11590"/>
                      <a:pt x="1" y="9162"/>
                    </a:cubicBezTo>
                    <a:cubicBezTo>
                      <a:pt x="1" y="6731"/>
                      <a:pt x="967" y="4401"/>
                      <a:pt x="2684" y="2684"/>
                    </a:cubicBezTo>
                    <a:cubicBezTo>
                      <a:pt x="4403" y="965"/>
                      <a:pt x="6733" y="1"/>
                      <a:pt x="9162" y="1"/>
                    </a:cubicBezTo>
                    <a:cubicBezTo>
                      <a:pt x="11592" y="1"/>
                      <a:pt x="13922" y="965"/>
                      <a:pt x="15639" y="2684"/>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38"/>
              <p:cNvSpPr/>
              <p:nvPr/>
            </p:nvSpPr>
            <p:spPr>
              <a:xfrm>
                <a:off x="311314" y="3605499"/>
                <a:ext cx="474914" cy="486723"/>
              </a:xfrm>
              <a:custGeom>
                <a:rect b="b" l="l" r="r" t="t"/>
                <a:pathLst>
                  <a:path extrusionOk="0" h="10263" w="10014">
                    <a:moveTo>
                      <a:pt x="8596" y="30"/>
                    </a:moveTo>
                    <a:cubicBezTo>
                      <a:pt x="9008" y="54"/>
                      <a:pt x="9368" y="246"/>
                      <a:pt x="9620" y="536"/>
                    </a:cubicBezTo>
                    <a:cubicBezTo>
                      <a:pt x="9871" y="823"/>
                      <a:pt x="10013" y="1206"/>
                      <a:pt x="9986" y="1617"/>
                    </a:cubicBezTo>
                    <a:cubicBezTo>
                      <a:pt x="9962" y="2028"/>
                      <a:pt x="9769" y="2388"/>
                      <a:pt x="9481" y="2641"/>
                    </a:cubicBezTo>
                    <a:cubicBezTo>
                      <a:pt x="9193" y="2892"/>
                      <a:pt x="8810" y="3034"/>
                      <a:pt x="8401" y="3009"/>
                    </a:cubicBezTo>
                    <a:cubicBezTo>
                      <a:pt x="7990" y="2983"/>
                      <a:pt x="7630" y="2789"/>
                      <a:pt x="7379" y="2501"/>
                    </a:cubicBezTo>
                    <a:cubicBezTo>
                      <a:pt x="7126" y="2214"/>
                      <a:pt x="6984" y="1831"/>
                      <a:pt x="7011" y="1420"/>
                    </a:cubicBezTo>
                    <a:cubicBezTo>
                      <a:pt x="7036" y="1009"/>
                      <a:pt x="7229" y="649"/>
                      <a:pt x="7517" y="398"/>
                    </a:cubicBezTo>
                    <a:cubicBezTo>
                      <a:pt x="7805" y="145"/>
                      <a:pt x="8187" y="1"/>
                      <a:pt x="8596" y="30"/>
                    </a:cubicBezTo>
                    <a:close/>
                    <a:moveTo>
                      <a:pt x="3032" y="6968"/>
                    </a:moveTo>
                    <a:cubicBezTo>
                      <a:pt x="3482" y="6995"/>
                      <a:pt x="3879" y="7206"/>
                      <a:pt x="4155" y="7519"/>
                    </a:cubicBezTo>
                    <a:cubicBezTo>
                      <a:pt x="4432" y="7836"/>
                      <a:pt x="4587" y="8255"/>
                      <a:pt x="4558" y="8707"/>
                    </a:cubicBezTo>
                    <a:cubicBezTo>
                      <a:pt x="4531" y="9158"/>
                      <a:pt x="4319" y="9555"/>
                      <a:pt x="4007" y="9830"/>
                    </a:cubicBezTo>
                    <a:cubicBezTo>
                      <a:pt x="3690" y="10108"/>
                      <a:pt x="3270" y="10262"/>
                      <a:pt x="2818" y="10233"/>
                    </a:cubicBezTo>
                    <a:cubicBezTo>
                      <a:pt x="2368" y="10205"/>
                      <a:pt x="1971" y="9995"/>
                      <a:pt x="1695" y="9680"/>
                    </a:cubicBezTo>
                    <a:cubicBezTo>
                      <a:pt x="1418" y="9366"/>
                      <a:pt x="1263" y="8946"/>
                      <a:pt x="1292" y="8496"/>
                    </a:cubicBezTo>
                    <a:cubicBezTo>
                      <a:pt x="1319" y="8045"/>
                      <a:pt x="1531" y="7648"/>
                      <a:pt x="1843" y="7373"/>
                    </a:cubicBezTo>
                    <a:cubicBezTo>
                      <a:pt x="2160" y="7093"/>
                      <a:pt x="2582" y="6937"/>
                      <a:pt x="3032" y="6968"/>
                    </a:cubicBezTo>
                    <a:close/>
                    <a:moveTo>
                      <a:pt x="3949" y="7702"/>
                    </a:moveTo>
                    <a:cubicBezTo>
                      <a:pt x="3721" y="7441"/>
                      <a:pt x="3392" y="7268"/>
                      <a:pt x="3015" y="7241"/>
                    </a:cubicBezTo>
                    <a:cubicBezTo>
                      <a:pt x="2641" y="7217"/>
                      <a:pt x="2292" y="7348"/>
                      <a:pt x="2033" y="7576"/>
                    </a:cubicBezTo>
                    <a:cubicBezTo>
                      <a:pt x="1769" y="7805"/>
                      <a:pt x="1597" y="8134"/>
                      <a:pt x="1572" y="8510"/>
                    </a:cubicBezTo>
                    <a:cubicBezTo>
                      <a:pt x="1545" y="8884"/>
                      <a:pt x="1677" y="9234"/>
                      <a:pt x="1905" y="9493"/>
                    </a:cubicBezTo>
                    <a:cubicBezTo>
                      <a:pt x="2135" y="9756"/>
                      <a:pt x="2464" y="9929"/>
                      <a:pt x="2839" y="9954"/>
                    </a:cubicBezTo>
                    <a:cubicBezTo>
                      <a:pt x="3215" y="9980"/>
                      <a:pt x="3565" y="9849"/>
                      <a:pt x="3824" y="9621"/>
                    </a:cubicBezTo>
                    <a:cubicBezTo>
                      <a:pt x="4085" y="9390"/>
                      <a:pt x="4258" y="9061"/>
                      <a:pt x="4284" y="8687"/>
                    </a:cubicBezTo>
                    <a:cubicBezTo>
                      <a:pt x="4307" y="8313"/>
                      <a:pt x="4177" y="7965"/>
                      <a:pt x="3949" y="7702"/>
                    </a:cubicBezTo>
                    <a:close/>
                    <a:moveTo>
                      <a:pt x="1027" y="4124"/>
                    </a:moveTo>
                    <a:cubicBezTo>
                      <a:pt x="1288" y="4142"/>
                      <a:pt x="1518" y="4262"/>
                      <a:pt x="1679" y="4445"/>
                    </a:cubicBezTo>
                    <a:cubicBezTo>
                      <a:pt x="1841" y="4628"/>
                      <a:pt x="1932" y="4872"/>
                      <a:pt x="1913" y="5134"/>
                    </a:cubicBezTo>
                    <a:cubicBezTo>
                      <a:pt x="1895" y="5397"/>
                      <a:pt x="1776" y="5625"/>
                      <a:pt x="1592" y="5787"/>
                    </a:cubicBezTo>
                    <a:cubicBezTo>
                      <a:pt x="1409" y="5946"/>
                      <a:pt x="1165" y="6038"/>
                      <a:pt x="904" y="6022"/>
                    </a:cubicBezTo>
                    <a:cubicBezTo>
                      <a:pt x="640" y="6003"/>
                      <a:pt x="412" y="5882"/>
                      <a:pt x="254" y="5699"/>
                    </a:cubicBezTo>
                    <a:cubicBezTo>
                      <a:pt x="91" y="5516"/>
                      <a:pt x="1" y="5273"/>
                      <a:pt x="19" y="5010"/>
                    </a:cubicBezTo>
                    <a:cubicBezTo>
                      <a:pt x="36" y="4749"/>
                      <a:pt x="157" y="4519"/>
                      <a:pt x="340" y="4360"/>
                    </a:cubicBezTo>
                    <a:cubicBezTo>
                      <a:pt x="523" y="4196"/>
                      <a:pt x="768" y="4105"/>
                      <a:pt x="1027" y="4124"/>
                    </a:cubicBezTo>
                    <a:close/>
                    <a:moveTo>
                      <a:pt x="1471" y="4628"/>
                    </a:moveTo>
                    <a:cubicBezTo>
                      <a:pt x="1358" y="4496"/>
                      <a:pt x="1196" y="4412"/>
                      <a:pt x="1008" y="4399"/>
                    </a:cubicBezTo>
                    <a:cubicBezTo>
                      <a:pt x="823" y="4387"/>
                      <a:pt x="651" y="4451"/>
                      <a:pt x="521" y="4566"/>
                    </a:cubicBezTo>
                    <a:cubicBezTo>
                      <a:pt x="390" y="4679"/>
                      <a:pt x="305" y="4842"/>
                      <a:pt x="291" y="5029"/>
                    </a:cubicBezTo>
                    <a:cubicBezTo>
                      <a:pt x="278" y="5214"/>
                      <a:pt x="342" y="5389"/>
                      <a:pt x="455" y="5518"/>
                    </a:cubicBezTo>
                    <a:cubicBezTo>
                      <a:pt x="568" y="5646"/>
                      <a:pt x="733" y="5734"/>
                      <a:pt x="918" y="5746"/>
                    </a:cubicBezTo>
                    <a:cubicBezTo>
                      <a:pt x="1103" y="5759"/>
                      <a:pt x="1278" y="5695"/>
                      <a:pt x="1407" y="5582"/>
                    </a:cubicBezTo>
                    <a:cubicBezTo>
                      <a:pt x="1535" y="5469"/>
                      <a:pt x="1623" y="5304"/>
                      <a:pt x="1636" y="5119"/>
                    </a:cubicBezTo>
                    <a:cubicBezTo>
                      <a:pt x="1648" y="4928"/>
                      <a:pt x="1584" y="4757"/>
                      <a:pt x="1471" y="4628"/>
                    </a:cubicBezTo>
                    <a:close/>
                    <a:moveTo>
                      <a:pt x="8578" y="305"/>
                    </a:moveTo>
                    <a:cubicBezTo>
                      <a:pt x="8245" y="285"/>
                      <a:pt x="7930" y="400"/>
                      <a:pt x="7700" y="603"/>
                    </a:cubicBezTo>
                    <a:cubicBezTo>
                      <a:pt x="7465" y="809"/>
                      <a:pt x="7311" y="1101"/>
                      <a:pt x="7289" y="1436"/>
                    </a:cubicBezTo>
                    <a:cubicBezTo>
                      <a:pt x="7268" y="1769"/>
                      <a:pt x="7383" y="2080"/>
                      <a:pt x="7587" y="2314"/>
                    </a:cubicBezTo>
                    <a:cubicBezTo>
                      <a:pt x="7790" y="2549"/>
                      <a:pt x="8084" y="2703"/>
                      <a:pt x="8420" y="2726"/>
                    </a:cubicBezTo>
                    <a:cubicBezTo>
                      <a:pt x="8753" y="2746"/>
                      <a:pt x="9065" y="2631"/>
                      <a:pt x="9298" y="2427"/>
                    </a:cubicBezTo>
                    <a:cubicBezTo>
                      <a:pt x="9532" y="2224"/>
                      <a:pt x="9686" y="1930"/>
                      <a:pt x="9709" y="1595"/>
                    </a:cubicBezTo>
                    <a:cubicBezTo>
                      <a:pt x="9756" y="926"/>
                      <a:pt x="9250" y="348"/>
                      <a:pt x="8578" y="305"/>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8"/>
              <p:cNvSpPr/>
              <p:nvPr/>
            </p:nvSpPr>
            <p:spPr>
              <a:xfrm>
                <a:off x="270576" y="3701013"/>
                <a:ext cx="799443" cy="724796"/>
              </a:xfrm>
              <a:custGeom>
                <a:rect b="b" l="l" r="r" t="t"/>
                <a:pathLst>
                  <a:path extrusionOk="0" h="15283" w="16857">
                    <a:moveTo>
                      <a:pt x="14493" y="0"/>
                    </a:moveTo>
                    <a:cubicBezTo>
                      <a:pt x="15653" y="1289"/>
                      <a:pt x="16445" y="2904"/>
                      <a:pt x="16725" y="4676"/>
                    </a:cubicBezTo>
                    <a:cubicBezTo>
                      <a:pt x="16272" y="4697"/>
                      <a:pt x="15859" y="4874"/>
                      <a:pt x="15534" y="5159"/>
                    </a:cubicBezTo>
                    <a:cubicBezTo>
                      <a:pt x="15160" y="5488"/>
                      <a:pt x="14911" y="5961"/>
                      <a:pt x="14874" y="6498"/>
                    </a:cubicBezTo>
                    <a:cubicBezTo>
                      <a:pt x="14839" y="7035"/>
                      <a:pt x="15026" y="7537"/>
                      <a:pt x="15355" y="7911"/>
                    </a:cubicBezTo>
                    <a:cubicBezTo>
                      <a:pt x="15645" y="8244"/>
                      <a:pt x="16048" y="8476"/>
                      <a:pt x="16509" y="8552"/>
                    </a:cubicBezTo>
                    <a:cubicBezTo>
                      <a:pt x="15478" y="12311"/>
                      <a:pt x="12131" y="15053"/>
                      <a:pt x="8187" y="15266"/>
                    </a:cubicBezTo>
                    <a:cubicBezTo>
                      <a:pt x="8195" y="15201"/>
                      <a:pt x="8201" y="15139"/>
                      <a:pt x="8207" y="15075"/>
                    </a:cubicBezTo>
                    <a:cubicBezTo>
                      <a:pt x="8244" y="14479"/>
                      <a:pt x="8039" y="13926"/>
                      <a:pt x="7677" y="13510"/>
                    </a:cubicBezTo>
                    <a:cubicBezTo>
                      <a:pt x="7313" y="13093"/>
                      <a:pt x="6790" y="12819"/>
                      <a:pt x="6196" y="12780"/>
                    </a:cubicBezTo>
                    <a:cubicBezTo>
                      <a:pt x="5602" y="12741"/>
                      <a:pt x="5047" y="12947"/>
                      <a:pt x="4631" y="13309"/>
                    </a:cubicBezTo>
                    <a:cubicBezTo>
                      <a:pt x="4288" y="13611"/>
                      <a:pt x="4043" y="14016"/>
                      <a:pt x="3942" y="14485"/>
                    </a:cubicBezTo>
                    <a:cubicBezTo>
                      <a:pt x="2320" y="13759"/>
                      <a:pt x="954" y="12583"/>
                      <a:pt x="0" y="11117"/>
                    </a:cubicBezTo>
                    <a:cubicBezTo>
                      <a:pt x="3899" y="11551"/>
                      <a:pt x="5402" y="10839"/>
                      <a:pt x="6829" y="7921"/>
                    </a:cubicBezTo>
                    <a:cubicBezTo>
                      <a:pt x="8343" y="4826"/>
                      <a:pt x="11113" y="8604"/>
                      <a:pt x="12322" y="3691"/>
                    </a:cubicBezTo>
                    <a:cubicBezTo>
                      <a:pt x="12892" y="1372"/>
                      <a:pt x="13749" y="391"/>
                      <a:pt x="14493" y="0"/>
                    </a:cubicBezTo>
                    <a:close/>
                    <a:moveTo>
                      <a:pt x="16764" y="4954"/>
                    </a:moveTo>
                    <a:cubicBezTo>
                      <a:pt x="16365" y="4966"/>
                      <a:pt x="16001" y="5120"/>
                      <a:pt x="15717" y="5367"/>
                    </a:cubicBezTo>
                    <a:cubicBezTo>
                      <a:pt x="15396" y="5649"/>
                      <a:pt x="15180" y="6056"/>
                      <a:pt x="15151" y="6513"/>
                    </a:cubicBezTo>
                    <a:cubicBezTo>
                      <a:pt x="15123" y="6973"/>
                      <a:pt x="15283" y="7403"/>
                      <a:pt x="15563" y="7724"/>
                    </a:cubicBezTo>
                    <a:cubicBezTo>
                      <a:pt x="15818" y="8014"/>
                      <a:pt x="16171" y="8217"/>
                      <a:pt x="16579" y="8277"/>
                    </a:cubicBezTo>
                    <a:cubicBezTo>
                      <a:pt x="16700" y="7771"/>
                      <a:pt x="16782" y="7251"/>
                      <a:pt x="16815" y="6714"/>
                    </a:cubicBezTo>
                    <a:cubicBezTo>
                      <a:pt x="16856" y="6118"/>
                      <a:pt x="16838" y="5528"/>
                      <a:pt x="16764" y="4954"/>
                    </a:cubicBezTo>
                    <a:close/>
                    <a:moveTo>
                      <a:pt x="7905" y="15277"/>
                    </a:moveTo>
                    <a:cubicBezTo>
                      <a:pt x="7919" y="15205"/>
                      <a:pt x="7930" y="15133"/>
                      <a:pt x="7932" y="15055"/>
                    </a:cubicBezTo>
                    <a:cubicBezTo>
                      <a:pt x="7965" y="14536"/>
                      <a:pt x="7786" y="14053"/>
                      <a:pt x="7469" y="13693"/>
                    </a:cubicBezTo>
                    <a:cubicBezTo>
                      <a:pt x="7150" y="13329"/>
                      <a:pt x="6696" y="13091"/>
                      <a:pt x="6178" y="13056"/>
                    </a:cubicBezTo>
                    <a:cubicBezTo>
                      <a:pt x="5659" y="13021"/>
                      <a:pt x="5176" y="13200"/>
                      <a:pt x="4816" y="13518"/>
                    </a:cubicBezTo>
                    <a:cubicBezTo>
                      <a:pt x="4506" y="13790"/>
                      <a:pt x="4284" y="14164"/>
                      <a:pt x="4208" y="14594"/>
                    </a:cubicBezTo>
                    <a:cubicBezTo>
                      <a:pt x="5098" y="14960"/>
                      <a:pt x="6064" y="15190"/>
                      <a:pt x="7082" y="15258"/>
                    </a:cubicBezTo>
                    <a:cubicBezTo>
                      <a:pt x="7358" y="15279"/>
                      <a:pt x="7633" y="15283"/>
                      <a:pt x="7905" y="15277"/>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8"/>
              <p:cNvSpPr/>
              <p:nvPr/>
            </p:nvSpPr>
            <p:spPr>
              <a:xfrm>
                <a:off x="731547" y="4048069"/>
                <a:ext cx="85887" cy="85697"/>
              </a:xfrm>
              <a:custGeom>
                <a:rect b="b" l="l" r="r" t="t"/>
                <a:pathLst>
                  <a:path extrusionOk="0" h="1807" w="1811">
                    <a:moveTo>
                      <a:pt x="961" y="31"/>
                    </a:moveTo>
                    <a:cubicBezTo>
                      <a:pt x="1442" y="64"/>
                      <a:pt x="1810" y="478"/>
                      <a:pt x="1777" y="959"/>
                    </a:cubicBezTo>
                    <a:cubicBezTo>
                      <a:pt x="1747" y="1440"/>
                      <a:pt x="1329" y="1806"/>
                      <a:pt x="848" y="1773"/>
                    </a:cubicBezTo>
                    <a:cubicBezTo>
                      <a:pt x="369" y="1740"/>
                      <a:pt x="1" y="1327"/>
                      <a:pt x="34" y="846"/>
                    </a:cubicBezTo>
                    <a:cubicBezTo>
                      <a:pt x="64" y="365"/>
                      <a:pt x="482" y="1"/>
                      <a:pt x="961" y="3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46" name="Google Shape;646;p38"/>
          <p:cNvSpPr/>
          <p:nvPr/>
        </p:nvSpPr>
        <p:spPr>
          <a:xfrm flipH="1" rot="-166604">
            <a:off x="6137483" y="2345509"/>
            <a:ext cx="452384" cy="452472"/>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rgbClr val="F8EF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8"/>
          <p:cNvSpPr/>
          <p:nvPr/>
        </p:nvSpPr>
        <p:spPr>
          <a:xfrm flipH="1" rot="8415864">
            <a:off x="5539957" y="1809217"/>
            <a:ext cx="1874250" cy="1525055"/>
          </a:xfrm>
          <a:custGeom>
            <a:rect b="b" l="l" r="r" t="t"/>
            <a:pathLst>
              <a:path extrusionOk="0" h="8014" w="9849">
                <a:moveTo>
                  <a:pt x="2143" y="0"/>
                </a:moveTo>
                <a:cubicBezTo>
                  <a:pt x="2606" y="0"/>
                  <a:pt x="2982" y="375"/>
                  <a:pt x="2982" y="837"/>
                </a:cubicBezTo>
                <a:cubicBezTo>
                  <a:pt x="2982" y="946"/>
                  <a:pt x="2961" y="1045"/>
                  <a:pt x="2924" y="1142"/>
                </a:cubicBezTo>
                <a:lnTo>
                  <a:pt x="8300" y="3856"/>
                </a:lnTo>
                <a:cubicBezTo>
                  <a:pt x="8450" y="3622"/>
                  <a:pt x="8711" y="3463"/>
                  <a:pt x="9009" y="3463"/>
                </a:cubicBezTo>
                <a:cubicBezTo>
                  <a:pt x="9472" y="3463"/>
                  <a:pt x="9848" y="3840"/>
                  <a:pt x="9848" y="4302"/>
                </a:cubicBezTo>
                <a:cubicBezTo>
                  <a:pt x="9848" y="4765"/>
                  <a:pt x="9472" y="5139"/>
                  <a:pt x="9009" y="5139"/>
                </a:cubicBezTo>
                <a:cubicBezTo>
                  <a:pt x="8709" y="5139"/>
                  <a:pt x="8444" y="4981"/>
                  <a:pt x="8298" y="4744"/>
                </a:cubicBezTo>
                <a:lnTo>
                  <a:pt x="2756" y="7483"/>
                </a:lnTo>
                <a:cubicBezTo>
                  <a:pt x="2766" y="7520"/>
                  <a:pt x="2770" y="7555"/>
                  <a:pt x="2770" y="7594"/>
                </a:cubicBezTo>
                <a:cubicBezTo>
                  <a:pt x="2770" y="7827"/>
                  <a:pt x="2583" y="8014"/>
                  <a:pt x="2353" y="8014"/>
                </a:cubicBezTo>
                <a:cubicBezTo>
                  <a:pt x="2120" y="8014"/>
                  <a:pt x="1933" y="7827"/>
                  <a:pt x="1933" y="7594"/>
                </a:cubicBezTo>
                <a:cubicBezTo>
                  <a:pt x="1933" y="7395"/>
                  <a:pt x="2071" y="7231"/>
                  <a:pt x="2260" y="7185"/>
                </a:cubicBezTo>
                <a:lnTo>
                  <a:pt x="2089" y="1670"/>
                </a:lnTo>
                <a:cubicBezTo>
                  <a:pt x="1654" y="1641"/>
                  <a:pt x="1306" y="1277"/>
                  <a:pt x="1306" y="835"/>
                </a:cubicBezTo>
                <a:cubicBezTo>
                  <a:pt x="1306" y="375"/>
                  <a:pt x="1680" y="0"/>
                  <a:pt x="2143" y="0"/>
                </a:cubicBezTo>
                <a:close/>
                <a:moveTo>
                  <a:pt x="416" y="4551"/>
                </a:moveTo>
                <a:cubicBezTo>
                  <a:pt x="646" y="4551"/>
                  <a:pt x="833" y="4736"/>
                  <a:pt x="833" y="4969"/>
                </a:cubicBezTo>
                <a:cubicBezTo>
                  <a:pt x="833" y="5199"/>
                  <a:pt x="648" y="5384"/>
                  <a:pt x="416" y="5384"/>
                </a:cubicBezTo>
                <a:cubicBezTo>
                  <a:pt x="187" y="5384"/>
                  <a:pt x="0" y="5199"/>
                  <a:pt x="0" y="4969"/>
                </a:cubicBezTo>
                <a:cubicBezTo>
                  <a:pt x="2" y="4736"/>
                  <a:pt x="187" y="4551"/>
                  <a:pt x="416" y="4551"/>
                </a:cubicBezTo>
                <a:close/>
                <a:moveTo>
                  <a:pt x="6856" y="952"/>
                </a:moveTo>
                <a:cubicBezTo>
                  <a:pt x="6716" y="952"/>
                  <a:pt x="6603" y="1066"/>
                  <a:pt x="6603" y="1205"/>
                </a:cubicBezTo>
                <a:cubicBezTo>
                  <a:pt x="6603" y="1343"/>
                  <a:pt x="6716" y="1456"/>
                  <a:pt x="6856" y="1456"/>
                </a:cubicBezTo>
                <a:cubicBezTo>
                  <a:pt x="6994" y="1456"/>
                  <a:pt x="7107" y="1343"/>
                  <a:pt x="7107" y="1205"/>
                </a:cubicBezTo>
                <a:cubicBezTo>
                  <a:pt x="7105" y="1066"/>
                  <a:pt x="6994" y="952"/>
                  <a:pt x="6856" y="952"/>
                </a:cubicBezTo>
                <a:close/>
                <a:moveTo>
                  <a:pt x="8226" y="4600"/>
                </a:moveTo>
                <a:cubicBezTo>
                  <a:pt x="8189" y="4508"/>
                  <a:pt x="8170" y="4407"/>
                  <a:pt x="8170" y="4302"/>
                </a:cubicBezTo>
                <a:cubicBezTo>
                  <a:pt x="8170" y="4195"/>
                  <a:pt x="8191" y="4093"/>
                  <a:pt x="8228" y="4000"/>
                </a:cubicBezTo>
                <a:lnTo>
                  <a:pt x="2852" y="1286"/>
                </a:lnTo>
                <a:cubicBezTo>
                  <a:pt x="2721" y="1491"/>
                  <a:pt x="2503" y="1637"/>
                  <a:pt x="2252" y="1668"/>
                </a:cubicBezTo>
                <a:lnTo>
                  <a:pt x="2421" y="7183"/>
                </a:lnTo>
                <a:cubicBezTo>
                  <a:pt x="2530" y="7202"/>
                  <a:pt x="2622" y="7261"/>
                  <a:pt x="2686" y="734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8"/>
          <p:cNvSpPr/>
          <p:nvPr/>
        </p:nvSpPr>
        <p:spPr>
          <a:xfrm flipH="1" rot="-166584">
            <a:off x="6959654" y="3710532"/>
            <a:ext cx="300434" cy="300482"/>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rgbClr val="6D6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8"/>
          <p:cNvSpPr/>
          <p:nvPr/>
        </p:nvSpPr>
        <p:spPr>
          <a:xfrm flipH="1" rot="-166600">
            <a:off x="7526796" y="3518893"/>
            <a:ext cx="683625" cy="683780"/>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rgbClr val="6DC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38"/>
          <p:cNvSpPr txBox="1"/>
          <p:nvPr>
            <p:ph type="title"/>
          </p:nvPr>
        </p:nvSpPr>
        <p:spPr>
          <a:xfrm>
            <a:off x="1016100" y="1227200"/>
            <a:ext cx="5110800" cy="574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n"/>
              <a:t>Space Edge computing</a:t>
            </a:r>
            <a:endParaRPr/>
          </a:p>
        </p:txBody>
      </p:sp>
      <p:sp>
        <p:nvSpPr>
          <p:cNvPr id="651" name="Google Shape;651;p38"/>
          <p:cNvSpPr txBox="1"/>
          <p:nvPr>
            <p:ph idx="1" type="subTitle"/>
          </p:nvPr>
        </p:nvSpPr>
        <p:spPr>
          <a:xfrm rot="-259">
            <a:off x="1016087" y="1874950"/>
            <a:ext cx="3975300" cy="20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“New Space” </a:t>
            </a:r>
            <a:r>
              <a:rPr lang="en"/>
              <a:t>also enables edge computing capabilities onboard satellites, allowing data to be processed in space rather than relying solely on ground-based infrastructure.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reduces communication latency, optimizes bandwidth usage, and supports more autonomous and resilient mission operations but requires great autonomy and scalability in space software.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pic>
        <p:nvPicPr>
          <p:cNvPr id="656" name="Google Shape;656;p39" title="SPACE_EDGE_CONTINUUM_cropped.jpg"/>
          <p:cNvPicPr preferRelativeResize="0"/>
          <p:nvPr/>
        </p:nvPicPr>
        <p:blipFill>
          <a:blip r:embed="rId3">
            <a:alphaModFix/>
          </a:blip>
          <a:stretch>
            <a:fillRect/>
          </a:stretch>
        </p:blipFill>
        <p:spPr>
          <a:xfrm>
            <a:off x="1085825" y="326500"/>
            <a:ext cx="6972349" cy="4490499"/>
          </a:xfrm>
          <a:prstGeom prst="rect">
            <a:avLst/>
          </a:prstGeom>
          <a:noFill/>
          <a:ln>
            <a:noFill/>
          </a:ln>
          <a:effectLst>
            <a:outerShdw blurRad="114300" rotWithShape="0" algn="bl" dir="2700000" dist="142875">
              <a:srgbClr val="C2C2C2">
                <a:alpha val="5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40"/>
          <p:cNvSpPr txBox="1"/>
          <p:nvPr>
            <p:ph type="title"/>
          </p:nvPr>
        </p:nvSpPr>
        <p:spPr>
          <a:xfrm>
            <a:off x="1039275" y="1221325"/>
            <a:ext cx="5577300" cy="642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hlink"/>
              </a:buClr>
              <a:buSzPts val="1100"/>
              <a:buFont typeface="Arial"/>
              <a:buNone/>
            </a:pPr>
            <a:r>
              <a:rPr lang="en"/>
              <a:t>Need for modernization</a:t>
            </a:r>
            <a:endParaRPr/>
          </a:p>
        </p:txBody>
      </p:sp>
      <p:sp>
        <p:nvSpPr>
          <p:cNvPr id="662" name="Google Shape;662;p40"/>
          <p:cNvSpPr txBox="1"/>
          <p:nvPr>
            <p:ph idx="1" type="subTitle"/>
          </p:nvPr>
        </p:nvSpPr>
        <p:spPr>
          <a:xfrm rot="-261">
            <a:off x="1039275" y="1874956"/>
            <a:ext cx="3952200" cy="204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Operational needs that derive from SmallSats and Space Edge computing require a modern space software approach and architecture.</a:t>
            </a:r>
            <a:endParaRPr sz="1600"/>
          </a:p>
        </p:txBody>
      </p:sp>
      <p:sp>
        <p:nvSpPr>
          <p:cNvPr id="663" name="Google Shape;663;p40"/>
          <p:cNvSpPr/>
          <p:nvPr/>
        </p:nvSpPr>
        <p:spPr>
          <a:xfrm flipH="1" rot="6449562">
            <a:off x="6444856" y="3037222"/>
            <a:ext cx="2364936" cy="1285392"/>
          </a:xfrm>
          <a:custGeom>
            <a:rect b="b" l="l" r="r" t="t"/>
            <a:pathLst>
              <a:path extrusionOk="0" h="27964" w="54058">
                <a:moveTo>
                  <a:pt x="2468" y="26211"/>
                </a:moveTo>
                <a:lnTo>
                  <a:pt x="5067" y="26211"/>
                </a:lnTo>
                <a:cubicBezTo>
                  <a:pt x="5756" y="26211"/>
                  <a:pt x="6392" y="26045"/>
                  <a:pt x="6937" y="25728"/>
                </a:cubicBezTo>
                <a:lnTo>
                  <a:pt x="6937" y="25726"/>
                </a:lnTo>
                <a:cubicBezTo>
                  <a:pt x="7484" y="25409"/>
                  <a:pt x="7948" y="24942"/>
                  <a:pt x="8290" y="24348"/>
                </a:cubicBezTo>
                <a:lnTo>
                  <a:pt x="11409" y="18950"/>
                </a:lnTo>
                <a:cubicBezTo>
                  <a:pt x="11841" y="18206"/>
                  <a:pt x="12429" y="17614"/>
                  <a:pt x="13126" y="17213"/>
                </a:cubicBezTo>
                <a:lnTo>
                  <a:pt x="13128" y="17213"/>
                </a:lnTo>
                <a:cubicBezTo>
                  <a:pt x="13827" y="16810"/>
                  <a:pt x="14631" y="16594"/>
                  <a:pt x="15493" y="16594"/>
                </a:cubicBezTo>
                <a:lnTo>
                  <a:pt x="22104" y="16594"/>
                </a:lnTo>
                <a:cubicBezTo>
                  <a:pt x="22793" y="16594"/>
                  <a:pt x="23429" y="16425"/>
                  <a:pt x="23973" y="16110"/>
                </a:cubicBezTo>
                <a:lnTo>
                  <a:pt x="23973" y="16106"/>
                </a:lnTo>
                <a:cubicBezTo>
                  <a:pt x="24520" y="15792"/>
                  <a:pt x="24985" y="15323"/>
                  <a:pt x="25327" y="14728"/>
                </a:cubicBezTo>
                <a:lnTo>
                  <a:pt x="29772" y="7034"/>
                </a:lnTo>
                <a:cubicBezTo>
                  <a:pt x="30204" y="6287"/>
                  <a:pt x="30792" y="5697"/>
                  <a:pt x="31489" y="5296"/>
                </a:cubicBezTo>
                <a:lnTo>
                  <a:pt x="31491" y="5296"/>
                </a:lnTo>
                <a:cubicBezTo>
                  <a:pt x="32191" y="4893"/>
                  <a:pt x="32995" y="4677"/>
                  <a:pt x="33856" y="4677"/>
                </a:cubicBezTo>
                <a:lnTo>
                  <a:pt x="48096" y="4677"/>
                </a:lnTo>
                <a:cubicBezTo>
                  <a:pt x="48785" y="4677"/>
                  <a:pt x="49421" y="4508"/>
                  <a:pt x="49966" y="4194"/>
                </a:cubicBezTo>
                <a:lnTo>
                  <a:pt x="49966" y="4190"/>
                </a:lnTo>
                <a:cubicBezTo>
                  <a:pt x="50513" y="3875"/>
                  <a:pt x="50977" y="3406"/>
                  <a:pt x="51319" y="2812"/>
                </a:cubicBezTo>
                <a:lnTo>
                  <a:pt x="51323" y="2812"/>
                </a:lnTo>
                <a:lnTo>
                  <a:pt x="51761" y="2049"/>
                </a:lnTo>
                <a:cubicBezTo>
                  <a:pt x="51596" y="1835"/>
                  <a:pt x="51502" y="1566"/>
                  <a:pt x="51502" y="1278"/>
                </a:cubicBezTo>
                <a:cubicBezTo>
                  <a:pt x="51502" y="571"/>
                  <a:pt x="52075" y="1"/>
                  <a:pt x="52779" y="1"/>
                </a:cubicBezTo>
                <a:cubicBezTo>
                  <a:pt x="53486" y="1"/>
                  <a:pt x="54058" y="575"/>
                  <a:pt x="54058" y="1278"/>
                </a:cubicBezTo>
                <a:cubicBezTo>
                  <a:pt x="54058" y="1983"/>
                  <a:pt x="53484" y="2555"/>
                  <a:pt x="52779" y="2555"/>
                </a:cubicBezTo>
                <a:cubicBezTo>
                  <a:pt x="52725" y="2555"/>
                  <a:pt x="52672" y="2553"/>
                  <a:pt x="52620" y="2545"/>
                </a:cubicBezTo>
                <a:lnTo>
                  <a:pt x="52180" y="3305"/>
                </a:lnTo>
                <a:lnTo>
                  <a:pt x="52180" y="3310"/>
                </a:lnTo>
                <a:cubicBezTo>
                  <a:pt x="51748" y="4054"/>
                  <a:pt x="51160" y="4646"/>
                  <a:pt x="50463" y="5047"/>
                </a:cubicBezTo>
                <a:lnTo>
                  <a:pt x="50461" y="5047"/>
                </a:lnTo>
                <a:cubicBezTo>
                  <a:pt x="49762" y="5450"/>
                  <a:pt x="48956" y="5666"/>
                  <a:pt x="48096" y="5666"/>
                </a:cubicBezTo>
                <a:lnTo>
                  <a:pt x="33856" y="5666"/>
                </a:lnTo>
                <a:cubicBezTo>
                  <a:pt x="33167" y="5666"/>
                  <a:pt x="32532" y="5833"/>
                  <a:pt x="31987" y="6149"/>
                </a:cubicBezTo>
                <a:lnTo>
                  <a:pt x="31987" y="6151"/>
                </a:lnTo>
                <a:cubicBezTo>
                  <a:pt x="31440" y="6468"/>
                  <a:pt x="30975" y="6935"/>
                  <a:pt x="30632" y="7529"/>
                </a:cubicBezTo>
                <a:lnTo>
                  <a:pt x="26184" y="15234"/>
                </a:lnTo>
                <a:cubicBezTo>
                  <a:pt x="25752" y="15979"/>
                  <a:pt x="25162" y="16571"/>
                  <a:pt x="24467" y="16972"/>
                </a:cubicBezTo>
                <a:lnTo>
                  <a:pt x="24463" y="16972"/>
                </a:lnTo>
                <a:cubicBezTo>
                  <a:pt x="23764" y="17375"/>
                  <a:pt x="22960" y="17591"/>
                  <a:pt x="22098" y="17591"/>
                </a:cubicBezTo>
                <a:lnTo>
                  <a:pt x="15491" y="17591"/>
                </a:lnTo>
                <a:cubicBezTo>
                  <a:pt x="14802" y="17591"/>
                  <a:pt x="14167" y="17757"/>
                  <a:pt x="13622" y="18074"/>
                </a:cubicBezTo>
                <a:lnTo>
                  <a:pt x="13622" y="18076"/>
                </a:lnTo>
                <a:cubicBezTo>
                  <a:pt x="13075" y="18393"/>
                  <a:pt x="12608" y="18860"/>
                  <a:pt x="12267" y="19454"/>
                </a:cubicBezTo>
                <a:lnTo>
                  <a:pt x="9149" y="24852"/>
                </a:lnTo>
                <a:cubicBezTo>
                  <a:pt x="8717" y="25598"/>
                  <a:pt x="8129" y="26189"/>
                  <a:pt x="7432" y="26590"/>
                </a:cubicBezTo>
                <a:lnTo>
                  <a:pt x="7428" y="26590"/>
                </a:lnTo>
                <a:cubicBezTo>
                  <a:pt x="6731" y="26993"/>
                  <a:pt x="5925" y="27208"/>
                  <a:pt x="5063" y="27208"/>
                </a:cubicBezTo>
                <a:lnTo>
                  <a:pt x="2446" y="27208"/>
                </a:lnTo>
                <a:cubicBezTo>
                  <a:pt x="2244" y="27655"/>
                  <a:pt x="1798" y="27963"/>
                  <a:pt x="1278" y="27963"/>
                </a:cubicBezTo>
                <a:cubicBezTo>
                  <a:pt x="572" y="27963"/>
                  <a:pt x="1" y="27389"/>
                  <a:pt x="1" y="26684"/>
                </a:cubicBezTo>
                <a:cubicBezTo>
                  <a:pt x="1" y="25981"/>
                  <a:pt x="574" y="25407"/>
                  <a:pt x="1278" y="25407"/>
                </a:cubicBezTo>
                <a:cubicBezTo>
                  <a:pt x="1818" y="25405"/>
                  <a:pt x="2281" y="25738"/>
                  <a:pt x="2468" y="2621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40"/>
          <p:cNvSpPr/>
          <p:nvPr/>
        </p:nvSpPr>
        <p:spPr>
          <a:xfrm rot="-4350462">
            <a:off x="8033595" y="3755016"/>
            <a:ext cx="217527" cy="217109"/>
          </a:xfrm>
          <a:custGeom>
            <a:rect b="b" l="l" r="r" t="t"/>
            <a:pathLst>
              <a:path extrusionOk="0" h="947" w="949">
                <a:moveTo>
                  <a:pt x="473" y="0"/>
                </a:moveTo>
                <a:lnTo>
                  <a:pt x="948" y="946"/>
                </a:lnTo>
                <a:lnTo>
                  <a:pt x="0" y="946"/>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0"/>
          <p:cNvSpPr/>
          <p:nvPr/>
        </p:nvSpPr>
        <p:spPr>
          <a:xfrm rot="1049538">
            <a:off x="7590913" y="3897773"/>
            <a:ext cx="236781" cy="236825"/>
          </a:xfrm>
          <a:custGeom>
            <a:rect b="b" l="l" r="r" t="t"/>
            <a:pathLst>
              <a:path extrusionOk="0" h="1033" w="1033">
                <a:moveTo>
                  <a:pt x="1033" y="198"/>
                </a:moveTo>
                <a:lnTo>
                  <a:pt x="714" y="516"/>
                </a:lnTo>
                <a:lnTo>
                  <a:pt x="1033" y="835"/>
                </a:lnTo>
                <a:lnTo>
                  <a:pt x="837" y="1033"/>
                </a:lnTo>
                <a:lnTo>
                  <a:pt x="517" y="714"/>
                </a:lnTo>
                <a:lnTo>
                  <a:pt x="198" y="1033"/>
                </a:lnTo>
                <a:lnTo>
                  <a:pt x="1" y="835"/>
                </a:lnTo>
                <a:lnTo>
                  <a:pt x="319" y="516"/>
                </a:lnTo>
                <a:lnTo>
                  <a:pt x="1" y="198"/>
                </a:lnTo>
                <a:lnTo>
                  <a:pt x="198" y="0"/>
                </a:lnTo>
                <a:lnTo>
                  <a:pt x="517" y="319"/>
                </a:lnTo>
                <a:lnTo>
                  <a:pt x="8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41"/>
          <p:cNvSpPr/>
          <p:nvPr/>
        </p:nvSpPr>
        <p:spPr>
          <a:xfrm>
            <a:off x="962151" y="2246625"/>
            <a:ext cx="649748" cy="1675402"/>
          </a:xfrm>
          <a:custGeom>
            <a:rect b="b" l="l" r="r" t="t"/>
            <a:pathLst>
              <a:path extrusionOk="0" h="7807" w="3028">
                <a:moveTo>
                  <a:pt x="1243" y="7807"/>
                </a:moveTo>
                <a:lnTo>
                  <a:pt x="1243" y="1041"/>
                </a:lnTo>
                <a:lnTo>
                  <a:pt x="385" y="1897"/>
                </a:lnTo>
                <a:lnTo>
                  <a:pt x="1" y="1512"/>
                </a:lnTo>
                <a:lnTo>
                  <a:pt x="1514" y="1"/>
                </a:lnTo>
                <a:lnTo>
                  <a:pt x="3028" y="1512"/>
                </a:lnTo>
                <a:lnTo>
                  <a:pt x="2643" y="1897"/>
                </a:lnTo>
                <a:lnTo>
                  <a:pt x="1788" y="1041"/>
                </a:lnTo>
                <a:lnTo>
                  <a:pt x="1788" y="780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1" name="Google Shape;671;p41"/>
          <p:cNvGrpSpPr/>
          <p:nvPr/>
        </p:nvGrpSpPr>
        <p:grpSpPr>
          <a:xfrm>
            <a:off x="4882194" y="2169725"/>
            <a:ext cx="3123078" cy="1105100"/>
            <a:chOff x="1378750" y="2164200"/>
            <a:chExt cx="5607968" cy="1105100"/>
          </a:xfrm>
        </p:grpSpPr>
        <p:sp>
          <p:nvSpPr>
            <p:cNvPr id="672" name="Google Shape;672;p41"/>
            <p:cNvSpPr/>
            <p:nvPr/>
          </p:nvSpPr>
          <p:spPr>
            <a:xfrm>
              <a:off x="1443018" y="2249900"/>
              <a:ext cx="5543700" cy="1019400"/>
            </a:xfrm>
            <a:prstGeom prst="roundRect">
              <a:avLst>
                <a:gd fmla="val 16667" name="adj"/>
              </a:avLst>
            </a:prstGeom>
            <a:solidFill>
              <a:schemeClr val="lt1"/>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41"/>
            <p:cNvSpPr/>
            <p:nvPr/>
          </p:nvSpPr>
          <p:spPr>
            <a:xfrm>
              <a:off x="1378750" y="2164200"/>
              <a:ext cx="5543700" cy="1019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4" name="Google Shape;674;p41"/>
          <p:cNvSpPr/>
          <p:nvPr/>
        </p:nvSpPr>
        <p:spPr>
          <a:xfrm>
            <a:off x="2516952" y="1894226"/>
            <a:ext cx="2017702" cy="1537483"/>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3180000" dist="104775">
              <a:schemeClr val="lt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41"/>
          <p:cNvSpPr txBox="1"/>
          <p:nvPr>
            <p:ph idx="2" type="title"/>
          </p:nvPr>
        </p:nvSpPr>
        <p:spPr>
          <a:xfrm>
            <a:off x="2750750" y="2312875"/>
            <a:ext cx="1550100" cy="90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676" name="Google Shape;676;p41"/>
          <p:cNvSpPr txBox="1"/>
          <p:nvPr>
            <p:ph type="title"/>
          </p:nvPr>
        </p:nvSpPr>
        <p:spPr>
          <a:xfrm>
            <a:off x="4985138" y="2249600"/>
            <a:ext cx="29172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300"/>
              <a:t>The solution</a:t>
            </a:r>
            <a:endParaRPr sz="3300"/>
          </a:p>
        </p:txBody>
      </p:sp>
      <p:sp>
        <p:nvSpPr>
          <p:cNvPr id="677" name="Google Shape;677;p41"/>
          <p:cNvSpPr txBox="1"/>
          <p:nvPr>
            <p:ph idx="1" type="subTitle"/>
          </p:nvPr>
        </p:nvSpPr>
        <p:spPr>
          <a:xfrm rot="330">
            <a:off x="4882175" y="3360625"/>
            <a:ext cx="3123000" cy="630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300"/>
              <a:t>Following the steps of ESA’s NMF and evolving it using Kubernetes</a:t>
            </a:r>
            <a:endParaRPr sz="1300"/>
          </a:p>
          <a:p>
            <a:pPr indent="0" lvl="0" marL="0" rtl="0" algn="ctr">
              <a:spcBef>
                <a:spcPts val="1600"/>
              </a:spcBef>
              <a:spcAft>
                <a:spcPts val="1600"/>
              </a:spcAft>
              <a:buNone/>
            </a:pPr>
            <a:r>
              <a:t/>
            </a:r>
            <a:endParaRPr sz="1300"/>
          </a:p>
        </p:txBody>
      </p:sp>
      <p:grpSp>
        <p:nvGrpSpPr>
          <p:cNvPr id="678" name="Google Shape;678;p41"/>
          <p:cNvGrpSpPr/>
          <p:nvPr/>
        </p:nvGrpSpPr>
        <p:grpSpPr>
          <a:xfrm rot="2700000">
            <a:off x="113546" y="2934666"/>
            <a:ext cx="1724943" cy="1686284"/>
            <a:chOff x="7499398" y="624507"/>
            <a:chExt cx="1440046" cy="1407772"/>
          </a:xfrm>
        </p:grpSpPr>
        <p:sp>
          <p:nvSpPr>
            <p:cNvPr id="679" name="Google Shape;679;p41"/>
            <p:cNvSpPr/>
            <p:nvPr/>
          </p:nvSpPr>
          <p:spPr>
            <a:xfrm rot="-497753">
              <a:off x="7734887" y="799728"/>
              <a:ext cx="1129014" cy="1129014"/>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0" name="Google Shape;680;p41"/>
            <p:cNvGrpSpPr/>
            <p:nvPr/>
          </p:nvGrpSpPr>
          <p:grpSpPr>
            <a:xfrm rot="-1343739">
              <a:off x="7664174" y="789203"/>
              <a:ext cx="1078029" cy="1078380"/>
              <a:chOff x="5759760" y="3433415"/>
              <a:chExt cx="583422" cy="583612"/>
            </a:xfrm>
          </p:grpSpPr>
          <p:sp>
            <p:nvSpPr>
              <p:cNvPr id="681" name="Google Shape;681;p41"/>
              <p:cNvSpPr/>
              <p:nvPr/>
            </p:nvSpPr>
            <p:spPr>
              <a:xfrm>
                <a:off x="5759760" y="3433415"/>
                <a:ext cx="583422" cy="583612"/>
              </a:xfrm>
              <a:custGeom>
                <a:rect b="b" l="l" r="r" t="t"/>
                <a:pathLst>
                  <a:path extrusionOk="0" h="12306" w="12302">
                    <a:moveTo>
                      <a:pt x="6540" y="217"/>
                    </a:moveTo>
                    <a:cubicBezTo>
                      <a:pt x="9818" y="430"/>
                      <a:pt x="12302" y="3262"/>
                      <a:pt x="12090" y="6542"/>
                    </a:cubicBezTo>
                    <a:cubicBezTo>
                      <a:pt x="11876" y="9820"/>
                      <a:pt x="9042" y="12306"/>
                      <a:pt x="5762" y="12092"/>
                    </a:cubicBezTo>
                    <a:cubicBezTo>
                      <a:pt x="2487" y="11878"/>
                      <a:pt x="1" y="9047"/>
                      <a:pt x="214" y="5767"/>
                    </a:cubicBezTo>
                    <a:cubicBezTo>
                      <a:pt x="426" y="2487"/>
                      <a:pt x="3260" y="1"/>
                      <a:pt x="6540" y="217"/>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41"/>
              <p:cNvSpPr/>
              <p:nvPr/>
            </p:nvSpPr>
            <p:spPr>
              <a:xfrm>
                <a:off x="5834360" y="3463578"/>
                <a:ext cx="315613" cy="339421"/>
              </a:xfrm>
              <a:custGeom>
                <a:rect b="b" l="l" r="r" t="t"/>
                <a:pathLst>
                  <a:path extrusionOk="0" h="7157" w="6655">
                    <a:moveTo>
                      <a:pt x="5732" y="251"/>
                    </a:moveTo>
                    <a:cubicBezTo>
                      <a:pt x="5999" y="269"/>
                      <a:pt x="6233" y="393"/>
                      <a:pt x="6398" y="580"/>
                    </a:cubicBezTo>
                    <a:cubicBezTo>
                      <a:pt x="6562" y="769"/>
                      <a:pt x="6655" y="1016"/>
                      <a:pt x="6636" y="1283"/>
                    </a:cubicBezTo>
                    <a:cubicBezTo>
                      <a:pt x="6620" y="1551"/>
                      <a:pt x="6497" y="1783"/>
                      <a:pt x="6307" y="1947"/>
                    </a:cubicBezTo>
                    <a:cubicBezTo>
                      <a:pt x="6122" y="2112"/>
                      <a:pt x="5874" y="2205"/>
                      <a:pt x="5606" y="2188"/>
                    </a:cubicBezTo>
                    <a:cubicBezTo>
                      <a:pt x="5339" y="2170"/>
                      <a:pt x="5104" y="2046"/>
                      <a:pt x="4940" y="1859"/>
                    </a:cubicBezTo>
                    <a:cubicBezTo>
                      <a:pt x="4775" y="1674"/>
                      <a:pt x="4683" y="1423"/>
                      <a:pt x="4701" y="1156"/>
                    </a:cubicBezTo>
                    <a:cubicBezTo>
                      <a:pt x="4720" y="888"/>
                      <a:pt x="4843" y="656"/>
                      <a:pt x="5030" y="492"/>
                    </a:cubicBezTo>
                    <a:cubicBezTo>
                      <a:pt x="5216" y="329"/>
                      <a:pt x="5464" y="237"/>
                      <a:pt x="5732" y="251"/>
                    </a:cubicBezTo>
                    <a:close/>
                    <a:moveTo>
                      <a:pt x="1535" y="4298"/>
                    </a:moveTo>
                    <a:cubicBezTo>
                      <a:pt x="1925" y="4323"/>
                      <a:pt x="2271" y="4506"/>
                      <a:pt x="2509" y="4777"/>
                    </a:cubicBezTo>
                    <a:cubicBezTo>
                      <a:pt x="2748" y="5051"/>
                      <a:pt x="2884" y="5417"/>
                      <a:pt x="2859" y="5805"/>
                    </a:cubicBezTo>
                    <a:cubicBezTo>
                      <a:pt x="2832" y="6196"/>
                      <a:pt x="2651" y="6541"/>
                      <a:pt x="2378" y="6780"/>
                    </a:cubicBezTo>
                    <a:cubicBezTo>
                      <a:pt x="2106" y="7018"/>
                      <a:pt x="1740" y="7156"/>
                      <a:pt x="1350" y="7129"/>
                    </a:cubicBezTo>
                    <a:cubicBezTo>
                      <a:pt x="959" y="7105"/>
                      <a:pt x="616" y="6922"/>
                      <a:pt x="375" y="6650"/>
                    </a:cubicBezTo>
                    <a:cubicBezTo>
                      <a:pt x="136" y="6377"/>
                      <a:pt x="1" y="6009"/>
                      <a:pt x="25" y="5622"/>
                    </a:cubicBezTo>
                    <a:cubicBezTo>
                      <a:pt x="52" y="5231"/>
                      <a:pt x="235" y="4886"/>
                      <a:pt x="507" y="4647"/>
                    </a:cubicBezTo>
                    <a:cubicBezTo>
                      <a:pt x="780" y="4409"/>
                      <a:pt x="1144" y="4271"/>
                      <a:pt x="1535" y="4298"/>
                    </a:cubicBezTo>
                    <a:close/>
                    <a:moveTo>
                      <a:pt x="2333" y="4937"/>
                    </a:moveTo>
                    <a:cubicBezTo>
                      <a:pt x="2133" y="4711"/>
                      <a:pt x="1845" y="4559"/>
                      <a:pt x="1522" y="4538"/>
                    </a:cubicBezTo>
                    <a:cubicBezTo>
                      <a:pt x="1195" y="4518"/>
                      <a:pt x="893" y="4629"/>
                      <a:pt x="667" y="4830"/>
                    </a:cubicBezTo>
                    <a:cubicBezTo>
                      <a:pt x="441" y="5028"/>
                      <a:pt x="289" y="5316"/>
                      <a:pt x="268" y="5639"/>
                    </a:cubicBezTo>
                    <a:cubicBezTo>
                      <a:pt x="247" y="5966"/>
                      <a:pt x="358" y="6270"/>
                      <a:pt x="558" y="6496"/>
                    </a:cubicBezTo>
                    <a:cubicBezTo>
                      <a:pt x="759" y="6722"/>
                      <a:pt x="1043" y="6872"/>
                      <a:pt x="1368" y="6893"/>
                    </a:cubicBezTo>
                    <a:cubicBezTo>
                      <a:pt x="1695" y="6914"/>
                      <a:pt x="1997" y="6805"/>
                      <a:pt x="2224" y="6603"/>
                    </a:cubicBezTo>
                    <a:cubicBezTo>
                      <a:pt x="2452" y="6406"/>
                      <a:pt x="2602" y="6118"/>
                      <a:pt x="2622" y="5793"/>
                    </a:cubicBezTo>
                    <a:cubicBezTo>
                      <a:pt x="2643" y="5468"/>
                      <a:pt x="2530" y="5164"/>
                      <a:pt x="2333" y="4937"/>
                    </a:cubicBezTo>
                    <a:close/>
                    <a:moveTo>
                      <a:pt x="3468" y="12"/>
                    </a:moveTo>
                    <a:cubicBezTo>
                      <a:pt x="3638" y="23"/>
                      <a:pt x="3788" y="103"/>
                      <a:pt x="3891" y="220"/>
                    </a:cubicBezTo>
                    <a:cubicBezTo>
                      <a:pt x="3998" y="339"/>
                      <a:pt x="4056" y="498"/>
                      <a:pt x="4043" y="668"/>
                    </a:cubicBezTo>
                    <a:cubicBezTo>
                      <a:pt x="4033" y="837"/>
                      <a:pt x="3953" y="987"/>
                      <a:pt x="3836" y="1092"/>
                    </a:cubicBezTo>
                    <a:cubicBezTo>
                      <a:pt x="3716" y="1197"/>
                      <a:pt x="3558" y="1257"/>
                      <a:pt x="3387" y="1244"/>
                    </a:cubicBezTo>
                    <a:cubicBezTo>
                      <a:pt x="3219" y="1234"/>
                      <a:pt x="3069" y="1154"/>
                      <a:pt x="2964" y="1034"/>
                    </a:cubicBezTo>
                    <a:cubicBezTo>
                      <a:pt x="2859" y="917"/>
                      <a:pt x="2799" y="757"/>
                      <a:pt x="2812" y="588"/>
                    </a:cubicBezTo>
                    <a:cubicBezTo>
                      <a:pt x="2826" y="420"/>
                      <a:pt x="2902" y="269"/>
                      <a:pt x="3021" y="165"/>
                    </a:cubicBezTo>
                    <a:cubicBezTo>
                      <a:pt x="3139" y="60"/>
                      <a:pt x="3299" y="0"/>
                      <a:pt x="3468" y="12"/>
                    </a:cubicBezTo>
                    <a:close/>
                    <a:moveTo>
                      <a:pt x="3756" y="339"/>
                    </a:moveTo>
                    <a:cubicBezTo>
                      <a:pt x="3682" y="253"/>
                      <a:pt x="3577" y="198"/>
                      <a:pt x="3455" y="193"/>
                    </a:cubicBezTo>
                    <a:cubicBezTo>
                      <a:pt x="3334" y="185"/>
                      <a:pt x="3221" y="226"/>
                      <a:pt x="3139" y="300"/>
                    </a:cubicBezTo>
                    <a:cubicBezTo>
                      <a:pt x="3054" y="374"/>
                      <a:pt x="2997" y="481"/>
                      <a:pt x="2993" y="601"/>
                    </a:cubicBezTo>
                    <a:cubicBezTo>
                      <a:pt x="2984" y="722"/>
                      <a:pt x="3026" y="835"/>
                      <a:pt x="3100" y="917"/>
                    </a:cubicBezTo>
                    <a:cubicBezTo>
                      <a:pt x="3176" y="1002"/>
                      <a:pt x="3281" y="1055"/>
                      <a:pt x="3402" y="1063"/>
                    </a:cubicBezTo>
                    <a:cubicBezTo>
                      <a:pt x="3521" y="1071"/>
                      <a:pt x="3634" y="1030"/>
                      <a:pt x="3716" y="956"/>
                    </a:cubicBezTo>
                    <a:cubicBezTo>
                      <a:pt x="3803" y="882"/>
                      <a:pt x="3856" y="775"/>
                      <a:pt x="3865" y="656"/>
                    </a:cubicBezTo>
                    <a:cubicBezTo>
                      <a:pt x="3871" y="537"/>
                      <a:pt x="3830" y="424"/>
                      <a:pt x="3756" y="339"/>
                    </a:cubicBezTo>
                    <a:close/>
                    <a:moveTo>
                      <a:pt x="5719" y="432"/>
                    </a:moveTo>
                    <a:cubicBezTo>
                      <a:pt x="5503" y="415"/>
                      <a:pt x="5300" y="492"/>
                      <a:pt x="5150" y="627"/>
                    </a:cubicBezTo>
                    <a:cubicBezTo>
                      <a:pt x="4998" y="761"/>
                      <a:pt x="4895" y="950"/>
                      <a:pt x="4882" y="1170"/>
                    </a:cubicBezTo>
                    <a:cubicBezTo>
                      <a:pt x="4866" y="1386"/>
                      <a:pt x="4944" y="1588"/>
                      <a:pt x="5078" y="1740"/>
                    </a:cubicBezTo>
                    <a:cubicBezTo>
                      <a:pt x="5211" y="1892"/>
                      <a:pt x="5401" y="1995"/>
                      <a:pt x="5619" y="2007"/>
                    </a:cubicBezTo>
                    <a:cubicBezTo>
                      <a:pt x="5834" y="2024"/>
                      <a:pt x="6038" y="1945"/>
                      <a:pt x="6190" y="1812"/>
                    </a:cubicBezTo>
                    <a:cubicBezTo>
                      <a:pt x="6342" y="1678"/>
                      <a:pt x="6445" y="1487"/>
                      <a:pt x="6458" y="1269"/>
                    </a:cubicBezTo>
                    <a:cubicBezTo>
                      <a:pt x="6486" y="835"/>
                      <a:pt x="6157" y="459"/>
                      <a:pt x="5719" y="43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41"/>
              <p:cNvSpPr/>
              <p:nvPr/>
            </p:nvSpPr>
            <p:spPr>
              <a:xfrm>
                <a:off x="5815058" y="3536707"/>
                <a:ext cx="519161" cy="470788"/>
              </a:xfrm>
              <a:custGeom>
                <a:rect b="b" l="l" r="r" t="t"/>
                <a:pathLst>
                  <a:path extrusionOk="0" h="9927" w="10947">
                    <a:moveTo>
                      <a:pt x="9412" y="0"/>
                    </a:moveTo>
                    <a:cubicBezTo>
                      <a:pt x="10165" y="837"/>
                      <a:pt x="10679" y="1886"/>
                      <a:pt x="10860" y="3038"/>
                    </a:cubicBezTo>
                    <a:lnTo>
                      <a:pt x="10887" y="3219"/>
                    </a:lnTo>
                    <a:cubicBezTo>
                      <a:pt x="10934" y="3591"/>
                      <a:pt x="10946" y="3973"/>
                      <a:pt x="10922" y="4364"/>
                    </a:cubicBezTo>
                    <a:cubicBezTo>
                      <a:pt x="10899" y="4714"/>
                      <a:pt x="10848" y="5053"/>
                      <a:pt x="10768" y="5380"/>
                    </a:cubicBezTo>
                    <a:lnTo>
                      <a:pt x="10722" y="5555"/>
                    </a:lnTo>
                    <a:cubicBezTo>
                      <a:pt x="10054" y="7998"/>
                      <a:pt x="7878" y="9778"/>
                      <a:pt x="5316" y="9916"/>
                    </a:cubicBezTo>
                    <a:cubicBezTo>
                      <a:pt x="5324" y="9875"/>
                      <a:pt x="5326" y="9834"/>
                      <a:pt x="5328" y="9793"/>
                    </a:cubicBezTo>
                    <a:cubicBezTo>
                      <a:pt x="5355" y="9408"/>
                      <a:pt x="5222" y="9048"/>
                      <a:pt x="4985" y="8779"/>
                    </a:cubicBezTo>
                    <a:cubicBezTo>
                      <a:pt x="4749" y="8507"/>
                      <a:pt x="4409" y="8329"/>
                      <a:pt x="4023" y="8302"/>
                    </a:cubicBezTo>
                    <a:cubicBezTo>
                      <a:pt x="3638" y="8277"/>
                      <a:pt x="3278" y="8411"/>
                      <a:pt x="3009" y="8647"/>
                    </a:cubicBezTo>
                    <a:cubicBezTo>
                      <a:pt x="2785" y="8843"/>
                      <a:pt x="2626" y="9106"/>
                      <a:pt x="2561" y="9410"/>
                    </a:cubicBezTo>
                    <a:cubicBezTo>
                      <a:pt x="1508" y="8939"/>
                      <a:pt x="622" y="8174"/>
                      <a:pt x="0" y="7222"/>
                    </a:cubicBezTo>
                    <a:cubicBezTo>
                      <a:pt x="2532" y="7506"/>
                      <a:pt x="3509" y="7043"/>
                      <a:pt x="4434" y="5147"/>
                    </a:cubicBezTo>
                    <a:cubicBezTo>
                      <a:pt x="5417" y="3138"/>
                      <a:pt x="7218" y="5590"/>
                      <a:pt x="8004" y="2400"/>
                    </a:cubicBezTo>
                    <a:cubicBezTo>
                      <a:pt x="8370" y="893"/>
                      <a:pt x="8929" y="253"/>
                      <a:pt x="9412" y="0"/>
                    </a:cubicBezTo>
                    <a:close/>
                    <a:moveTo>
                      <a:pt x="5131" y="9922"/>
                    </a:moveTo>
                    <a:cubicBezTo>
                      <a:pt x="5139" y="9875"/>
                      <a:pt x="5148" y="9828"/>
                      <a:pt x="5150" y="9778"/>
                    </a:cubicBezTo>
                    <a:cubicBezTo>
                      <a:pt x="5170" y="9441"/>
                      <a:pt x="5055" y="9126"/>
                      <a:pt x="4849" y="8894"/>
                    </a:cubicBezTo>
                    <a:cubicBezTo>
                      <a:pt x="4644" y="8660"/>
                      <a:pt x="4348" y="8503"/>
                      <a:pt x="4010" y="8479"/>
                    </a:cubicBezTo>
                    <a:cubicBezTo>
                      <a:pt x="3673" y="8458"/>
                      <a:pt x="3361" y="8575"/>
                      <a:pt x="3124" y="8781"/>
                    </a:cubicBezTo>
                    <a:cubicBezTo>
                      <a:pt x="2921" y="8958"/>
                      <a:pt x="2777" y="9203"/>
                      <a:pt x="2729" y="9482"/>
                    </a:cubicBezTo>
                    <a:cubicBezTo>
                      <a:pt x="3309" y="9719"/>
                      <a:pt x="3936" y="9871"/>
                      <a:pt x="4594" y="9912"/>
                    </a:cubicBezTo>
                    <a:cubicBezTo>
                      <a:pt x="4777" y="9924"/>
                      <a:pt x="4954" y="9926"/>
                      <a:pt x="5131" y="992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41"/>
              <p:cNvSpPr/>
              <p:nvPr/>
            </p:nvSpPr>
            <p:spPr>
              <a:xfrm>
                <a:off x="6114357" y="3762165"/>
                <a:ext cx="55724" cy="55630"/>
              </a:xfrm>
              <a:custGeom>
                <a:rect b="b" l="l" r="r" t="t"/>
                <a:pathLst>
                  <a:path extrusionOk="0" h="1173" w="1175">
                    <a:moveTo>
                      <a:pt x="626" y="19"/>
                    </a:moveTo>
                    <a:cubicBezTo>
                      <a:pt x="936" y="40"/>
                      <a:pt x="1175" y="309"/>
                      <a:pt x="1154" y="624"/>
                    </a:cubicBezTo>
                    <a:cubicBezTo>
                      <a:pt x="1133" y="934"/>
                      <a:pt x="864" y="1173"/>
                      <a:pt x="552" y="1152"/>
                    </a:cubicBezTo>
                    <a:cubicBezTo>
                      <a:pt x="237" y="1132"/>
                      <a:pt x="0" y="862"/>
                      <a:pt x="21" y="550"/>
                    </a:cubicBezTo>
                    <a:cubicBezTo>
                      <a:pt x="42" y="237"/>
                      <a:pt x="311" y="1"/>
                      <a:pt x="626" y="1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85" name="Google Shape;685;p41"/>
          <p:cNvSpPr/>
          <p:nvPr/>
        </p:nvSpPr>
        <p:spPr>
          <a:xfrm>
            <a:off x="441892" y="4334348"/>
            <a:ext cx="649752" cy="649871"/>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6" name="Google Shape;686;p41"/>
          <p:cNvGrpSpPr/>
          <p:nvPr/>
        </p:nvGrpSpPr>
        <p:grpSpPr>
          <a:xfrm rot="585029">
            <a:off x="1392974" y="4072531"/>
            <a:ext cx="1045017" cy="1021596"/>
            <a:chOff x="7499398" y="624507"/>
            <a:chExt cx="1440046" cy="1407772"/>
          </a:xfrm>
        </p:grpSpPr>
        <p:sp>
          <p:nvSpPr>
            <p:cNvPr id="687" name="Google Shape;687;p41"/>
            <p:cNvSpPr/>
            <p:nvPr/>
          </p:nvSpPr>
          <p:spPr>
            <a:xfrm rot="-497753">
              <a:off x="7734887" y="799728"/>
              <a:ext cx="1129014" cy="1129014"/>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8" name="Google Shape;688;p41"/>
            <p:cNvGrpSpPr/>
            <p:nvPr/>
          </p:nvGrpSpPr>
          <p:grpSpPr>
            <a:xfrm rot="-1343739">
              <a:off x="7664174" y="789203"/>
              <a:ext cx="1078029" cy="1078380"/>
              <a:chOff x="5759760" y="3433415"/>
              <a:chExt cx="583422" cy="583612"/>
            </a:xfrm>
          </p:grpSpPr>
          <p:sp>
            <p:nvSpPr>
              <p:cNvPr id="689" name="Google Shape;689;p41"/>
              <p:cNvSpPr/>
              <p:nvPr/>
            </p:nvSpPr>
            <p:spPr>
              <a:xfrm>
                <a:off x="5759760" y="3433415"/>
                <a:ext cx="583422" cy="583612"/>
              </a:xfrm>
              <a:custGeom>
                <a:rect b="b" l="l" r="r" t="t"/>
                <a:pathLst>
                  <a:path extrusionOk="0" h="12306" w="12302">
                    <a:moveTo>
                      <a:pt x="6540" y="217"/>
                    </a:moveTo>
                    <a:cubicBezTo>
                      <a:pt x="9818" y="430"/>
                      <a:pt x="12302" y="3262"/>
                      <a:pt x="12090" y="6542"/>
                    </a:cubicBezTo>
                    <a:cubicBezTo>
                      <a:pt x="11876" y="9820"/>
                      <a:pt x="9042" y="12306"/>
                      <a:pt x="5762" y="12092"/>
                    </a:cubicBezTo>
                    <a:cubicBezTo>
                      <a:pt x="2487" y="11878"/>
                      <a:pt x="1" y="9047"/>
                      <a:pt x="214" y="5767"/>
                    </a:cubicBezTo>
                    <a:cubicBezTo>
                      <a:pt x="426" y="2487"/>
                      <a:pt x="3260" y="1"/>
                      <a:pt x="6540" y="217"/>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41"/>
              <p:cNvSpPr/>
              <p:nvPr/>
            </p:nvSpPr>
            <p:spPr>
              <a:xfrm>
                <a:off x="5834360" y="3463578"/>
                <a:ext cx="315613" cy="339421"/>
              </a:xfrm>
              <a:custGeom>
                <a:rect b="b" l="l" r="r" t="t"/>
                <a:pathLst>
                  <a:path extrusionOk="0" h="7157" w="6655">
                    <a:moveTo>
                      <a:pt x="5732" y="251"/>
                    </a:moveTo>
                    <a:cubicBezTo>
                      <a:pt x="5999" y="269"/>
                      <a:pt x="6233" y="393"/>
                      <a:pt x="6398" y="580"/>
                    </a:cubicBezTo>
                    <a:cubicBezTo>
                      <a:pt x="6562" y="769"/>
                      <a:pt x="6655" y="1016"/>
                      <a:pt x="6636" y="1283"/>
                    </a:cubicBezTo>
                    <a:cubicBezTo>
                      <a:pt x="6620" y="1551"/>
                      <a:pt x="6497" y="1783"/>
                      <a:pt x="6307" y="1947"/>
                    </a:cubicBezTo>
                    <a:cubicBezTo>
                      <a:pt x="6122" y="2112"/>
                      <a:pt x="5874" y="2205"/>
                      <a:pt x="5606" y="2188"/>
                    </a:cubicBezTo>
                    <a:cubicBezTo>
                      <a:pt x="5339" y="2170"/>
                      <a:pt x="5104" y="2046"/>
                      <a:pt x="4940" y="1859"/>
                    </a:cubicBezTo>
                    <a:cubicBezTo>
                      <a:pt x="4775" y="1674"/>
                      <a:pt x="4683" y="1423"/>
                      <a:pt x="4701" y="1156"/>
                    </a:cubicBezTo>
                    <a:cubicBezTo>
                      <a:pt x="4720" y="888"/>
                      <a:pt x="4843" y="656"/>
                      <a:pt x="5030" y="492"/>
                    </a:cubicBezTo>
                    <a:cubicBezTo>
                      <a:pt x="5216" y="329"/>
                      <a:pt x="5464" y="237"/>
                      <a:pt x="5732" y="251"/>
                    </a:cubicBezTo>
                    <a:close/>
                    <a:moveTo>
                      <a:pt x="1535" y="4298"/>
                    </a:moveTo>
                    <a:cubicBezTo>
                      <a:pt x="1925" y="4323"/>
                      <a:pt x="2271" y="4506"/>
                      <a:pt x="2509" y="4777"/>
                    </a:cubicBezTo>
                    <a:cubicBezTo>
                      <a:pt x="2748" y="5051"/>
                      <a:pt x="2884" y="5417"/>
                      <a:pt x="2859" y="5805"/>
                    </a:cubicBezTo>
                    <a:cubicBezTo>
                      <a:pt x="2832" y="6196"/>
                      <a:pt x="2651" y="6541"/>
                      <a:pt x="2378" y="6780"/>
                    </a:cubicBezTo>
                    <a:cubicBezTo>
                      <a:pt x="2106" y="7018"/>
                      <a:pt x="1740" y="7156"/>
                      <a:pt x="1350" y="7129"/>
                    </a:cubicBezTo>
                    <a:cubicBezTo>
                      <a:pt x="959" y="7105"/>
                      <a:pt x="616" y="6922"/>
                      <a:pt x="375" y="6650"/>
                    </a:cubicBezTo>
                    <a:cubicBezTo>
                      <a:pt x="136" y="6377"/>
                      <a:pt x="1" y="6009"/>
                      <a:pt x="25" y="5622"/>
                    </a:cubicBezTo>
                    <a:cubicBezTo>
                      <a:pt x="52" y="5231"/>
                      <a:pt x="235" y="4886"/>
                      <a:pt x="507" y="4647"/>
                    </a:cubicBezTo>
                    <a:cubicBezTo>
                      <a:pt x="780" y="4409"/>
                      <a:pt x="1144" y="4271"/>
                      <a:pt x="1535" y="4298"/>
                    </a:cubicBezTo>
                    <a:close/>
                    <a:moveTo>
                      <a:pt x="2333" y="4937"/>
                    </a:moveTo>
                    <a:cubicBezTo>
                      <a:pt x="2133" y="4711"/>
                      <a:pt x="1845" y="4559"/>
                      <a:pt x="1522" y="4538"/>
                    </a:cubicBezTo>
                    <a:cubicBezTo>
                      <a:pt x="1195" y="4518"/>
                      <a:pt x="893" y="4629"/>
                      <a:pt x="667" y="4830"/>
                    </a:cubicBezTo>
                    <a:cubicBezTo>
                      <a:pt x="441" y="5028"/>
                      <a:pt x="289" y="5316"/>
                      <a:pt x="268" y="5639"/>
                    </a:cubicBezTo>
                    <a:cubicBezTo>
                      <a:pt x="247" y="5966"/>
                      <a:pt x="358" y="6270"/>
                      <a:pt x="558" y="6496"/>
                    </a:cubicBezTo>
                    <a:cubicBezTo>
                      <a:pt x="759" y="6722"/>
                      <a:pt x="1043" y="6872"/>
                      <a:pt x="1368" y="6893"/>
                    </a:cubicBezTo>
                    <a:cubicBezTo>
                      <a:pt x="1695" y="6914"/>
                      <a:pt x="1997" y="6805"/>
                      <a:pt x="2224" y="6603"/>
                    </a:cubicBezTo>
                    <a:cubicBezTo>
                      <a:pt x="2452" y="6406"/>
                      <a:pt x="2602" y="6118"/>
                      <a:pt x="2622" y="5793"/>
                    </a:cubicBezTo>
                    <a:cubicBezTo>
                      <a:pt x="2643" y="5468"/>
                      <a:pt x="2530" y="5164"/>
                      <a:pt x="2333" y="4937"/>
                    </a:cubicBezTo>
                    <a:close/>
                    <a:moveTo>
                      <a:pt x="3468" y="12"/>
                    </a:moveTo>
                    <a:cubicBezTo>
                      <a:pt x="3638" y="23"/>
                      <a:pt x="3788" y="103"/>
                      <a:pt x="3891" y="220"/>
                    </a:cubicBezTo>
                    <a:cubicBezTo>
                      <a:pt x="3998" y="339"/>
                      <a:pt x="4056" y="498"/>
                      <a:pt x="4043" y="668"/>
                    </a:cubicBezTo>
                    <a:cubicBezTo>
                      <a:pt x="4033" y="837"/>
                      <a:pt x="3953" y="987"/>
                      <a:pt x="3836" y="1092"/>
                    </a:cubicBezTo>
                    <a:cubicBezTo>
                      <a:pt x="3716" y="1197"/>
                      <a:pt x="3558" y="1257"/>
                      <a:pt x="3387" y="1244"/>
                    </a:cubicBezTo>
                    <a:cubicBezTo>
                      <a:pt x="3219" y="1234"/>
                      <a:pt x="3069" y="1154"/>
                      <a:pt x="2964" y="1034"/>
                    </a:cubicBezTo>
                    <a:cubicBezTo>
                      <a:pt x="2859" y="917"/>
                      <a:pt x="2799" y="757"/>
                      <a:pt x="2812" y="588"/>
                    </a:cubicBezTo>
                    <a:cubicBezTo>
                      <a:pt x="2826" y="420"/>
                      <a:pt x="2902" y="269"/>
                      <a:pt x="3021" y="165"/>
                    </a:cubicBezTo>
                    <a:cubicBezTo>
                      <a:pt x="3139" y="60"/>
                      <a:pt x="3299" y="0"/>
                      <a:pt x="3468" y="12"/>
                    </a:cubicBezTo>
                    <a:close/>
                    <a:moveTo>
                      <a:pt x="3756" y="339"/>
                    </a:moveTo>
                    <a:cubicBezTo>
                      <a:pt x="3682" y="253"/>
                      <a:pt x="3577" y="198"/>
                      <a:pt x="3455" y="193"/>
                    </a:cubicBezTo>
                    <a:cubicBezTo>
                      <a:pt x="3334" y="185"/>
                      <a:pt x="3221" y="226"/>
                      <a:pt x="3139" y="300"/>
                    </a:cubicBezTo>
                    <a:cubicBezTo>
                      <a:pt x="3054" y="374"/>
                      <a:pt x="2997" y="481"/>
                      <a:pt x="2993" y="601"/>
                    </a:cubicBezTo>
                    <a:cubicBezTo>
                      <a:pt x="2984" y="722"/>
                      <a:pt x="3026" y="835"/>
                      <a:pt x="3100" y="917"/>
                    </a:cubicBezTo>
                    <a:cubicBezTo>
                      <a:pt x="3176" y="1002"/>
                      <a:pt x="3281" y="1055"/>
                      <a:pt x="3402" y="1063"/>
                    </a:cubicBezTo>
                    <a:cubicBezTo>
                      <a:pt x="3521" y="1071"/>
                      <a:pt x="3634" y="1030"/>
                      <a:pt x="3716" y="956"/>
                    </a:cubicBezTo>
                    <a:cubicBezTo>
                      <a:pt x="3803" y="882"/>
                      <a:pt x="3856" y="775"/>
                      <a:pt x="3865" y="656"/>
                    </a:cubicBezTo>
                    <a:cubicBezTo>
                      <a:pt x="3871" y="537"/>
                      <a:pt x="3830" y="424"/>
                      <a:pt x="3756" y="339"/>
                    </a:cubicBezTo>
                    <a:close/>
                    <a:moveTo>
                      <a:pt x="5719" y="432"/>
                    </a:moveTo>
                    <a:cubicBezTo>
                      <a:pt x="5503" y="415"/>
                      <a:pt x="5300" y="492"/>
                      <a:pt x="5150" y="627"/>
                    </a:cubicBezTo>
                    <a:cubicBezTo>
                      <a:pt x="4998" y="761"/>
                      <a:pt x="4895" y="950"/>
                      <a:pt x="4882" y="1170"/>
                    </a:cubicBezTo>
                    <a:cubicBezTo>
                      <a:pt x="4866" y="1386"/>
                      <a:pt x="4944" y="1588"/>
                      <a:pt x="5078" y="1740"/>
                    </a:cubicBezTo>
                    <a:cubicBezTo>
                      <a:pt x="5211" y="1892"/>
                      <a:pt x="5401" y="1995"/>
                      <a:pt x="5619" y="2007"/>
                    </a:cubicBezTo>
                    <a:cubicBezTo>
                      <a:pt x="5834" y="2024"/>
                      <a:pt x="6038" y="1945"/>
                      <a:pt x="6190" y="1812"/>
                    </a:cubicBezTo>
                    <a:cubicBezTo>
                      <a:pt x="6342" y="1678"/>
                      <a:pt x="6445" y="1487"/>
                      <a:pt x="6458" y="1269"/>
                    </a:cubicBezTo>
                    <a:cubicBezTo>
                      <a:pt x="6486" y="835"/>
                      <a:pt x="6157" y="459"/>
                      <a:pt x="5719" y="43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41"/>
              <p:cNvSpPr/>
              <p:nvPr/>
            </p:nvSpPr>
            <p:spPr>
              <a:xfrm>
                <a:off x="5815058" y="3536707"/>
                <a:ext cx="519161" cy="470788"/>
              </a:xfrm>
              <a:custGeom>
                <a:rect b="b" l="l" r="r" t="t"/>
                <a:pathLst>
                  <a:path extrusionOk="0" h="9927" w="10947">
                    <a:moveTo>
                      <a:pt x="9412" y="0"/>
                    </a:moveTo>
                    <a:cubicBezTo>
                      <a:pt x="10165" y="837"/>
                      <a:pt x="10679" y="1886"/>
                      <a:pt x="10860" y="3038"/>
                    </a:cubicBezTo>
                    <a:lnTo>
                      <a:pt x="10887" y="3219"/>
                    </a:lnTo>
                    <a:cubicBezTo>
                      <a:pt x="10934" y="3591"/>
                      <a:pt x="10946" y="3973"/>
                      <a:pt x="10922" y="4364"/>
                    </a:cubicBezTo>
                    <a:cubicBezTo>
                      <a:pt x="10899" y="4714"/>
                      <a:pt x="10848" y="5053"/>
                      <a:pt x="10768" y="5380"/>
                    </a:cubicBezTo>
                    <a:lnTo>
                      <a:pt x="10722" y="5555"/>
                    </a:lnTo>
                    <a:cubicBezTo>
                      <a:pt x="10054" y="7998"/>
                      <a:pt x="7878" y="9778"/>
                      <a:pt x="5316" y="9916"/>
                    </a:cubicBezTo>
                    <a:cubicBezTo>
                      <a:pt x="5324" y="9875"/>
                      <a:pt x="5326" y="9834"/>
                      <a:pt x="5328" y="9793"/>
                    </a:cubicBezTo>
                    <a:cubicBezTo>
                      <a:pt x="5355" y="9408"/>
                      <a:pt x="5222" y="9048"/>
                      <a:pt x="4985" y="8779"/>
                    </a:cubicBezTo>
                    <a:cubicBezTo>
                      <a:pt x="4749" y="8507"/>
                      <a:pt x="4409" y="8329"/>
                      <a:pt x="4023" y="8302"/>
                    </a:cubicBezTo>
                    <a:cubicBezTo>
                      <a:pt x="3638" y="8277"/>
                      <a:pt x="3278" y="8411"/>
                      <a:pt x="3009" y="8647"/>
                    </a:cubicBezTo>
                    <a:cubicBezTo>
                      <a:pt x="2785" y="8843"/>
                      <a:pt x="2626" y="9106"/>
                      <a:pt x="2561" y="9410"/>
                    </a:cubicBezTo>
                    <a:cubicBezTo>
                      <a:pt x="1508" y="8939"/>
                      <a:pt x="622" y="8174"/>
                      <a:pt x="0" y="7222"/>
                    </a:cubicBezTo>
                    <a:cubicBezTo>
                      <a:pt x="2532" y="7506"/>
                      <a:pt x="3509" y="7043"/>
                      <a:pt x="4434" y="5147"/>
                    </a:cubicBezTo>
                    <a:cubicBezTo>
                      <a:pt x="5417" y="3138"/>
                      <a:pt x="7218" y="5590"/>
                      <a:pt x="8004" y="2400"/>
                    </a:cubicBezTo>
                    <a:cubicBezTo>
                      <a:pt x="8370" y="893"/>
                      <a:pt x="8929" y="253"/>
                      <a:pt x="9412" y="0"/>
                    </a:cubicBezTo>
                    <a:close/>
                    <a:moveTo>
                      <a:pt x="5131" y="9922"/>
                    </a:moveTo>
                    <a:cubicBezTo>
                      <a:pt x="5139" y="9875"/>
                      <a:pt x="5148" y="9828"/>
                      <a:pt x="5150" y="9778"/>
                    </a:cubicBezTo>
                    <a:cubicBezTo>
                      <a:pt x="5170" y="9441"/>
                      <a:pt x="5055" y="9126"/>
                      <a:pt x="4849" y="8894"/>
                    </a:cubicBezTo>
                    <a:cubicBezTo>
                      <a:pt x="4644" y="8660"/>
                      <a:pt x="4348" y="8503"/>
                      <a:pt x="4010" y="8479"/>
                    </a:cubicBezTo>
                    <a:cubicBezTo>
                      <a:pt x="3673" y="8458"/>
                      <a:pt x="3361" y="8575"/>
                      <a:pt x="3124" y="8781"/>
                    </a:cubicBezTo>
                    <a:cubicBezTo>
                      <a:pt x="2921" y="8958"/>
                      <a:pt x="2777" y="9203"/>
                      <a:pt x="2729" y="9482"/>
                    </a:cubicBezTo>
                    <a:cubicBezTo>
                      <a:pt x="3309" y="9719"/>
                      <a:pt x="3936" y="9871"/>
                      <a:pt x="4594" y="9912"/>
                    </a:cubicBezTo>
                    <a:cubicBezTo>
                      <a:pt x="4777" y="9924"/>
                      <a:pt x="4954" y="9926"/>
                      <a:pt x="5131" y="992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41"/>
              <p:cNvSpPr/>
              <p:nvPr/>
            </p:nvSpPr>
            <p:spPr>
              <a:xfrm>
                <a:off x="6114357" y="3762165"/>
                <a:ext cx="55724" cy="55630"/>
              </a:xfrm>
              <a:custGeom>
                <a:rect b="b" l="l" r="r" t="t"/>
                <a:pathLst>
                  <a:path extrusionOk="0" h="1173" w="1175">
                    <a:moveTo>
                      <a:pt x="626" y="19"/>
                    </a:moveTo>
                    <a:cubicBezTo>
                      <a:pt x="936" y="40"/>
                      <a:pt x="1175" y="309"/>
                      <a:pt x="1154" y="624"/>
                    </a:cubicBezTo>
                    <a:cubicBezTo>
                      <a:pt x="1133" y="934"/>
                      <a:pt x="864" y="1173"/>
                      <a:pt x="552" y="1152"/>
                    </a:cubicBezTo>
                    <a:cubicBezTo>
                      <a:pt x="237" y="1132"/>
                      <a:pt x="0" y="862"/>
                      <a:pt x="21" y="550"/>
                    </a:cubicBezTo>
                    <a:cubicBezTo>
                      <a:pt x="42" y="237"/>
                      <a:pt x="311" y="1"/>
                      <a:pt x="626" y="1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93" name="Google Shape;693;p41"/>
          <p:cNvSpPr/>
          <p:nvPr/>
        </p:nvSpPr>
        <p:spPr>
          <a:xfrm>
            <a:off x="2586619" y="4361947"/>
            <a:ext cx="168275" cy="168302"/>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41"/>
          <p:cNvSpPr/>
          <p:nvPr/>
        </p:nvSpPr>
        <p:spPr>
          <a:xfrm>
            <a:off x="717614" y="2624730"/>
            <a:ext cx="98328" cy="98344"/>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mc:AlternateContent>
    <mc:Choice Requires="p14">
      <p:transition spd="slow" p14:dur="1200">
        <p14:prism dir="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grpSp>
        <p:nvGrpSpPr>
          <p:cNvPr id="699" name="Google Shape;699;p42"/>
          <p:cNvGrpSpPr/>
          <p:nvPr/>
        </p:nvGrpSpPr>
        <p:grpSpPr>
          <a:xfrm>
            <a:off x="3403721" y="1769542"/>
            <a:ext cx="2340796" cy="2404771"/>
            <a:chOff x="3403819" y="1976409"/>
            <a:chExt cx="2336357" cy="1991364"/>
          </a:xfrm>
        </p:grpSpPr>
        <p:sp>
          <p:nvSpPr>
            <p:cNvPr id="700" name="Google Shape;700;p42"/>
            <p:cNvSpPr/>
            <p:nvPr/>
          </p:nvSpPr>
          <p:spPr>
            <a:xfrm>
              <a:off x="3568340" y="2205239"/>
              <a:ext cx="2171835" cy="1762534"/>
            </a:xfrm>
            <a:custGeom>
              <a:rect b="b" l="l" r="r" t="t"/>
              <a:pathLst>
                <a:path extrusionOk="0" h="25819" w="25346">
                  <a:moveTo>
                    <a:pt x="16554" y="1"/>
                  </a:moveTo>
                  <a:lnTo>
                    <a:pt x="24268" y="1"/>
                  </a:lnTo>
                  <a:lnTo>
                    <a:pt x="25061" y="1"/>
                  </a:lnTo>
                  <a:cubicBezTo>
                    <a:pt x="25216" y="1"/>
                    <a:pt x="25345" y="126"/>
                    <a:pt x="25345" y="282"/>
                  </a:cubicBezTo>
                  <a:lnTo>
                    <a:pt x="25345" y="25534"/>
                  </a:lnTo>
                  <a:cubicBezTo>
                    <a:pt x="25345" y="25689"/>
                    <a:pt x="25218" y="25818"/>
                    <a:pt x="25061" y="25818"/>
                  </a:cubicBezTo>
                  <a:lnTo>
                    <a:pt x="283" y="25818"/>
                  </a:lnTo>
                  <a:cubicBezTo>
                    <a:pt x="128" y="25818"/>
                    <a:pt x="1" y="25689"/>
                    <a:pt x="1" y="25534"/>
                  </a:cubicBezTo>
                  <a:lnTo>
                    <a:pt x="1" y="1259"/>
                  </a:lnTo>
                  <a:lnTo>
                    <a:pt x="1" y="282"/>
                  </a:lnTo>
                  <a:lnTo>
                    <a:pt x="1" y="1"/>
                  </a:lnTo>
                  <a:close/>
                </a:path>
              </a:pathLst>
            </a:custGeom>
            <a:solidFill>
              <a:srgbClr val="1B22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42"/>
            <p:cNvSpPr/>
            <p:nvPr/>
          </p:nvSpPr>
          <p:spPr>
            <a:xfrm>
              <a:off x="4122743" y="1983441"/>
              <a:ext cx="710349" cy="222407"/>
            </a:xfrm>
            <a:custGeom>
              <a:rect b="b" l="l" r="r" t="t"/>
              <a:pathLst>
                <a:path extrusionOk="0" h="3258" w="8290">
                  <a:moveTo>
                    <a:pt x="311" y="1"/>
                  </a:moveTo>
                  <a:lnTo>
                    <a:pt x="7979" y="1"/>
                  </a:lnTo>
                  <a:cubicBezTo>
                    <a:pt x="8149" y="1"/>
                    <a:pt x="8289" y="138"/>
                    <a:pt x="8289" y="311"/>
                  </a:cubicBezTo>
                  <a:lnTo>
                    <a:pt x="8289" y="2945"/>
                  </a:lnTo>
                  <a:cubicBezTo>
                    <a:pt x="8289" y="3118"/>
                    <a:pt x="8149" y="3258"/>
                    <a:pt x="7979" y="3258"/>
                  </a:cubicBezTo>
                  <a:lnTo>
                    <a:pt x="311" y="3258"/>
                  </a:lnTo>
                  <a:cubicBezTo>
                    <a:pt x="138" y="3258"/>
                    <a:pt x="0" y="3118"/>
                    <a:pt x="0" y="2945"/>
                  </a:cubicBezTo>
                  <a:lnTo>
                    <a:pt x="0" y="311"/>
                  </a:lnTo>
                  <a:cubicBezTo>
                    <a:pt x="0" y="138"/>
                    <a:pt x="138"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42"/>
            <p:cNvSpPr/>
            <p:nvPr/>
          </p:nvSpPr>
          <p:spPr>
            <a:xfrm>
              <a:off x="3414358" y="1985011"/>
              <a:ext cx="2171835" cy="1877697"/>
            </a:xfrm>
            <a:custGeom>
              <a:rect b="b" l="l" r="r" t="t"/>
              <a:pathLst>
                <a:path extrusionOk="0" h="27506" w="25346">
                  <a:moveTo>
                    <a:pt x="8292" y="1688"/>
                  </a:moveTo>
                  <a:lnTo>
                    <a:pt x="25061" y="1688"/>
                  </a:lnTo>
                  <a:cubicBezTo>
                    <a:pt x="25215" y="1688"/>
                    <a:pt x="25345" y="1816"/>
                    <a:pt x="25345" y="1972"/>
                  </a:cubicBezTo>
                  <a:lnTo>
                    <a:pt x="25345" y="27224"/>
                  </a:lnTo>
                  <a:cubicBezTo>
                    <a:pt x="25345" y="27378"/>
                    <a:pt x="25220" y="27506"/>
                    <a:pt x="25061" y="27506"/>
                  </a:cubicBezTo>
                  <a:lnTo>
                    <a:pt x="282" y="27506"/>
                  </a:lnTo>
                  <a:cubicBezTo>
                    <a:pt x="128" y="27506"/>
                    <a:pt x="1" y="27380"/>
                    <a:pt x="1" y="27224"/>
                  </a:cubicBezTo>
                  <a:lnTo>
                    <a:pt x="1" y="2947"/>
                  </a:lnTo>
                  <a:lnTo>
                    <a:pt x="1" y="1970"/>
                  </a:lnTo>
                  <a:lnTo>
                    <a:pt x="1" y="311"/>
                  </a:lnTo>
                  <a:cubicBezTo>
                    <a:pt x="1" y="140"/>
                    <a:pt x="138" y="0"/>
                    <a:pt x="311" y="0"/>
                  </a:cubicBezTo>
                  <a:lnTo>
                    <a:pt x="7979" y="0"/>
                  </a:lnTo>
                  <a:cubicBezTo>
                    <a:pt x="8152" y="0"/>
                    <a:pt x="8290" y="138"/>
                    <a:pt x="8290" y="311"/>
                  </a:cubicBezTo>
                  <a:close/>
                </a:path>
              </a:pathLst>
            </a:custGeom>
            <a:solidFill>
              <a:srgbClr val="1B22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42"/>
            <p:cNvSpPr/>
            <p:nvPr/>
          </p:nvSpPr>
          <p:spPr>
            <a:xfrm>
              <a:off x="3403819" y="1976409"/>
              <a:ext cx="2192915" cy="1894627"/>
            </a:xfrm>
            <a:custGeom>
              <a:rect b="b" l="l" r="r" t="t"/>
              <a:pathLst>
                <a:path extrusionOk="0" h="27754" w="25592">
                  <a:moveTo>
                    <a:pt x="8538" y="1689"/>
                  </a:moveTo>
                  <a:lnTo>
                    <a:pt x="25184" y="1689"/>
                  </a:lnTo>
                  <a:cubicBezTo>
                    <a:pt x="25295" y="1689"/>
                    <a:pt x="25398" y="1736"/>
                    <a:pt x="25472" y="1808"/>
                  </a:cubicBezTo>
                  <a:cubicBezTo>
                    <a:pt x="25548" y="1882"/>
                    <a:pt x="25591" y="1983"/>
                    <a:pt x="25591" y="2096"/>
                  </a:cubicBezTo>
                  <a:lnTo>
                    <a:pt x="25591" y="27348"/>
                  </a:lnTo>
                  <a:cubicBezTo>
                    <a:pt x="25591" y="27457"/>
                    <a:pt x="25544" y="27560"/>
                    <a:pt x="25472" y="27636"/>
                  </a:cubicBezTo>
                  <a:cubicBezTo>
                    <a:pt x="25400" y="27710"/>
                    <a:pt x="25297" y="27753"/>
                    <a:pt x="25184" y="27753"/>
                  </a:cubicBezTo>
                  <a:lnTo>
                    <a:pt x="405" y="27753"/>
                  </a:lnTo>
                  <a:cubicBezTo>
                    <a:pt x="296" y="27753"/>
                    <a:pt x="194" y="27708"/>
                    <a:pt x="117" y="27636"/>
                  </a:cubicBezTo>
                  <a:cubicBezTo>
                    <a:pt x="43" y="27560"/>
                    <a:pt x="0" y="27459"/>
                    <a:pt x="0" y="27348"/>
                  </a:cubicBezTo>
                  <a:lnTo>
                    <a:pt x="0" y="437"/>
                  </a:lnTo>
                  <a:cubicBezTo>
                    <a:pt x="0" y="320"/>
                    <a:pt x="50" y="208"/>
                    <a:pt x="128" y="128"/>
                  </a:cubicBezTo>
                  <a:cubicBezTo>
                    <a:pt x="208" y="50"/>
                    <a:pt x="317" y="1"/>
                    <a:pt x="436" y="1"/>
                  </a:cubicBezTo>
                  <a:lnTo>
                    <a:pt x="8104" y="1"/>
                  </a:lnTo>
                  <a:cubicBezTo>
                    <a:pt x="8224" y="1"/>
                    <a:pt x="8333" y="50"/>
                    <a:pt x="8411" y="128"/>
                  </a:cubicBezTo>
                  <a:lnTo>
                    <a:pt x="8411" y="128"/>
                  </a:lnTo>
                  <a:cubicBezTo>
                    <a:pt x="8491" y="208"/>
                    <a:pt x="8538" y="317"/>
                    <a:pt x="8538" y="435"/>
                  </a:cubicBezTo>
                  <a:close/>
                  <a:moveTo>
                    <a:pt x="25184" y="1938"/>
                  </a:moveTo>
                  <a:lnTo>
                    <a:pt x="8289" y="1938"/>
                  </a:lnTo>
                  <a:lnTo>
                    <a:pt x="8289" y="437"/>
                  </a:lnTo>
                  <a:cubicBezTo>
                    <a:pt x="8289" y="385"/>
                    <a:pt x="8269" y="340"/>
                    <a:pt x="8236" y="307"/>
                  </a:cubicBezTo>
                  <a:cubicBezTo>
                    <a:pt x="8201" y="272"/>
                    <a:pt x="8156" y="252"/>
                    <a:pt x="8104" y="252"/>
                  </a:cubicBezTo>
                  <a:lnTo>
                    <a:pt x="436" y="252"/>
                  </a:lnTo>
                  <a:cubicBezTo>
                    <a:pt x="385" y="252"/>
                    <a:pt x="340" y="272"/>
                    <a:pt x="307" y="307"/>
                  </a:cubicBezTo>
                  <a:cubicBezTo>
                    <a:pt x="272" y="340"/>
                    <a:pt x="251" y="385"/>
                    <a:pt x="251" y="437"/>
                  </a:cubicBezTo>
                  <a:lnTo>
                    <a:pt x="251" y="27348"/>
                  </a:lnTo>
                  <a:cubicBezTo>
                    <a:pt x="251" y="27391"/>
                    <a:pt x="270" y="27430"/>
                    <a:pt x="298" y="27457"/>
                  </a:cubicBezTo>
                  <a:cubicBezTo>
                    <a:pt x="327" y="27486"/>
                    <a:pt x="364" y="27504"/>
                    <a:pt x="409" y="27504"/>
                  </a:cubicBezTo>
                  <a:lnTo>
                    <a:pt x="25188" y="27504"/>
                  </a:lnTo>
                  <a:cubicBezTo>
                    <a:pt x="25232" y="27504"/>
                    <a:pt x="25271" y="27486"/>
                    <a:pt x="25297" y="27457"/>
                  </a:cubicBezTo>
                  <a:cubicBezTo>
                    <a:pt x="25326" y="27430"/>
                    <a:pt x="25345" y="27389"/>
                    <a:pt x="25345" y="27348"/>
                  </a:cubicBezTo>
                  <a:lnTo>
                    <a:pt x="25345" y="2096"/>
                  </a:lnTo>
                  <a:cubicBezTo>
                    <a:pt x="25345" y="2051"/>
                    <a:pt x="25326" y="2014"/>
                    <a:pt x="25297" y="1985"/>
                  </a:cubicBezTo>
                  <a:cubicBezTo>
                    <a:pt x="25266" y="1956"/>
                    <a:pt x="25229" y="1938"/>
                    <a:pt x="25184" y="193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4" name="Google Shape;704;p42"/>
          <p:cNvGrpSpPr/>
          <p:nvPr/>
        </p:nvGrpSpPr>
        <p:grpSpPr>
          <a:xfrm>
            <a:off x="789735" y="1767415"/>
            <a:ext cx="2336358" cy="2409017"/>
            <a:chOff x="4122750" y="1608600"/>
            <a:chExt cx="3139000" cy="2675497"/>
          </a:xfrm>
        </p:grpSpPr>
        <p:sp>
          <p:nvSpPr>
            <p:cNvPr id="705" name="Google Shape;705;p42"/>
            <p:cNvSpPr/>
            <p:nvPr/>
          </p:nvSpPr>
          <p:spPr>
            <a:xfrm>
              <a:off x="4343792" y="1916043"/>
              <a:ext cx="2917958" cy="2368054"/>
            </a:xfrm>
            <a:custGeom>
              <a:rect b="b" l="l" r="r" t="t"/>
              <a:pathLst>
                <a:path extrusionOk="0" h="25819" w="25346">
                  <a:moveTo>
                    <a:pt x="16554" y="1"/>
                  </a:moveTo>
                  <a:lnTo>
                    <a:pt x="24268" y="1"/>
                  </a:lnTo>
                  <a:lnTo>
                    <a:pt x="25061" y="1"/>
                  </a:lnTo>
                  <a:cubicBezTo>
                    <a:pt x="25216" y="1"/>
                    <a:pt x="25345" y="126"/>
                    <a:pt x="25345" y="282"/>
                  </a:cubicBezTo>
                  <a:lnTo>
                    <a:pt x="25345" y="25534"/>
                  </a:lnTo>
                  <a:cubicBezTo>
                    <a:pt x="25345" y="25689"/>
                    <a:pt x="25218" y="25818"/>
                    <a:pt x="25061" y="25818"/>
                  </a:cubicBezTo>
                  <a:lnTo>
                    <a:pt x="283" y="25818"/>
                  </a:lnTo>
                  <a:cubicBezTo>
                    <a:pt x="128" y="25818"/>
                    <a:pt x="1" y="25689"/>
                    <a:pt x="1" y="25534"/>
                  </a:cubicBezTo>
                  <a:lnTo>
                    <a:pt x="1" y="1259"/>
                  </a:lnTo>
                  <a:lnTo>
                    <a:pt x="1" y="282"/>
                  </a:lnTo>
                  <a:lnTo>
                    <a:pt x="1" y="1"/>
                  </a:lnTo>
                  <a:close/>
                </a:path>
              </a:pathLst>
            </a:custGeom>
            <a:solidFill>
              <a:srgbClr val="1B22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42"/>
            <p:cNvSpPr/>
            <p:nvPr/>
          </p:nvSpPr>
          <p:spPr>
            <a:xfrm>
              <a:off x="5088657" y="1618047"/>
              <a:ext cx="954386" cy="298816"/>
            </a:xfrm>
            <a:custGeom>
              <a:rect b="b" l="l" r="r" t="t"/>
              <a:pathLst>
                <a:path extrusionOk="0" h="3258" w="8290">
                  <a:moveTo>
                    <a:pt x="311" y="1"/>
                  </a:moveTo>
                  <a:lnTo>
                    <a:pt x="7979" y="1"/>
                  </a:lnTo>
                  <a:cubicBezTo>
                    <a:pt x="8149" y="1"/>
                    <a:pt x="8289" y="138"/>
                    <a:pt x="8289" y="311"/>
                  </a:cubicBezTo>
                  <a:lnTo>
                    <a:pt x="8289" y="2945"/>
                  </a:lnTo>
                  <a:cubicBezTo>
                    <a:pt x="8289" y="3118"/>
                    <a:pt x="8149" y="3258"/>
                    <a:pt x="7979" y="3258"/>
                  </a:cubicBezTo>
                  <a:lnTo>
                    <a:pt x="311" y="3258"/>
                  </a:lnTo>
                  <a:cubicBezTo>
                    <a:pt x="138" y="3258"/>
                    <a:pt x="0" y="3118"/>
                    <a:pt x="0" y="2945"/>
                  </a:cubicBezTo>
                  <a:lnTo>
                    <a:pt x="0" y="311"/>
                  </a:lnTo>
                  <a:cubicBezTo>
                    <a:pt x="0" y="138"/>
                    <a:pt x="138" y="1"/>
                    <a:pt x="31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42"/>
            <p:cNvSpPr/>
            <p:nvPr/>
          </p:nvSpPr>
          <p:spPr>
            <a:xfrm>
              <a:off x="4136910" y="1620157"/>
              <a:ext cx="2917958" cy="2522782"/>
            </a:xfrm>
            <a:custGeom>
              <a:rect b="b" l="l" r="r" t="t"/>
              <a:pathLst>
                <a:path extrusionOk="0" h="27506" w="25346">
                  <a:moveTo>
                    <a:pt x="8292" y="1688"/>
                  </a:moveTo>
                  <a:lnTo>
                    <a:pt x="25061" y="1688"/>
                  </a:lnTo>
                  <a:cubicBezTo>
                    <a:pt x="25215" y="1688"/>
                    <a:pt x="25345" y="1816"/>
                    <a:pt x="25345" y="1972"/>
                  </a:cubicBezTo>
                  <a:lnTo>
                    <a:pt x="25345" y="27224"/>
                  </a:lnTo>
                  <a:cubicBezTo>
                    <a:pt x="25345" y="27378"/>
                    <a:pt x="25220" y="27506"/>
                    <a:pt x="25061" y="27506"/>
                  </a:cubicBezTo>
                  <a:lnTo>
                    <a:pt x="282" y="27506"/>
                  </a:lnTo>
                  <a:cubicBezTo>
                    <a:pt x="128" y="27506"/>
                    <a:pt x="1" y="27380"/>
                    <a:pt x="1" y="27224"/>
                  </a:cubicBezTo>
                  <a:lnTo>
                    <a:pt x="1" y="2947"/>
                  </a:lnTo>
                  <a:lnTo>
                    <a:pt x="1" y="1970"/>
                  </a:lnTo>
                  <a:lnTo>
                    <a:pt x="1" y="311"/>
                  </a:lnTo>
                  <a:cubicBezTo>
                    <a:pt x="1" y="140"/>
                    <a:pt x="138" y="0"/>
                    <a:pt x="311" y="0"/>
                  </a:cubicBezTo>
                  <a:lnTo>
                    <a:pt x="7979" y="0"/>
                  </a:lnTo>
                  <a:cubicBezTo>
                    <a:pt x="8152" y="0"/>
                    <a:pt x="8290" y="138"/>
                    <a:pt x="8290" y="311"/>
                  </a:cubicBezTo>
                  <a:close/>
                </a:path>
              </a:pathLst>
            </a:custGeom>
            <a:solidFill>
              <a:srgbClr val="1B22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42"/>
            <p:cNvSpPr/>
            <p:nvPr/>
          </p:nvSpPr>
          <p:spPr>
            <a:xfrm>
              <a:off x="4122750" y="1608600"/>
              <a:ext cx="2946279" cy="2545527"/>
            </a:xfrm>
            <a:custGeom>
              <a:rect b="b" l="l" r="r" t="t"/>
              <a:pathLst>
                <a:path extrusionOk="0" h="27754" w="25592">
                  <a:moveTo>
                    <a:pt x="8538" y="1689"/>
                  </a:moveTo>
                  <a:lnTo>
                    <a:pt x="25184" y="1689"/>
                  </a:lnTo>
                  <a:cubicBezTo>
                    <a:pt x="25295" y="1689"/>
                    <a:pt x="25398" y="1736"/>
                    <a:pt x="25472" y="1808"/>
                  </a:cubicBezTo>
                  <a:cubicBezTo>
                    <a:pt x="25548" y="1882"/>
                    <a:pt x="25591" y="1983"/>
                    <a:pt x="25591" y="2096"/>
                  </a:cubicBezTo>
                  <a:lnTo>
                    <a:pt x="25591" y="27348"/>
                  </a:lnTo>
                  <a:cubicBezTo>
                    <a:pt x="25591" y="27457"/>
                    <a:pt x="25544" y="27560"/>
                    <a:pt x="25472" y="27636"/>
                  </a:cubicBezTo>
                  <a:cubicBezTo>
                    <a:pt x="25400" y="27710"/>
                    <a:pt x="25297" y="27753"/>
                    <a:pt x="25184" y="27753"/>
                  </a:cubicBezTo>
                  <a:lnTo>
                    <a:pt x="405" y="27753"/>
                  </a:lnTo>
                  <a:cubicBezTo>
                    <a:pt x="296" y="27753"/>
                    <a:pt x="194" y="27708"/>
                    <a:pt x="117" y="27636"/>
                  </a:cubicBezTo>
                  <a:cubicBezTo>
                    <a:pt x="43" y="27560"/>
                    <a:pt x="0" y="27459"/>
                    <a:pt x="0" y="27348"/>
                  </a:cubicBezTo>
                  <a:lnTo>
                    <a:pt x="0" y="437"/>
                  </a:lnTo>
                  <a:cubicBezTo>
                    <a:pt x="0" y="320"/>
                    <a:pt x="50" y="208"/>
                    <a:pt x="128" y="128"/>
                  </a:cubicBezTo>
                  <a:cubicBezTo>
                    <a:pt x="208" y="50"/>
                    <a:pt x="317" y="1"/>
                    <a:pt x="436" y="1"/>
                  </a:cubicBezTo>
                  <a:lnTo>
                    <a:pt x="8104" y="1"/>
                  </a:lnTo>
                  <a:cubicBezTo>
                    <a:pt x="8224" y="1"/>
                    <a:pt x="8333" y="50"/>
                    <a:pt x="8411" y="128"/>
                  </a:cubicBezTo>
                  <a:lnTo>
                    <a:pt x="8411" y="128"/>
                  </a:lnTo>
                  <a:cubicBezTo>
                    <a:pt x="8491" y="208"/>
                    <a:pt x="8538" y="317"/>
                    <a:pt x="8538" y="435"/>
                  </a:cubicBezTo>
                  <a:close/>
                  <a:moveTo>
                    <a:pt x="25184" y="1938"/>
                  </a:moveTo>
                  <a:lnTo>
                    <a:pt x="8289" y="1938"/>
                  </a:lnTo>
                  <a:lnTo>
                    <a:pt x="8289" y="437"/>
                  </a:lnTo>
                  <a:cubicBezTo>
                    <a:pt x="8289" y="385"/>
                    <a:pt x="8269" y="340"/>
                    <a:pt x="8236" y="307"/>
                  </a:cubicBezTo>
                  <a:cubicBezTo>
                    <a:pt x="8201" y="272"/>
                    <a:pt x="8156" y="252"/>
                    <a:pt x="8104" y="252"/>
                  </a:cubicBezTo>
                  <a:lnTo>
                    <a:pt x="436" y="252"/>
                  </a:lnTo>
                  <a:cubicBezTo>
                    <a:pt x="385" y="252"/>
                    <a:pt x="340" y="272"/>
                    <a:pt x="307" y="307"/>
                  </a:cubicBezTo>
                  <a:cubicBezTo>
                    <a:pt x="272" y="340"/>
                    <a:pt x="251" y="385"/>
                    <a:pt x="251" y="437"/>
                  </a:cubicBezTo>
                  <a:lnTo>
                    <a:pt x="251" y="27348"/>
                  </a:lnTo>
                  <a:cubicBezTo>
                    <a:pt x="251" y="27391"/>
                    <a:pt x="270" y="27430"/>
                    <a:pt x="298" y="27457"/>
                  </a:cubicBezTo>
                  <a:cubicBezTo>
                    <a:pt x="327" y="27486"/>
                    <a:pt x="364" y="27504"/>
                    <a:pt x="409" y="27504"/>
                  </a:cubicBezTo>
                  <a:lnTo>
                    <a:pt x="25188" y="27504"/>
                  </a:lnTo>
                  <a:cubicBezTo>
                    <a:pt x="25232" y="27504"/>
                    <a:pt x="25271" y="27486"/>
                    <a:pt x="25297" y="27457"/>
                  </a:cubicBezTo>
                  <a:cubicBezTo>
                    <a:pt x="25326" y="27430"/>
                    <a:pt x="25345" y="27389"/>
                    <a:pt x="25345" y="27348"/>
                  </a:cubicBezTo>
                  <a:lnTo>
                    <a:pt x="25345" y="2096"/>
                  </a:lnTo>
                  <a:cubicBezTo>
                    <a:pt x="25345" y="2051"/>
                    <a:pt x="25326" y="2014"/>
                    <a:pt x="25297" y="1985"/>
                  </a:cubicBezTo>
                  <a:cubicBezTo>
                    <a:pt x="25266" y="1956"/>
                    <a:pt x="25229" y="1938"/>
                    <a:pt x="25184" y="1938"/>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9" name="Google Shape;709;p42"/>
          <p:cNvGrpSpPr/>
          <p:nvPr/>
        </p:nvGrpSpPr>
        <p:grpSpPr>
          <a:xfrm>
            <a:off x="6017733" y="1769555"/>
            <a:ext cx="2340796" cy="2404771"/>
            <a:chOff x="6017906" y="1976409"/>
            <a:chExt cx="2336357" cy="1991364"/>
          </a:xfrm>
        </p:grpSpPr>
        <p:sp>
          <p:nvSpPr>
            <p:cNvPr id="710" name="Google Shape;710;p42"/>
            <p:cNvSpPr/>
            <p:nvPr/>
          </p:nvSpPr>
          <p:spPr>
            <a:xfrm>
              <a:off x="6182428" y="2205239"/>
              <a:ext cx="2171835" cy="1762534"/>
            </a:xfrm>
            <a:custGeom>
              <a:rect b="b" l="l" r="r" t="t"/>
              <a:pathLst>
                <a:path extrusionOk="0" h="25819" w="25346">
                  <a:moveTo>
                    <a:pt x="16554" y="1"/>
                  </a:moveTo>
                  <a:lnTo>
                    <a:pt x="24268" y="1"/>
                  </a:lnTo>
                  <a:lnTo>
                    <a:pt x="25061" y="1"/>
                  </a:lnTo>
                  <a:cubicBezTo>
                    <a:pt x="25216" y="1"/>
                    <a:pt x="25345" y="126"/>
                    <a:pt x="25345" y="282"/>
                  </a:cubicBezTo>
                  <a:lnTo>
                    <a:pt x="25345" y="25534"/>
                  </a:lnTo>
                  <a:cubicBezTo>
                    <a:pt x="25345" y="25689"/>
                    <a:pt x="25218" y="25818"/>
                    <a:pt x="25061" y="25818"/>
                  </a:cubicBezTo>
                  <a:lnTo>
                    <a:pt x="283" y="25818"/>
                  </a:lnTo>
                  <a:cubicBezTo>
                    <a:pt x="128" y="25818"/>
                    <a:pt x="1" y="25689"/>
                    <a:pt x="1" y="25534"/>
                  </a:cubicBezTo>
                  <a:lnTo>
                    <a:pt x="1" y="1259"/>
                  </a:lnTo>
                  <a:lnTo>
                    <a:pt x="1" y="282"/>
                  </a:lnTo>
                  <a:lnTo>
                    <a:pt x="1" y="1"/>
                  </a:lnTo>
                  <a:close/>
                </a:path>
              </a:pathLst>
            </a:custGeom>
            <a:solidFill>
              <a:srgbClr val="1B22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42"/>
            <p:cNvSpPr/>
            <p:nvPr/>
          </p:nvSpPr>
          <p:spPr>
            <a:xfrm>
              <a:off x="6736831" y="1983441"/>
              <a:ext cx="710349" cy="222407"/>
            </a:xfrm>
            <a:custGeom>
              <a:rect b="b" l="l" r="r" t="t"/>
              <a:pathLst>
                <a:path extrusionOk="0" h="3258" w="8290">
                  <a:moveTo>
                    <a:pt x="311" y="1"/>
                  </a:moveTo>
                  <a:lnTo>
                    <a:pt x="7979" y="1"/>
                  </a:lnTo>
                  <a:cubicBezTo>
                    <a:pt x="8149" y="1"/>
                    <a:pt x="8289" y="138"/>
                    <a:pt x="8289" y="311"/>
                  </a:cubicBezTo>
                  <a:lnTo>
                    <a:pt x="8289" y="2945"/>
                  </a:lnTo>
                  <a:cubicBezTo>
                    <a:pt x="8289" y="3118"/>
                    <a:pt x="8149" y="3258"/>
                    <a:pt x="7979" y="3258"/>
                  </a:cubicBezTo>
                  <a:lnTo>
                    <a:pt x="311" y="3258"/>
                  </a:lnTo>
                  <a:cubicBezTo>
                    <a:pt x="138" y="3258"/>
                    <a:pt x="0" y="3118"/>
                    <a:pt x="0" y="2945"/>
                  </a:cubicBezTo>
                  <a:lnTo>
                    <a:pt x="0" y="311"/>
                  </a:lnTo>
                  <a:cubicBezTo>
                    <a:pt x="0" y="138"/>
                    <a:pt x="138" y="1"/>
                    <a:pt x="31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42"/>
            <p:cNvSpPr/>
            <p:nvPr/>
          </p:nvSpPr>
          <p:spPr>
            <a:xfrm>
              <a:off x="6028446" y="1985011"/>
              <a:ext cx="2171835" cy="1877697"/>
            </a:xfrm>
            <a:custGeom>
              <a:rect b="b" l="l" r="r" t="t"/>
              <a:pathLst>
                <a:path extrusionOk="0" h="27506" w="25346">
                  <a:moveTo>
                    <a:pt x="8292" y="1688"/>
                  </a:moveTo>
                  <a:lnTo>
                    <a:pt x="25061" y="1688"/>
                  </a:lnTo>
                  <a:cubicBezTo>
                    <a:pt x="25215" y="1688"/>
                    <a:pt x="25345" y="1816"/>
                    <a:pt x="25345" y="1972"/>
                  </a:cubicBezTo>
                  <a:lnTo>
                    <a:pt x="25345" y="27224"/>
                  </a:lnTo>
                  <a:cubicBezTo>
                    <a:pt x="25345" y="27378"/>
                    <a:pt x="25220" y="27506"/>
                    <a:pt x="25061" y="27506"/>
                  </a:cubicBezTo>
                  <a:lnTo>
                    <a:pt x="282" y="27506"/>
                  </a:lnTo>
                  <a:cubicBezTo>
                    <a:pt x="128" y="27506"/>
                    <a:pt x="1" y="27380"/>
                    <a:pt x="1" y="27224"/>
                  </a:cubicBezTo>
                  <a:lnTo>
                    <a:pt x="1" y="2947"/>
                  </a:lnTo>
                  <a:lnTo>
                    <a:pt x="1" y="1970"/>
                  </a:lnTo>
                  <a:lnTo>
                    <a:pt x="1" y="311"/>
                  </a:lnTo>
                  <a:cubicBezTo>
                    <a:pt x="1" y="140"/>
                    <a:pt x="138" y="0"/>
                    <a:pt x="311" y="0"/>
                  </a:cubicBezTo>
                  <a:lnTo>
                    <a:pt x="7979" y="0"/>
                  </a:lnTo>
                  <a:cubicBezTo>
                    <a:pt x="8152" y="0"/>
                    <a:pt x="8290" y="138"/>
                    <a:pt x="8290" y="311"/>
                  </a:cubicBezTo>
                  <a:close/>
                </a:path>
              </a:pathLst>
            </a:custGeom>
            <a:solidFill>
              <a:srgbClr val="1B22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42"/>
            <p:cNvSpPr/>
            <p:nvPr/>
          </p:nvSpPr>
          <p:spPr>
            <a:xfrm>
              <a:off x="6017906" y="1976409"/>
              <a:ext cx="2192915" cy="1894627"/>
            </a:xfrm>
            <a:custGeom>
              <a:rect b="b" l="l" r="r" t="t"/>
              <a:pathLst>
                <a:path extrusionOk="0" h="27754" w="25592">
                  <a:moveTo>
                    <a:pt x="8538" y="1689"/>
                  </a:moveTo>
                  <a:lnTo>
                    <a:pt x="25184" y="1689"/>
                  </a:lnTo>
                  <a:cubicBezTo>
                    <a:pt x="25295" y="1689"/>
                    <a:pt x="25398" y="1736"/>
                    <a:pt x="25472" y="1808"/>
                  </a:cubicBezTo>
                  <a:cubicBezTo>
                    <a:pt x="25548" y="1882"/>
                    <a:pt x="25591" y="1983"/>
                    <a:pt x="25591" y="2096"/>
                  </a:cubicBezTo>
                  <a:lnTo>
                    <a:pt x="25591" y="27348"/>
                  </a:lnTo>
                  <a:cubicBezTo>
                    <a:pt x="25591" y="27457"/>
                    <a:pt x="25544" y="27560"/>
                    <a:pt x="25472" y="27636"/>
                  </a:cubicBezTo>
                  <a:cubicBezTo>
                    <a:pt x="25400" y="27710"/>
                    <a:pt x="25297" y="27753"/>
                    <a:pt x="25184" y="27753"/>
                  </a:cubicBezTo>
                  <a:lnTo>
                    <a:pt x="405" y="27753"/>
                  </a:lnTo>
                  <a:cubicBezTo>
                    <a:pt x="296" y="27753"/>
                    <a:pt x="194" y="27708"/>
                    <a:pt x="117" y="27636"/>
                  </a:cubicBezTo>
                  <a:cubicBezTo>
                    <a:pt x="43" y="27560"/>
                    <a:pt x="0" y="27459"/>
                    <a:pt x="0" y="27348"/>
                  </a:cubicBezTo>
                  <a:lnTo>
                    <a:pt x="0" y="437"/>
                  </a:lnTo>
                  <a:cubicBezTo>
                    <a:pt x="0" y="320"/>
                    <a:pt x="50" y="208"/>
                    <a:pt x="128" y="128"/>
                  </a:cubicBezTo>
                  <a:cubicBezTo>
                    <a:pt x="208" y="50"/>
                    <a:pt x="317" y="1"/>
                    <a:pt x="436" y="1"/>
                  </a:cubicBezTo>
                  <a:lnTo>
                    <a:pt x="8104" y="1"/>
                  </a:lnTo>
                  <a:cubicBezTo>
                    <a:pt x="8224" y="1"/>
                    <a:pt x="8333" y="50"/>
                    <a:pt x="8411" y="128"/>
                  </a:cubicBezTo>
                  <a:lnTo>
                    <a:pt x="8411" y="128"/>
                  </a:lnTo>
                  <a:cubicBezTo>
                    <a:pt x="8491" y="208"/>
                    <a:pt x="8538" y="317"/>
                    <a:pt x="8538" y="435"/>
                  </a:cubicBezTo>
                  <a:close/>
                  <a:moveTo>
                    <a:pt x="25184" y="1938"/>
                  </a:moveTo>
                  <a:lnTo>
                    <a:pt x="8289" y="1938"/>
                  </a:lnTo>
                  <a:lnTo>
                    <a:pt x="8289" y="437"/>
                  </a:lnTo>
                  <a:cubicBezTo>
                    <a:pt x="8289" y="385"/>
                    <a:pt x="8269" y="340"/>
                    <a:pt x="8236" y="307"/>
                  </a:cubicBezTo>
                  <a:cubicBezTo>
                    <a:pt x="8201" y="272"/>
                    <a:pt x="8156" y="252"/>
                    <a:pt x="8104" y="252"/>
                  </a:cubicBezTo>
                  <a:lnTo>
                    <a:pt x="436" y="252"/>
                  </a:lnTo>
                  <a:cubicBezTo>
                    <a:pt x="385" y="252"/>
                    <a:pt x="340" y="272"/>
                    <a:pt x="307" y="307"/>
                  </a:cubicBezTo>
                  <a:cubicBezTo>
                    <a:pt x="272" y="340"/>
                    <a:pt x="251" y="385"/>
                    <a:pt x="251" y="437"/>
                  </a:cubicBezTo>
                  <a:lnTo>
                    <a:pt x="251" y="27348"/>
                  </a:lnTo>
                  <a:cubicBezTo>
                    <a:pt x="251" y="27391"/>
                    <a:pt x="270" y="27430"/>
                    <a:pt x="298" y="27457"/>
                  </a:cubicBezTo>
                  <a:cubicBezTo>
                    <a:pt x="327" y="27486"/>
                    <a:pt x="364" y="27504"/>
                    <a:pt x="409" y="27504"/>
                  </a:cubicBezTo>
                  <a:lnTo>
                    <a:pt x="25188" y="27504"/>
                  </a:lnTo>
                  <a:cubicBezTo>
                    <a:pt x="25232" y="27504"/>
                    <a:pt x="25271" y="27486"/>
                    <a:pt x="25297" y="27457"/>
                  </a:cubicBezTo>
                  <a:cubicBezTo>
                    <a:pt x="25326" y="27430"/>
                    <a:pt x="25345" y="27389"/>
                    <a:pt x="25345" y="27348"/>
                  </a:cubicBezTo>
                  <a:lnTo>
                    <a:pt x="25345" y="2096"/>
                  </a:lnTo>
                  <a:cubicBezTo>
                    <a:pt x="25345" y="2051"/>
                    <a:pt x="25326" y="2014"/>
                    <a:pt x="25297" y="1985"/>
                  </a:cubicBezTo>
                  <a:cubicBezTo>
                    <a:pt x="25266" y="1956"/>
                    <a:pt x="25229" y="1938"/>
                    <a:pt x="25184" y="1938"/>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4" name="Google Shape;714;p42"/>
          <p:cNvSpPr txBox="1"/>
          <p:nvPr>
            <p:ph type="title"/>
          </p:nvPr>
        </p:nvSpPr>
        <p:spPr>
          <a:xfrm>
            <a:off x="720000" y="969225"/>
            <a:ext cx="7704000" cy="564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DevOps</a:t>
            </a:r>
            <a:r>
              <a:rPr lang="en">
                <a:solidFill>
                  <a:schemeClr val="lt1"/>
                </a:solidFill>
              </a:rPr>
              <a:t> to the rescue</a:t>
            </a:r>
            <a:endParaRPr>
              <a:solidFill>
                <a:schemeClr val="lt1"/>
              </a:solidFill>
            </a:endParaRPr>
          </a:p>
        </p:txBody>
      </p:sp>
      <p:sp>
        <p:nvSpPr>
          <p:cNvPr id="715" name="Google Shape;715;p42"/>
          <p:cNvSpPr txBox="1"/>
          <p:nvPr>
            <p:ph idx="2" type="title"/>
          </p:nvPr>
        </p:nvSpPr>
        <p:spPr>
          <a:xfrm>
            <a:off x="798200" y="1930400"/>
            <a:ext cx="2185500" cy="48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Agility</a:t>
            </a:r>
            <a:endParaRPr sz="1800"/>
          </a:p>
        </p:txBody>
      </p:sp>
      <p:sp>
        <p:nvSpPr>
          <p:cNvPr id="716" name="Google Shape;716;p42"/>
          <p:cNvSpPr txBox="1"/>
          <p:nvPr>
            <p:ph idx="1" type="subTitle"/>
          </p:nvPr>
        </p:nvSpPr>
        <p:spPr>
          <a:xfrm>
            <a:off x="884650" y="2350025"/>
            <a:ext cx="2052600" cy="203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Enables</a:t>
            </a:r>
            <a:r>
              <a:rPr lang="en"/>
              <a:t> dynamic responses to evolving mission requirements and unforeseen challenges through </a:t>
            </a:r>
            <a:r>
              <a:rPr lang="en"/>
              <a:t>continuous integration and rapid deployment</a:t>
            </a:r>
            <a:endParaRPr/>
          </a:p>
          <a:p>
            <a:pPr indent="0" lvl="0" marL="0" rtl="0" algn="ctr">
              <a:spcBef>
                <a:spcPts val="0"/>
              </a:spcBef>
              <a:spcAft>
                <a:spcPts val="0"/>
              </a:spcAft>
              <a:buNone/>
            </a:pPr>
            <a:r>
              <a:t/>
            </a:r>
            <a:endParaRPr/>
          </a:p>
        </p:txBody>
      </p:sp>
      <p:sp>
        <p:nvSpPr>
          <p:cNvPr id="717" name="Google Shape;717;p42"/>
          <p:cNvSpPr txBox="1"/>
          <p:nvPr>
            <p:ph idx="3" type="title"/>
          </p:nvPr>
        </p:nvSpPr>
        <p:spPr>
          <a:xfrm>
            <a:off x="3403725" y="1930300"/>
            <a:ext cx="2185500" cy="48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Efficiency</a:t>
            </a:r>
            <a:endParaRPr/>
          </a:p>
        </p:txBody>
      </p:sp>
      <p:sp>
        <p:nvSpPr>
          <p:cNvPr id="718" name="Google Shape;718;p42"/>
          <p:cNvSpPr txBox="1"/>
          <p:nvPr>
            <p:ph idx="4" type="subTitle"/>
          </p:nvPr>
        </p:nvSpPr>
        <p:spPr>
          <a:xfrm>
            <a:off x="3481188" y="2413000"/>
            <a:ext cx="2052600" cy="1602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a:t>
            </a:r>
            <a:r>
              <a:rPr lang="en"/>
              <a:t>treamlines operations and development cycles via automation, reducing the traditionally extended timeframes</a:t>
            </a:r>
            <a:endParaRPr/>
          </a:p>
        </p:txBody>
      </p:sp>
      <p:sp>
        <p:nvSpPr>
          <p:cNvPr id="719" name="Google Shape;719;p42"/>
          <p:cNvSpPr txBox="1"/>
          <p:nvPr>
            <p:ph idx="5" type="title"/>
          </p:nvPr>
        </p:nvSpPr>
        <p:spPr>
          <a:xfrm>
            <a:off x="6017725" y="1930300"/>
            <a:ext cx="2185500" cy="48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Adaptability</a:t>
            </a:r>
            <a:endParaRPr/>
          </a:p>
        </p:txBody>
      </p:sp>
      <p:sp>
        <p:nvSpPr>
          <p:cNvPr id="720" name="Google Shape;720;p42"/>
          <p:cNvSpPr txBox="1"/>
          <p:nvPr>
            <p:ph idx="6" type="subTitle"/>
          </p:nvPr>
        </p:nvSpPr>
        <p:spPr>
          <a:xfrm>
            <a:off x="6077750" y="2413100"/>
            <a:ext cx="2052600" cy="1602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a:t>
            </a:r>
            <a:r>
              <a:rPr lang="en"/>
              <a:t>llows space systems to iterate and innovate more swiftly, fundamentally changing how space agencies manage their missions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grpSp>
        <p:nvGrpSpPr>
          <p:cNvPr id="725" name="Google Shape;725;p43"/>
          <p:cNvGrpSpPr/>
          <p:nvPr/>
        </p:nvGrpSpPr>
        <p:grpSpPr>
          <a:xfrm rot="-6614059">
            <a:off x="33214" y="2281709"/>
            <a:ext cx="1877486" cy="1877271"/>
            <a:chOff x="277881" y="2901316"/>
            <a:chExt cx="1900344" cy="1900126"/>
          </a:xfrm>
        </p:grpSpPr>
        <p:sp>
          <p:nvSpPr>
            <p:cNvPr id="726" name="Google Shape;726;p43"/>
            <p:cNvSpPr/>
            <p:nvPr/>
          </p:nvSpPr>
          <p:spPr>
            <a:xfrm>
              <a:off x="402450" y="3248988"/>
              <a:ext cx="1354500" cy="1354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7" name="Google Shape;727;p43"/>
            <p:cNvGrpSpPr/>
            <p:nvPr/>
          </p:nvGrpSpPr>
          <p:grpSpPr>
            <a:xfrm rot="2322109">
              <a:off x="551788" y="3175815"/>
              <a:ext cx="1352529" cy="1351128"/>
              <a:chOff x="200055" y="3556746"/>
              <a:chExt cx="869964" cy="869063"/>
            </a:xfrm>
          </p:grpSpPr>
          <p:sp>
            <p:nvSpPr>
              <p:cNvPr id="728" name="Google Shape;728;p43"/>
              <p:cNvSpPr/>
              <p:nvPr/>
            </p:nvSpPr>
            <p:spPr>
              <a:xfrm>
                <a:off x="200055" y="3556746"/>
                <a:ext cx="868968" cy="868968"/>
              </a:xfrm>
              <a:custGeom>
                <a:rect b="b" l="l" r="r" t="t"/>
                <a:pathLst>
                  <a:path extrusionOk="0" h="18323" w="18323">
                    <a:moveTo>
                      <a:pt x="15639" y="2684"/>
                    </a:moveTo>
                    <a:cubicBezTo>
                      <a:pt x="17358" y="4401"/>
                      <a:pt x="18323" y="6731"/>
                      <a:pt x="18323" y="9162"/>
                    </a:cubicBezTo>
                    <a:cubicBezTo>
                      <a:pt x="18323" y="11590"/>
                      <a:pt x="17358" y="13920"/>
                      <a:pt x="15639" y="15639"/>
                    </a:cubicBezTo>
                    <a:cubicBezTo>
                      <a:pt x="13922" y="17356"/>
                      <a:pt x="11592" y="18323"/>
                      <a:pt x="9162" y="18323"/>
                    </a:cubicBezTo>
                    <a:cubicBezTo>
                      <a:pt x="6733" y="18323"/>
                      <a:pt x="4403" y="17356"/>
                      <a:pt x="2684" y="15639"/>
                    </a:cubicBezTo>
                    <a:cubicBezTo>
                      <a:pt x="967" y="13920"/>
                      <a:pt x="1" y="11590"/>
                      <a:pt x="1" y="9162"/>
                    </a:cubicBezTo>
                    <a:cubicBezTo>
                      <a:pt x="1" y="6731"/>
                      <a:pt x="967" y="4401"/>
                      <a:pt x="2684" y="2684"/>
                    </a:cubicBezTo>
                    <a:cubicBezTo>
                      <a:pt x="4403" y="965"/>
                      <a:pt x="6733" y="1"/>
                      <a:pt x="9162" y="1"/>
                    </a:cubicBezTo>
                    <a:cubicBezTo>
                      <a:pt x="11592" y="1"/>
                      <a:pt x="13922" y="965"/>
                      <a:pt x="15639" y="2684"/>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43"/>
              <p:cNvSpPr/>
              <p:nvPr/>
            </p:nvSpPr>
            <p:spPr>
              <a:xfrm>
                <a:off x="311314" y="3605499"/>
                <a:ext cx="474914" cy="486723"/>
              </a:xfrm>
              <a:custGeom>
                <a:rect b="b" l="l" r="r" t="t"/>
                <a:pathLst>
                  <a:path extrusionOk="0" h="10263" w="10014">
                    <a:moveTo>
                      <a:pt x="8596" y="30"/>
                    </a:moveTo>
                    <a:cubicBezTo>
                      <a:pt x="9008" y="54"/>
                      <a:pt x="9368" y="246"/>
                      <a:pt x="9620" y="536"/>
                    </a:cubicBezTo>
                    <a:cubicBezTo>
                      <a:pt x="9871" y="823"/>
                      <a:pt x="10013" y="1206"/>
                      <a:pt x="9986" y="1617"/>
                    </a:cubicBezTo>
                    <a:cubicBezTo>
                      <a:pt x="9962" y="2028"/>
                      <a:pt x="9769" y="2388"/>
                      <a:pt x="9481" y="2641"/>
                    </a:cubicBezTo>
                    <a:cubicBezTo>
                      <a:pt x="9193" y="2892"/>
                      <a:pt x="8810" y="3034"/>
                      <a:pt x="8401" y="3009"/>
                    </a:cubicBezTo>
                    <a:cubicBezTo>
                      <a:pt x="7990" y="2983"/>
                      <a:pt x="7630" y="2789"/>
                      <a:pt x="7379" y="2501"/>
                    </a:cubicBezTo>
                    <a:cubicBezTo>
                      <a:pt x="7126" y="2214"/>
                      <a:pt x="6984" y="1831"/>
                      <a:pt x="7011" y="1420"/>
                    </a:cubicBezTo>
                    <a:cubicBezTo>
                      <a:pt x="7036" y="1009"/>
                      <a:pt x="7229" y="649"/>
                      <a:pt x="7517" y="398"/>
                    </a:cubicBezTo>
                    <a:cubicBezTo>
                      <a:pt x="7805" y="145"/>
                      <a:pt x="8187" y="1"/>
                      <a:pt x="8596" y="30"/>
                    </a:cubicBezTo>
                    <a:close/>
                    <a:moveTo>
                      <a:pt x="3032" y="6968"/>
                    </a:moveTo>
                    <a:cubicBezTo>
                      <a:pt x="3482" y="6995"/>
                      <a:pt x="3879" y="7206"/>
                      <a:pt x="4155" y="7519"/>
                    </a:cubicBezTo>
                    <a:cubicBezTo>
                      <a:pt x="4432" y="7836"/>
                      <a:pt x="4587" y="8255"/>
                      <a:pt x="4558" y="8707"/>
                    </a:cubicBezTo>
                    <a:cubicBezTo>
                      <a:pt x="4531" y="9158"/>
                      <a:pt x="4319" y="9555"/>
                      <a:pt x="4007" y="9830"/>
                    </a:cubicBezTo>
                    <a:cubicBezTo>
                      <a:pt x="3690" y="10108"/>
                      <a:pt x="3270" y="10262"/>
                      <a:pt x="2818" y="10233"/>
                    </a:cubicBezTo>
                    <a:cubicBezTo>
                      <a:pt x="2368" y="10205"/>
                      <a:pt x="1971" y="9995"/>
                      <a:pt x="1695" y="9680"/>
                    </a:cubicBezTo>
                    <a:cubicBezTo>
                      <a:pt x="1418" y="9366"/>
                      <a:pt x="1263" y="8946"/>
                      <a:pt x="1292" y="8496"/>
                    </a:cubicBezTo>
                    <a:cubicBezTo>
                      <a:pt x="1319" y="8045"/>
                      <a:pt x="1531" y="7648"/>
                      <a:pt x="1843" y="7373"/>
                    </a:cubicBezTo>
                    <a:cubicBezTo>
                      <a:pt x="2160" y="7093"/>
                      <a:pt x="2582" y="6937"/>
                      <a:pt x="3032" y="6968"/>
                    </a:cubicBezTo>
                    <a:close/>
                    <a:moveTo>
                      <a:pt x="3949" y="7702"/>
                    </a:moveTo>
                    <a:cubicBezTo>
                      <a:pt x="3721" y="7441"/>
                      <a:pt x="3392" y="7268"/>
                      <a:pt x="3015" y="7241"/>
                    </a:cubicBezTo>
                    <a:cubicBezTo>
                      <a:pt x="2641" y="7217"/>
                      <a:pt x="2292" y="7348"/>
                      <a:pt x="2033" y="7576"/>
                    </a:cubicBezTo>
                    <a:cubicBezTo>
                      <a:pt x="1769" y="7805"/>
                      <a:pt x="1597" y="8134"/>
                      <a:pt x="1572" y="8510"/>
                    </a:cubicBezTo>
                    <a:cubicBezTo>
                      <a:pt x="1545" y="8884"/>
                      <a:pt x="1677" y="9234"/>
                      <a:pt x="1905" y="9493"/>
                    </a:cubicBezTo>
                    <a:cubicBezTo>
                      <a:pt x="2135" y="9756"/>
                      <a:pt x="2464" y="9929"/>
                      <a:pt x="2839" y="9954"/>
                    </a:cubicBezTo>
                    <a:cubicBezTo>
                      <a:pt x="3215" y="9980"/>
                      <a:pt x="3565" y="9849"/>
                      <a:pt x="3824" y="9621"/>
                    </a:cubicBezTo>
                    <a:cubicBezTo>
                      <a:pt x="4085" y="9390"/>
                      <a:pt x="4258" y="9061"/>
                      <a:pt x="4284" y="8687"/>
                    </a:cubicBezTo>
                    <a:cubicBezTo>
                      <a:pt x="4307" y="8313"/>
                      <a:pt x="4177" y="7965"/>
                      <a:pt x="3949" y="7702"/>
                    </a:cubicBezTo>
                    <a:close/>
                    <a:moveTo>
                      <a:pt x="1027" y="4124"/>
                    </a:moveTo>
                    <a:cubicBezTo>
                      <a:pt x="1288" y="4142"/>
                      <a:pt x="1518" y="4262"/>
                      <a:pt x="1679" y="4445"/>
                    </a:cubicBezTo>
                    <a:cubicBezTo>
                      <a:pt x="1841" y="4628"/>
                      <a:pt x="1932" y="4872"/>
                      <a:pt x="1913" y="5134"/>
                    </a:cubicBezTo>
                    <a:cubicBezTo>
                      <a:pt x="1895" y="5397"/>
                      <a:pt x="1776" y="5625"/>
                      <a:pt x="1592" y="5787"/>
                    </a:cubicBezTo>
                    <a:cubicBezTo>
                      <a:pt x="1409" y="5946"/>
                      <a:pt x="1165" y="6038"/>
                      <a:pt x="904" y="6022"/>
                    </a:cubicBezTo>
                    <a:cubicBezTo>
                      <a:pt x="640" y="6003"/>
                      <a:pt x="412" y="5882"/>
                      <a:pt x="254" y="5699"/>
                    </a:cubicBezTo>
                    <a:cubicBezTo>
                      <a:pt x="91" y="5516"/>
                      <a:pt x="1" y="5273"/>
                      <a:pt x="19" y="5010"/>
                    </a:cubicBezTo>
                    <a:cubicBezTo>
                      <a:pt x="36" y="4749"/>
                      <a:pt x="157" y="4519"/>
                      <a:pt x="340" y="4360"/>
                    </a:cubicBezTo>
                    <a:cubicBezTo>
                      <a:pt x="523" y="4196"/>
                      <a:pt x="768" y="4105"/>
                      <a:pt x="1027" y="4124"/>
                    </a:cubicBezTo>
                    <a:close/>
                    <a:moveTo>
                      <a:pt x="1471" y="4628"/>
                    </a:moveTo>
                    <a:cubicBezTo>
                      <a:pt x="1358" y="4496"/>
                      <a:pt x="1196" y="4412"/>
                      <a:pt x="1008" y="4399"/>
                    </a:cubicBezTo>
                    <a:cubicBezTo>
                      <a:pt x="823" y="4387"/>
                      <a:pt x="651" y="4451"/>
                      <a:pt x="521" y="4566"/>
                    </a:cubicBezTo>
                    <a:cubicBezTo>
                      <a:pt x="390" y="4679"/>
                      <a:pt x="305" y="4842"/>
                      <a:pt x="291" y="5029"/>
                    </a:cubicBezTo>
                    <a:cubicBezTo>
                      <a:pt x="278" y="5214"/>
                      <a:pt x="342" y="5389"/>
                      <a:pt x="455" y="5518"/>
                    </a:cubicBezTo>
                    <a:cubicBezTo>
                      <a:pt x="568" y="5646"/>
                      <a:pt x="733" y="5734"/>
                      <a:pt x="918" y="5746"/>
                    </a:cubicBezTo>
                    <a:cubicBezTo>
                      <a:pt x="1103" y="5759"/>
                      <a:pt x="1278" y="5695"/>
                      <a:pt x="1407" y="5582"/>
                    </a:cubicBezTo>
                    <a:cubicBezTo>
                      <a:pt x="1535" y="5469"/>
                      <a:pt x="1623" y="5304"/>
                      <a:pt x="1636" y="5119"/>
                    </a:cubicBezTo>
                    <a:cubicBezTo>
                      <a:pt x="1648" y="4928"/>
                      <a:pt x="1584" y="4757"/>
                      <a:pt x="1471" y="4628"/>
                    </a:cubicBezTo>
                    <a:close/>
                    <a:moveTo>
                      <a:pt x="8578" y="305"/>
                    </a:moveTo>
                    <a:cubicBezTo>
                      <a:pt x="8245" y="285"/>
                      <a:pt x="7930" y="400"/>
                      <a:pt x="7700" y="603"/>
                    </a:cubicBezTo>
                    <a:cubicBezTo>
                      <a:pt x="7465" y="809"/>
                      <a:pt x="7311" y="1101"/>
                      <a:pt x="7289" y="1436"/>
                    </a:cubicBezTo>
                    <a:cubicBezTo>
                      <a:pt x="7268" y="1769"/>
                      <a:pt x="7383" y="2080"/>
                      <a:pt x="7587" y="2314"/>
                    </a:cubicBezTo>
                    <a:cubicBezTo>
                      <a:pt x="7790" y="2549"/>
                      <a:pt x="8084" y="2703"/>
                      <a:pt x="8420" y="2726"/>
                    </a:cubicBezTo>
                    <a:cubicBezTo>
                      <a:pt x="8753" y="2746"/>
                      <a:pt x="9065" y="2631"/>
                      <a:pt x="9298" y="2427"/>
                    </a:cubicBezTo>
                    <a:cubicBezTo>
                      <a:pt x="9532" y="2224"/>
                      <a:pt x="9686" y="1930"/>
                      <a:pt x="9709" y="1595"/>
                    </a:cubicBezTo>
                    <a:cubicBezTo>
                      <a:pt x="9756" y="926"/>
                      <a:pt x="9250" y="348"/>
                      <a:pt x="8578" y="305"/>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43"/>
              <p:cNvSpPr/>
              <p:nvPr/>
            </p:nvSpPr>
            <p:spPr>
              <a:xfrm>
                <a:off x="270576" y="3701013"/>
                <a:ext cx="799443" cy="724796"/>
              </a:xfrm>
              <a:custGeom>
                <a:rect b="b" l="l" r="r" t="t"/>
                <a:pathLst>
                  <a:path extrusionOk="0" h="15283" w="16857">
                    <a:moveTo>
                      <a:pt x="14493" y="0"/>
                    </a:moveTo>
                    <a:cubicBezTo>
                      <a:pt x="15653" y="1289"/>
                      <a:pt x="16445" y="2904"/>
                      <a:pt x="16725" y="4676"/>
                    </a:cubicBezTo>
                    <a:cubicBezTo>
                      <a:pt x="16272" y="4697"/>
                      <a:pt x="15859" y="4874"/>
                      <a:pt x="15534" y="5159"/>
                    </a:cubicBezTo>
                    <a:cubicBezTo>
                      <a:pt x="15160" y="5488"/>
                      <a:pt x="14911" y="5961"/>
                      <a:pt x="14874" y="6498"/>
                    </a:cubicBezTo>
                    <a:cubicBezTo>
                      <a:pt x="14839" y="7035"/>
                      <a:pt x="15026" y="7537"/>
                      <a:pt x="15355" y="7911"/>
                    </a:cubicBezTo>
                    <a:cubicBezTo>
                      <a:pt x="15645" y="8244"/>
                      <a:pt x="16048" y="8476"/>
                      <a:pt x="16509" y="8552"/>
                    </a:cubicBezTo>
                    <a:cubicBezTo>
                      <a:pt x="15478" y="12311"/>
                      <a:pt x="12131" y="15053"/>
                      <a:pt x="8187" y="15266"/>
                    </a:cubicBezTo>
                    <a:cubicBezTo>
                      <a:pt x="8195" y="15201"/>
                      <a:pt x="8201" y="15139"/>
                      <a:pt x="8207" y="15075"/>
                    </a:cubicBezTo>
                    <a:cubicBezTo>
                      <a:pt x="8244" y="14479"/>
                      <a:pt x="8039" y="13926"/>
                      <a:pt x="7677" y="13510"/>
                    </a:cubicBezTo>
                    <a:cubicBezTo>
                      <a:pt x="7313" y="13093"/>
                      <a:pt x="6790" y="12819"/>
                      <a:pt x="6196" y="12780"/>
                    </a:cubicBezTo>
                    <a:cubicBezTo>
                      <a:pt x="5602" y="12741"/>
                      <a:pt x="5047" y="12947"/>
                      <a:pt x="4631" y="13309"/>
                    </a:cubicBezTo>
                    <a:cubicBezTo>
                      <a:pt x="4288" y="13611"/>
                      <a:pt x="4043" y="14016"/>
                      <a:pt x="3942" y="14485"/>
                    </a:cubicBezTo>
                    <a:cubicBezTo>
                      <a:pt x="2320" y="13759"/>
                      <a:pt x="954" y="12583"/>
                      <a:pt x="0" y="11117"/>
                    </a:cubicBezTo>
                    <a:cubicBezTo>
                      <a:pt x="3899" y="11551"/>
                      <a:pt x="5402" y="10839"/>
                      <a:pt x="6829" y="7921"/>
                    </a:cubicBezTo>
                    <a:cubicBezTo>
                      <a:pt x="8343" y="4826"/>
                      <a:pt x="11113" y="8604"/>
                      <a:pt x="12322" y="3691"/>
                    </a:cubicBezTo>
                    <a:cubicBezTo>
                      <a:pt x="12892" y="1372"/>
                      <a:pt x="13749" y="391"/>
                      <a:pt x="14493" y="0"/>
                    </a:cubicBezTo>
                    <a:close/>
                    <a:moveTo>
                      <a:pt x="16764" y="4954"/>
                    </a:moveTo>
                    <a:cubicBezTo>
                      <a:pt x="16365" y="4966"/>
                      <a:pt x="16001" y="5120"/>
                      <a:pt x="15717" y="5367"/>
                    </a:cubicBezTo>
                    <a:cubicBezTo>
                      <a:pt x="15396" y="5649"/>
                      <a:pt x="15180" y="6056"/>
                      <a:pt x="15151" y="6513"/>
                    </a:cubicBezTo>
                    <a:cubicBezTo>
                      <a:pt x="15123" y="6973"/>
                      <a:pt x="15283" y="7403"/>
                      <a:pt x="15563" y="7724"/>
                    </a:cubicBezTo>
                    <a:cubicBezTo>
                      <a:pt x="15818" y="8014"/>
                      <a:pt x="16171" y="8217"/>
                      <a:pt x="16579" y="8277"/>
                    </a:cubicBezTo>
                    <a:cubicBezTo>
                      <a:pt x="16700" y="7771"/>
                      <a:pt x="16782" y="7251"/>
                      <a:pt x="16815" y="6714"/>
                    </a:cubicBezTo>
                    <a:cubicBezTo>
                      <a:pt x="16856" y="6118"/>
                      <a:pt x="16838" y="5528"/>
                      <a:pt x="16764" y="4954"/>
                    </a:cubicBezTo>
                    <a:close/>
                    <a:moveTo>
                      <a:pt x="7905" y="15277"/>
                    </a:moveTo>
                    <a:cubicBezTo>
                      <a:pt x="7919" y="15205"/>
                      <a:pt x="7930" y="15133"/>
                      <a:pt x="7932" y="15055"/>
                    </a:cubicBezTo>
                    <a:cubicBezTo>
                      <a:pt x="7965" y="14536"/>
                      <a:pt x="7786" y="14053"/>
                      <a:pt x="7469" y="13693"/>
                    </a:cubicBezTo>
                    <a:cubicBezTo>
                      <a:pt x="7150" y="13329"/>
                      <a:pt x="6696" y="13091"/>
                      <a:pt x="6178" y="13056"/>
                    </a:cubicBezTo>
                    <a:cubicBezTo>
                      <a:pt x="5659" y="13021"/>
                      <a:pt x="5176" y="13200"/>
                      <a:pt x="4816" y="13518"/>
                    </a:cubicBezTo>
                    <a:cubicBezTo>
                      <a:pt x="4506" y="13790"/>
                      <a:pt x="4284" y="14164"/>
                      <a:pt x="4208" y="14594"/>
                    </a:cubicBezTo>
                    <a:cubicBezTo>
                      <a:pt x="5098" y="14960"/>
                      <a:pt x="6064" y="15190"/>
                      <a:pt x="7082" y="15258"/>
                    </a:cubicBezTo>
                    <a:cubicBezTo>
                      <a:pt x="7358" y="15279"/>
                      <a:pt x="7633" y="15283"/>
                      <a:pt x="7905" y="15277"/>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43"/>
              <p:cNvSpPr/>
              <p:nvPr/>
            </p:nvSpPr>
            <p:spPr>
              <a:xfrm>
                <a:off x="731547" y="4048069"/>
                <a:ext cx="85887" cy="85697"/>
              </a:xfrm>
              <a:custGeom>
                <a:rect b="b" l="l" r="r" t="t"/>
                <a:pathLst>
                  <a:path extrusionOk="0" h="1807" w="1811">
                    <a:moveTo>
                      <a:pt x="961" y="31"/>
                    </a:moveTo>
                    <a:cubicBezTo>
                      <a:pt x="1442" y="64"/>
                      <a:pt x="1810" y="478"/>
                      <a:pt x="1777" y="959"/>
                    </a:cubicBezTo>
                    <a:cubicBezTo>
                      <a:pt x="1747" y="1440"/>
                      <a:pt x="1329" y="1806"/>
                      <a:pt x="848" y="1773"/>
                    </a:cubicBezTo>
                    <a:cubicBezTo>
                      <a:pt x="369" y="1740"/>
                      <a:pt x="1" y="1327"/>
                      <a:pt x="34" y="846"/>
                    </a:cubicBezTo>
                    <a:cubicBezTo>
                      <a:pt x="64" y="365"/>
                      <a:pt x="482" y="1"/>
                      <a:pt x="961" y="3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32" name="Google Shape;732;p43"/>
          <p:cNvSpPr/>
          <p:nvPr/>
        </p:nvSpPr>
        <p:spPr>
          <a:xfrm>
            <a:off x="970850" y="3388174"/>
            <a:ext cx="1594883" cy="1215327"/>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104775">
              <a:schemeClr val="lt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43"/>
          <p:cNvSpPr txBox="1"/>
          <p:nvPr>
            <p:ph idx="1" type="subTitle"/>
          </p:nvPr>
        </p:nvSpPr>
        <p:spPr>
          <a:xfrm>
            <a:off x="1740050" y="1533250"/>
            <a:ext cx="5611500" cy="15960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b="1" lang="en" sz="2100">
                <a:solidFill>
                  <a:schemeClr val="lt1"/>
                </a:solidFill>
              </a:rPr>
              <a:t>DevOps </a:t>
            </a:r>
            <a:r>
              <a:rPr lang="en" sz="2100"/>
              <a:t>is a collection of practices, philosophies, and tools designed to enhance the velocity of software development, shorten the time to market, and improve both software quality and system reliability.</a:t>
            </a:r>
            <a:endParaRPr sz="2100"/>
          </a:p>
        </p:txBody>
      </p:sp>
      <p:sp>
        <p:nvSpPr>
          <p:cNvPr id="734" name="Google Shape;734;p43"/>
          <p:cNvSpPr/>
          <p:nvPr/>
        </p:nvSpPr>
        <p:spPr>
          <a:xfrm>
            <a:off x="1945126" y="4198902"/>
            <a:ext cx="809044" cy="809204"/>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43"/>
          <p:cNvSpPr/>
          <p:nvPr/>
        </p:nvSpPr>
        <p:spPr>
          <a:xfrm>
            <a:off x="6003950" y="4183125"/>
            <a:ext cx="147271" cy="360475"/>
          </a:xfrm>
          <a:custGeom>
            <a:rect b="b" l="l" r="r" t="t"/>
            <a:pathLst>
              <a:path extrusionOk="0" h="1718" w="702">
                <a:moveTo>
                  <a:pt x="701" y="281"/>
                </a:moveTo>
                <a:lnTo>
                  <a:pt x="278" y="281"/>
                </a:lnTo>
                <a:lnTo>
                  <a:pt x="278" y="1438"/>
                </a:lnTo>
                <a:lnTo>
                  <a:pt x="701" y="1438"/>
                </a:lnTo>
                <a:lnTo>
                  <a:pt x="701" y="1718"/>
                </a:lnTo>
                <a:lnTo>
                  <a:pt x="0" y="1718"/>
                </a:lnTo>
                <a:lnTo>
                  <a:pt x="0" y="1"/>
                </a:lnTo>
                <a:lnTo>
                  <a:pt x="70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43"/>
          <p:cNvSpPr/>
          <p:nvPr/>
        </p:nvSpPr>
        <p:spPr>
          <a:xfrm>
            <a:off x="6259688" y="4263907"/>
            <a:ext cx="984323" cy="198702"/>
          </a:xfrm>
          <a:custGeom>
            <a:rect b="b" l="l" r="r" t="t"/>
            <a:pathLst>
              <a:path extrusionOk="0" h="947" w="4692">
                <a:moveTo>
                  <a:pt x="473" y="0"/>
                </a:moveTo>
                <a:lnTo>
                  <a:pt x="4218" y="0"/>
                </a:lnTo>
                <a:cubicBezTo>
                  <a:pt x="4477" y="0"/>
                  <a:pt x="4691" y="214"/>
                  <a:pt x="4691" y="473"/>
                </a:cubicBezTo>
                <a:lnTo>
                  <a:pt x="4691" y="473"/>
                </a:lnTo>
                <a:cubicBezTo>
                  <a:pt x="4691" y="735"/>
                  <a:pt x="4477" y="946"/>
                  <a:pt x="4218" y="946"/>
                </a:cubicBezTo>
                <a:lnTo>
                  <a:pt x="473" y="946"/>
                </a:lnTo>
                <a:cubicBezTo>
                  <a:pt x="212" y="946"/>
                  <a:pt x="1" y="735"/>
                  <a:pt x="1" y="473"/>
                </a:cubicBezTo>
                <a:lnTo>
                  <a:pt x="1" y="473"/>
                </a:lnTo>
                <a:cubicBezTo>
                  <a:pt x="1" y="214"/>
                  <a:pt x="212" y="0"/>
                  <a:pt x="473" y="0"/>
                </a:cubicBezTo>
                <a:close/>
              </a:path>
            </a:pathLst>
          </a:custGeom>
          <a:solidFill>
            <a:srgbClr val="6D6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43"/>
          <p:cNvSpPr/>
          <p:nvPr/>
        </p:nvSpPr>
        <p:spPr>
          <a:xfrm>
            <a:off x="7351657" y="4263907"/>
            <a:ext cx="492371" cy="198702"/>
          </a:xfrm>
          <a:custGeom>
            <a:rect b="b" l="l" r="r" t="t"/>
            <a:pathLst>
              <a:path extrusionOk="0" h="947" w="2347">
                <a:moveTo>
                  <a:pt x="475" y="0"/>
                </a:moveTo>
                <a:lnTo>
                  <a:pt x="1873" y="0"/>
                </a:lnTo>
                <a:cubicBezTo>
                  <a:pt x="2133" y="0"/>
                  <a:pt x="2346" y="214"/>
                  <a:pt x="2346" y="473"/>
                </a:cubicBezTo>
                <a:lnTo>
                  <a:pt x="2346" y="473"/>
                </a:lnTo>
                <a:cubicBezTo>
                  <a:pt x="2346" y="735"/>
                  <a:pt x="2133" y="946"/>
                  <a:pt x="1873" y="946"/>
                </a:cubicBezTo>
                <a:lnTo>
                  <a:pt x="475" y="946"/>
                </a:lnTo>
                <a:cubicBezTo>
                  <a:pt x="216" y="946"/>
                  <a:pt x="2" y="735"/>
                  <a:pt x="2" y="473"/>
                </a:cubicBezTo>
                <a:lnTo>
                  <a:pt x="2" y="473"/>
                </a:lnTo>
                <a:cubicBezTo>
                  <a:pt x="0" y="214"/>
                  <a:pt x="214" y="0"/>
                  <a:pt x="475" y="0"/>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43"/>
          <p:cNvSpPr/>
          <p:nvPr/>
        </p:nvSpPr>
        <p:spPr>
          <a:xfrm>
            <a:off x="7952084" y="4183125"/>
            <a:ext cx="147690" cy="360475"/>
          </a:xfrm>
          <a:custGeom>
            <a:rect b="b" l="l" r="r" t="t"/>
            <a:pathLst>
              <a:path extrusionOk="0" h="1718" w="704">
                <a:moveTo>
                  <a:pt x="1" y="1"/>
                </a:moveTo>
                <a:lnTo>
                  <a:pt x="704" y="1"/>
                </a:lnTo>
                <a:lnTo>
                  <a:pt x="704" y="1718"/>
                </a:lnTo>
                <a:lnTo>
                  <a:pt x="1" y="1718"/>
                </a:lnTo>
                <a:lnTo>
                  <a:pt x="1" y="1438"/>
                </a:lnTo>
                <a:lnTo>
                  <a:pt x="426" y="1438"/>
                </a:lnTo>
                <a:lnTo>
                  <a:pt x="426" y="281"/>
                </a:lnTo>
                <a:lnTo>
                  <a:pt x="1" y="28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43"/>
          <p:cNvSpPr/>
          <p:nvPr/>
        </p:nvSpPr>
        <p:spPr>
          <a:xfrm>
            <a:off x="630111" y="4051139"/>
            <a:ext cx="492380" cy="492458"/>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43"/>
          <p:cNvSpPr/>
          <p:nvPr/>
        </p:nvSpPr>
        <p:spPr>
          <a:xfrm>
            <a:off x="1492113" y="4683972"/>
            <a:ext cx="247928" cy="247952"/>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44"/>
          <p:cNvSpPr txBox="1"/>
          <p:nvPr>
            <p:ph idx="1" type="subTitle"/>
          </p:nvPr>
        </p:nvSpPr>
        <p:spPr>
          <a:xfrm>
            <a:off x="4327350" y="484375"/>
            <a:ext cx="3454800" cy="704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b="1" lang="en"/>
              <a:t>A blink at DevOps lifecycle </a:t>
            </a:r>
            <a:endParaRPr b="1"/>
          </a:p>
          <a:p>
            <a:pPr indent="0" lvl="0" marL="0" rtl="0" algn="ctr">
              <a:spcBef>
                <a:spcPts val="0"/>
              </a:spcBef>
              <a:spcAft>
                <a:spcPts val="0"/>
              </a:spcAft>
              <a:buClr>
                <a:schemeClr val="hlink"/>
              </a:buClr>
              <a:buSzPts val="1100"/>
              <a:buFont typeface="Arial"/>
              <a:buNone/>
            </a:pPr>
            <a:r>
              <a:rPr b="1" lang="en"/>
              <a:t>tool ecosystem</a:t>
            </a:r>
            <a:endParaRPr b="1"/>
          </a:p>
        </p:txBody>
      </p:sp>
      <p:pic>
        <p:nvPicPr>
          <p:cNvPr id="746" name="Google Shape;746;p44"/>
          <p:cNvPicPr preferRelativeResize="0"/>
          <p:nvPr/>
        </p:nvPicPr>
        <p:blipFill>
          <a:blip r:embed="rId3">
            <a:alphaModFix/>
          </a:blip>
          <a:stretch>
            <a:fillRect/>
          </a:stretch>
        </p:blipFill>
        <p:spPr>
          <a:xfrm>
            <a:off x="2144525" y="1613504"/>
            <a:ext cx="6242401" cy="3312649"/>
          </a:xfrm>
          <a:prstGeom prst="rect">
            <a:avLst/>
          </a:prstGeom>
          <a:noFill/>
          <a:ln>
            <a:noFill/>
          </a:ln>
        </p:spPr>
      </p:pic>
    </p:spTree>
  </p:cSld>
  <p:clrMapOvr>
    <a:masterClrMapping/>
  </p:clrMapOvr>
  <mc:AlternateContent>
    <mc:Choice Requires="p14">
      <p:transition spd="slow" p14:dur="1200">
        <p14:gallery dir="l"/>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45"/>
          <p:cNvSpPr txBox="1"/>
          <p:nvPr>
            <p:ph type="title"/>
          </p:nvPr>
        </p:nvSpPr>
        <p:spPr>
          <a:xfrm>
            <a:off x="720000" y="1323975"/>
            <a:ext cx="7704000" cy="2542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n" sz="6500"/>
              <a:t>Looking for a</a:t>
            </a:r>
            <a:r>
              <a:rPr lang="en" sz="7000"/>
              <a:t> </a:t>
            </a:r>
            <a:endParaRPr sz="7000"/>
          </a:p>
          <a:p>
            <a:pPr indent="0" lvl="0" marL="0" rtl="0" algn="ctr">
              <a:spcBef>
                <a:spcPts val="0"/>
              </a:spcBef>
              <a:spcAft>
                <a:spcPts val="0"/>
              </a:spcAft>
              <a:buClr>
                <a:schemeClr val="hlink"/>
              </a:buClr>
              <a:buSzPts val="1100"/>
              <a:buFont typeface="Arial"/>
              <a:buNone/>
            </a:pPr>
            <a:r>
              <a:rPr lang="en" sz="5600">
                <a:solidFill>
                  <a:schemeClr val="dk2"/>
                </a:solidFill>
              </a:rPr>
              <a:t>real world example</a:t>
            </a:r>
            <a:endParaRPr sz="5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46"/>
          <p:cNvSpPr/>
          <p:nvPr/>
        </p:nvSpPr>
        <p:spPr>
          <a:xfrm>
            <a:off x="1805700" y="1552275"/>
            <a:ext cx="5543700" cy="1019400"/>
          </a:xfrm>
          <a:prstGeom prst="roundRect">
            <a:avLst>
              <a:gd fmla="val 16667" name="adj"/>
            </a:avLst>
          </a:prstGeom>
          <a:solidFill>
            <a:srgbClr val="88A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46"/>
          <p:cNvSpPr txBox="1"/>
          <p:nvPr>
            <p:ph type="title"/>
          </p:nvPr>
        </p:nvSpPr>
        <p:spPr>
          <a:xfrm>
            <a:off x="1805700" y="1614600"/>
            <a:ext cx="5543700" cy="923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n" sz="5900"/>
              <a:t>ESA’s </a:t>
            </a:r>
            <a:r>
              <a:rPr lang="en" sz="5900">
                <a:solidFill>
                  <a:schemeClr val="dk2"/>
                </a:solidFill>
              </a:rPr>
              <a:t>OPS-SAT</a:t>
            </a:r>
            <a:endParaRPr sz="5900"/>
          </a:p>
        </p:txBody>
      </p:sp>
      <p:sp>
        <p:nvSpPr>
          <p:cNvPr id="758" name="Google Shape;758;p46"/>
          <p:cNvSpPr txBox="1"/>
          <p:nvPr>
            <p:ph idx="1" type="subTitle"/>
          </p:nvPr>
        </p:nvSpPr>
        <p:spPr>
          <a:xfrm>
            <a:off x="2479125" y="2734850"/>
            <a:ext cx="4162800" cy="1047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n"/>
              <a:t>A flying laboratory, ESA's OPS-SAT is the first of its kind, with the sole purpose of testing and validating new techniques in mission control and on-board satellite systems.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grpSp>
        <p:nvGrpSpPr>
          <p:cNvPr id="763" name="Google Shape;763;p47"/>
          <p:cNvGrpSpPr/>
          <p:nvPr/>
        </p:nvGrpSpPr>
        <p:grpSpPr>
          <a:xfrm>
            <a:off x="4839525" y="1749300"/>
            <a:ext cx="3139000" cy="2675497"/>
            <a:chOff x="1052025" y="1789250"/>
            <a:chExt cx="3139000" cy="2675497"/>
          </a:xfrm>
        </p:grpSpPr>
        <p:sp>
          <p:nvSpPr>
            <p:cNvPr id="764" name="Google Shape;764;p47"/>
            <p:cNvSpPr/>
            <p:nvPr/>
          </p:nvSpPr>
          <p:spPr>
            <a:xfrm>
              <a:off x="1273067" y="2096693"/>
              <a:ext cx="2917958" cy="2368054"/>
            </a:xfrm>
            <a:custGeom>
              <a:rect b="b" l="l" r="r" t="t"/>
              <a:pathLst>
                <a:path extrusionOk="0" h="25819" w="25346">
                  <a:moveTo>
                    <a:pt x="16554" y="1"/>
                  </a:moveTo>
                  <a:lnTo>
                    <a:pt x="24268" y="1"/>
                  </a:lnTo>
                  <a:lnTo>
                    <a:pt x="25061" y="1"/>
                  </a:lnTo>
                  <a:cubicBezTo>
                    <a:pt x="25216" y="1"/>
                    <a:pt x="25345" y="126"/>
                    <a:pt x="25345" y="282"/>
                  </a:cubicBezTo>
                  <a:lnTo>
                    <a:pt x="25345" y="25534"/>
                  </a:lnTo>
                  <a:cubicBezTo>
                    <a:pt x="25345" y="25689"/>
                    <a:pt x="25218" y="25818"/>
                    <a:pt x="25061" y="25818"/>
                  </a:cubicBezTo>
                  <a:lnTo>
                    <a:pt x="283" y="25818"/>
                  </a:lnTo>
                  <a:cubicBezTo>
                    <a:pt x="128" y="25818"/>
                    <a:pt x="1" y="25689"/>
                    <a:pt x="1" y="25534"/>
                  </a:cubicBezTo>
                  <a:lnTo>
                    <a:pt x="1" y="1259"/>
                  </a:lnTo>
                  <a:lnTo>
                    <a:pt x="1" y="282"/>
                  </a:lnTo>
                  <a:lnTo>
                    <a:pt x="1" y="1"/>
                  </a:lnTo>
                  <a:close/>
                </a:path>
              </a:pathLst>
            </a:custGeom>
            <a:solidFill>
              <a:srgbClr val="1B22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47"/>
            <p:cNvSpPr/>
            <p:nvPr/>
          </p:nvSpPr>
          <p:spPr>
            <a:xfrm>
              <a:off x="2017932" y="1798697"/>
              <a:ext cx="954386" cy="298816"/>
            </a:xfrm>
            <a:custGeom>
              <a:rect b="b" l="l" r="r" t="t"/>
              <a:pathLst>
                <a:path extrusionOk="0" h="3258" w="8290">
                  <a:moveTo>
                    <a:pt x="311" y="1"/>
                  </a:moveTo>
                  <a:lnTo>
                    <a:pt x="7979" y="1"/>
                  </a:lnTo>
                  <a:cubicBezTo>
                    <a:pt x="8149" y="1"/>
                    <a:pt x="8289" y="138"/>
                    <a:pt x="8289" y="311"/>
                  </a:cubicBezTo>
                  <a:lnTo>
                    <a:pt x="8289" y="2945"/>
                  </a:lnTo>
                  <a:cubicBezTo>
                    <a:pt x="8289" y="3118"/>
                    <a:pt x="8149" y="3258"/>
                    <a:pt x="7979" y="3258"/>
                  </a:cubicBezTo>
                  <a:lnTo>
                    <a:pt x="311" y="3258"/>
                  </a:lnTo>
                  <a:cubicBezTo>
                    <a:pt x="138" y="3258"/>
                    <a:pt x="0" y="3118"/>
                    <a:pt x="0" y="2945"/>
                  </a:cubicBezTo>
                  <a:lnTo>
                    <a:pt x="0" y="311"/>
                  </a:lnTo>
                  <a:cubicBezTo>
                    <a:pt x="0" y="138"/>
                    <a:pt x="138" y="1"/>
                    <a:pt x="311" y="1"/>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47"/>
            <p:cNvSpPr/>
            <p:nvPr/>
          </p:nvSpPr>
          <p:spPr>
            <a:xfrm>
              <a:off x="1066185" y="1800807"/>
              <a:ext cx="2917958" cy="2522782"/>
            </a:xfrm>
            <a:custGeom>
              <a:rect b="b" l="l" r="r" t="t"/>
              <a:pathLst>
                <a:path extrusionOk="0" h="27506" w="25346">
                  <a:moveTo>
                    <a:pt x="8292" y="1688"/>
                  </a:moveTo>
                  <a:lnTo>
                    <a:pt x="25061" y="1688"/>
                  </a:lnTo>
                  <a:cubicBezTo>
                    <a:pt x="25215" y="1688"/>
                    <a:pt x="25345" y="1816"/>
                    <a:pt x="25345" y="1972"/>
                  </a:cubicBezTo>
                  <a:lnTo>
                    <a:pt x="25345" y="27224"/>
                  </a:lnTo>
                  <a:cubicBezTo>
                    <a:pt x="25345" y="27378"/>
                    <a:pt x="25220" y="27506"/>
                    <a:pt x="25061" y="27506"/>
                  </a:cubicBezTo>
                  <a:lnTo>
                    <a:pt x="282" y="27506"/>
                  </a:lnTo>
                  <a:cubicBezTo>
                    <a:pt x="128" y="27506"/>
                    <a:pt x="1" y="27380"/>
                    <a:pt x="1" y="27224"/>
                  </a:cubicBezTo>
                  <a:lnTo>
                    <a:pt x="1" y="2947"/>
                  </a:lnTo>
                  <a:lnTo>
                    <a:pt x="1" y="1970"/>
                  </a:lnTo>
                  <a:lnTo>
                    <a:pt x="1" y="311"/>
                  </a:lnTo>
                  <a:cubicBezTo>
                    <a:pt x="1" y="140"/>
                    <a:pt x="138" y="0"/>
                    <a:pt x="311" y="0"/>
                  </a:cubicBezTo>
                  <a:lnTo>
                    <a:pt x="7979" y="0"/>
                  </a:lnTo>
                  <a:cubicBezTo>
                    <a:pt x="8152" y="0"/>
                    <a:pt x="8290" y="138"/>
                    <a:pt x="8290" y="311"/>
                  </a:cubicBezTo>
                  <a:close/>
                </a:path>
              </a:pathLst>
            </a:custGeom>
            <a:solidFill>
              <a:srgbClr val="1B22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47"/>
            <p:cNvSpPr/>
            <p:nvPr/>
          </p:nvSpPr>
          <p:spPr>
            <a:xfrm>
              <a:off x="1052025" y="1789250"/>
              <a:ext cx="2946279" cy="2545527"/>
            </a:xfrm>
            <a:custGeom>
              <a:rect b="b" l="l" r="r" t="t"/>
              <a:pathLst>
                <a:path extrusionOk="0" h="27754" w="25592">
                  <a:moveTo>
                    <a:pt x="8538" y="1689"/>
                  </a:moveTo>
                  <a:lnTo>
                    <a:pt x="25184" y="1689"/>
                  </a:lnTo>
                  <a:cubicBezTo>
                    <a:pt x="25295" y="1689"/>
                    <a:pt x="25398" y="1736"/>
                    <a:pt x="25472" y="1808"/>
                  </a:cubicBezTo>
                  <a:cubicBezTo>
                    <a:pt x="25548" y="1882"/>
                    <a:pt x="25591" y="1983"/>
                    <a:pt x="25591" y="2096"/>
                  </a:cubicBezTo>
                  <a:lnTo>
                    <a:pt x="25591" y="27348"/>
                  </a:lnTo>
                  <a:cubicBezTo>
                    <a:pt x="25591" y="27457"/>
                    <a:pt x="25544" y="27560"/>
                    <a:pt x="25472" y="27636"/>
                  </a:cubicBezTo>
                  <a:cubicBezTo>
                    <a:pt x="25400" y="27710"/>
                    <a:pt x="25297" y="27753"/>
                    <a:pt x="25184" y="27753"/>
                  </a:cubicBezTo>
                  <a:lnTo>
                    <a:pt x="405" y="27753"/>
                  </a:lnTo>
                  <a:cubicBezTo>
                    <a:pt x="296" y="27753"/>
                    <a:pt x="194" y="27708"/>
                    <a:pt x="117" y="27636"/>
                  </a:cubicBezTo>
                  <a:cubicBezTo>
                    <a:pt x="43" y="27560"/>
                    <a:pt x="0" y="27459"/>
                    <a:pt x="0" y="27348"/>
                  </a:cubicBezTo>
                  <a:lnTo>
                    <a:pt x="0" y="437"/>
                  </a:lnTo>
                  <a:cubicBezTo>
                    <a:pt x="0" y="320"/>
                    <a:pt x="50" y="208"/>
                    <a:pt x="128" y="128"/>
                  </a:cubicBezTo>
                  <a:cubicBezTo>
                    <a:pt x="208" y="50"/>
                    <a:pt x="317" y="1"/>
                    <a:pt x="436" y="1"/>
                  </a:cubicBezTo>
                  <a:lnTo>
                    <a:pt x="8104" y="1"/>
                  </a:lnTo>
                  <a:cubicBezTo>
                    <a:pt x="8224" y="1"/>
                    <a:pt x="8333" y="50"/>
                    <a:pt x="8411" y="128"/>
                  </a:cubicBezTo>
                  <a:lnTo>
                    <a:pt x="8411" y="128"/>
                  </a:lnTo>
                  <a:cubicBezTo>
                    <a:pt x="8491" y="208"/>
                    <a:pt x="8538" y="317"/>
                    <a:pt x="8538" y="435"/>
                  </a:cubicBezTo>
                  <a:close/>
                  <a:moveTo>
                    <a:pt x="25184" y="1938"/>
                  </a:moveTo>
                  <a:lnTo>
                    <a:pt x="8289" y="1938"/>
                  </a:lnTo>
                  <a:lnTo>
                    <a:pt x="8289" y="437"/>
                  </a:lnTo>
                  <a:cubicBezTo>
                    <a:pt x="8289" y="385"/>
                    <a:pt x="8269" y="340"/>
                    <a:pt x="8236" y="307"/>
                  </a:cubicBezTo>
                  <a:cubicBezTo>
                    <a:pt x="8201" y="272"/>
                    <a:pt x="8156" y="252"/>
                    <a:pt x="8104" y="252"/>
                  </a:cubicBezTo>
                  <a:lnTo>
                    <a:pt x="436" y="252"/>
                  </a:lnTo>
                  <a:cubicBezTo>
                    <a:pt x="385" y="252"/>
                    <a:pt x="340" y="272"/>
                    <a:pt x="307" y="307"/>
                  </a:cubicBezTo>
                  <a:cubicBezTo>
                    <a:pt x="272" y="340"/>
                    <a:pt x="251" y="385"/>
                    <a:pt x="251" y="437"/>
                  </a:cubicBezTo>
                  <a:lnTo>
                    <a:pt x="251" y="27348"/>
                  </a:lnTo>
                  <a:cubicBezTo>
                    <a:pt x="251" y="27391"/>
                    <a:pt x="270" y="27430"/>
                    <a:pt x="298" y="27457"/>
                  </a:cubicBezTo>
                  <a:cubicBezTo>
                    <a:pt x="327" y="27486"/>
                    <a:pt x="364" y="27504"/>
                    <a:pt x="409" y="27504"/>
                  </a:cubicBezTo>
                  <a:lnTo>
                    <a:pt x="25188" y="27504"/>
                  </a:lnTo>
                  <a:cubicBezTo>
                    <a:pt x="25232" y="27504"/>
                    <a:pt x="25271" y="27486"/>
                    <a:pt x="25297" y="27457"/>
                  </a:cubicBezTo>
                  <a:cubicBezTo>
                    <a:pt x="25326" y="27430"/>
                    <a:pt x="25345" y="27389"/>
                    <a:pt x="25345" y="27348"/>
                  </a:cubicBezTo>
                  <a:lnTo>
                    <a:pt x="25345" y="2096"/>
                  </a:lnTo>
                  <a:cubicBezTo>
                    <a:pt x="25345" y="2051"/>
                    <a:pt x="25326" y="2014"/>
                    <a:pt x="25297" y="1985"/>
                  </a:cubicBezTo>
                  <a:cubicBezTo>
                    <a:pt x="25266" y="1956"/>
                    <a:pt x="25229" y="1938"/>
                    <a:pt x="25184" y="1938"/>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8" name="Google Shape;768;p47"/>
          <p:cNvSpPr txBox="1"/>
          <p:nvPr>
            <p:ph idx="2" type="subTitle"/>
          </p:nvPr>
        </p:nvSpPr>
        <p:spPr>
          <a:xfrm>
            <a:off x="4849150" y="2351000"/>
            <a:ext cx="2910900" cy="22527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NanoSat MO Framework, open-source software framework Java implementation</a:t>
            </a:r>
            <a:endParaRPr sz="1500"/>
          </a:p>
          <a:p>
            <a:pPr indent="-323850" lvl="0" marL="457200" rtl="0" algn="l">
              <a:spcBef>
                <a:spcPts val="0"/>
              </a:spcBef>
              <a:spcAft>
                <a:spcPts val="0"/>
              </a:spcAft>
              <a:buSzPts val="1500"/>
              <a:buChar char="●"/>
            </a:pPr>
            <a:r>
              <a:rPr lang="en" sz="1500"/>
              <a:t>Embedded Linux OS</a:t>
            </a:r>
            <a:endParaRPr sz="1500"/>
          </a:p>
          <a:p>
            <a:pPr indent="0" lvl="0" marL="0" rtl="0" algn="ctr">
              <a:spcBef>
                <a:spcPts val="0"/>
              </a:spcBef>
              <a:spcAft>
                <a:spcPts val="0"/>
              </a:spcAft>
              <a:buNone/>
            </a:pPr>
            <a:r>
              <a:t/>
            </a:r>
            <a:endParaRPr sz="1500"/>
          </a:p>
          <a:p>
            <a:pPr indent="0" lvl="0" marL="0" rtl="0" algn="ctr">
              <a:spcBef>
                <a:spcPts val="0"/>
              </a:spcBef>
              <a:spcAft>
                <a:spcPts val="0"/>
              </a:spcAft>
              <a:buNone/>
            </a:pPr>
            <a:r>
              <a:t/>
            </a:r>
            <a:endParaRPr/>
          </a:p>
        </p:txBody>
      </p:sp>
      <p:sp>
        <p:nvSpPr>
          <p:cNvPr id="769" name="Google Shape;769;p47"/>
          <p:cNvSpPr txBox="1"/>
          <p:nvPr>
            <p:ph type="title"/>
          </p:nvPr>
        </p:nvSpPr>
        <p:spPr>
          <a:xfrm>
            <a:off x="720000" y="969225"/>
            <a:ext cx="7704000" cy="564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OPS-SAT</a:t>
            </a:r>
            <a:r>
              <a:rPr lang="en">
                <a:latin typeface="Epilogue"/>
                <a:ea typeface="Epilogue"/>
                <a:cs typeface="Epilogue"/>
                <a:sym typeface="Epilogue"/>
              </a:rPr>
              <a:t> </a:t>
            </a:r>
            <a:r>
              <a:rPr lang="en">
                <a:solidFill>
                  <a:schemeClr val="lt1"/>
                </a:solidFill>
              </a:rPr>
              <a:t>payload</a:t>
            </a:r>
            <a:endParaRPr>
              <a:solidFill>
                <a:schemeClr val="lt1"/>
              </a:solidFill>
              <a:latin typeface="Epilogue"/>
              <a:ea typeface="Epilogue"/>
              <a:cs typeface="Epilogue"/>
              <a:sym typeface="Epilogue"/>
            </a:endParaRPr>
          </a:p>
        </p:txBody>
      </p:sp>
      <p:sp>
        <p:nvSpPr>
          <p:cNvPr id="770" name="Google Shape;770;p47"/>
          <p:cNvSpPr txBox="1"/>
          <p:nvPr>
            <p:ph idx="4" type="title"/>
          </p:nvPr>
        </p:nvSpPr>
        <p:spPr>
          <a:xfrm>
            <a:off x="4849309" y="1939125"/>
            <a:ext cx="2910600" cy="411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Software</a:t>
            </a:r>
            <a:endParaRPr/>
          </a:p>
        </p:txBody>
      </p:sp>
      <p:grpSp>
        <p:nvGrpSpPr>
          <p:cNvPr id="771" name="Google Shape;771;p47"/>
          <p:cNvGrpSpPr/>
          <p:nvPr/>
        </p:nvGrpSpPr>
        <p:grpSpPr>
          <a:xfrm>
            <a:off x="1165475" y="1749300"/>
            <a:ext cx="3139000" cy="2675497"/>
            <a:chOff x="1052025" y="1789250"/>
            <a:chExt cx="3139000" cy="2675497"/>
          </a:xfrm>
        </p:grpSpPr>
        <p:sp>
          <p:nvSpPr>
            <p:cNvPr id="772" name="Google Shape;772;p47"/>
            <p:cNvSpPr/>
            <p:nvPr/>
          </p:nvSpPr>
          <p:spPr>
            <a:xfrm>
              <a:off x="1273067" y="2096693"/>
              <a:ext cx="2917958" cy="2368054"/>
            </a:xfrm>
            <a:custGeom>
              <a:rect b="b" l="l" r="r" t="t"/>
              <a:pathLst>
                <a:path extrusionOk="0" h="25819" w="25346">
                  <a:moveTo>
                    <a:pt x="16554" y="1"/>
                  </a:moveTo>
                  <a:lnTo>
                    <a:pt x="24268" y="1"/>
                  </a:lnTo>
                  <a:lnTo>
                    <a:pt x="25061" y="1"/>
                  </a:lnTo>
                  <a:cubicBezTo>
                    <a:pt x="25216" y="1"/>
                    <a:pt x="25345" y="126"/>
                    <a:pt x="25345" y="282"/>
                  </a:cubicBezTo>
                  <a:lnTo>
                    <a:pt x="25345" y="25534"/>
                  </a:lnTo>
                  <a:cubicBezTo>
                    <a:pt x="25345" y="25689"/>
                    <a:pt x="25218" y="25818"/>
                    <a:pt x="25061" y="25818"/>
                  </a:cubicBezTo>
                  <a:lnTo>
                    <a:pt x="283" y="25818"/>
                  </a:lnTo>
                  <a:cubicBezTo>
                    <a:pt x="128" y="25818"/>
                    <a:pt x="1" y="25689"/>
                    <a:pt x="1" y="25534"/>
                  </a:cubicBezTo>
                  <a:lnTo>
                    <a:pt x="1" y="1259"/>
                  </a:lnTo>
                  <a:lnTo>
                    <a:pt x="1" y="282"/>
                  </a:lnTo>
                  <a:lnTo>
                    <a:pt x="1" y="1"/>
                  </a:lnTo>
                  <a:close/>
                </a:path>
              </a:pathLst>
            </a:custGeom>
            <a:solidFill>
              <a:srgbClr val="1B22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47"/>
            <p:cNvSpPr/>
            <p:nvPr/>
          </p:nvSpPr>
          <p:spPr>
            <a:xfrm>
              <a:off x="2017932" y="1798697"/>
              <a:ext cx="954386" cy="298816"/>
            </a:xfrm>
            <a:custGeom>
              <a:rect b="b" l="l" r="r" t="t"/>
              <a:pathLst>
                <a:path extrusionOk="0" h="3258" w="8290">
                  <a:moveTo>
                    <a:pt x="311" y="1"/>
                  </a:moveTo>
                  <a:lnTo>
                    <a:pt x="7979" y="1"/>
                  </a:lnTo>
                  <a:cubicBezTo>
                    <a:pt x="8149" y="1"/>
                    <a:pt x="8289" y="138"/>
                    <a:pt x="8289" y="311"/>
                  </a:cubicBezTo>
                  <a:lnTo>
                    <a:pt x="8289" y="2945"/>
                  </a:lnTo>
                  <a:cubicBezTo>
                    <a:pt x="8289" y="3118"/>
                    <a:pt x="8149" y="3258"/>
                    <a:pt x="7979" y="3258"/>
                  </a:cubicBezTo>
                  <a:lnTo>
                    <a:pt x="311" y="3258"/>
                  </a:lnTo>
                  <a:cubicBezTo>
                    <a:pt x="138" y="3258"/>
                    <a:pt x="0" y="3118"/>
                    <a:pt x="0" y="2945"/>
                  </a:cubicBezTo>
                  <a:lnTo>
                    <a:pt x="0" y="311"/>
                  </a:lnTo>
                  <a:cubicBezTo>
                    <a:pt x="0" y="138"/>
                    <a:pt x="138" y="1"/>
                    <a:pt x="3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47"/>
            <p:cNvSpPr/>
            <p:nvPr/>
          </p:nvSpPr>
          <p:spPr>
            <a:xfrm>
              <a:off x="1066185" y="1800807"/>
              <a:ext cx="2917958" cy="2522782"/>
            </a:xfrm>
            <a:custGeom>
              <a:rect b="b" l="l" r="r" t="t"/>
              <a:pathLst>
                <a:path extrusionOk="0" h="27506" w="25346">
                  <a:moveTo>
                    <a:pt x="8292" y="1688"/>
                  </a:moveTo>
                  <a:lnTo>
                    <a:pt x="25061" y="1688"/>
                  </a:lnTo>
                  <a:cubicBezTo>
                    <a:pt x="25215" y="1688"/>
                    <a:pt x="25345" y="1816"/>
                    <a:pt x="25345" y="1972"/>
                  </a:cubicBezTo>
                  <a:lnTo>
                    <a:pt x="25345" y="27224"/>
                  </a:lnTo>
                  <a:cubicBezTo>
                    <a:pt x="25345" y="27378"/>
                    <a:pt x="25220" y="27506"/>
                    <a:pt x="25061" y="27506"/>
                  </a:cubicBezTo>
                  <a:lnTo>
                    <a:pt x="282" y="27506"/>
                  </a:lnTo>
                  <a:cubicBezTo>
                    <a:pt x="128" y="27506"/>
                    <a:pt x="1" y="27380"/>
                    <a:pt x="1" y="27224"/>
                  </a:cubicBezTo>
                  <a:lnTo>
                    <a:pt x="1" y="2947"/>
                  </a:lnTo>
                  <a:lnTo>
                    <a:pt x="1" y="1970"/>
                  </a:lnTo>
                  <a:lnTo>
                    <a:pt x="1" y="311"/>
                  </a:lnTo>
                  <a:cubicBezTo>
                    <a:pt x="1" y="140"/>
                    <a:pt x="138" y="0"/>
                    <a:pt x="311" y="0"/>
                  </a:cubicBezTo>
                  <a:lnTo>
                    <a:pt x="7979" y="0"/>
                  </a:lnTo>
                  <a:cubicBezTo>
                    <a:pt x="8152" y="0"/>
                    <a:pt x="8290" y="138"/>
                    <a:pt x="8290" y="311"/>
                  </a:cubicBezTo>
                  <a:close/>
                </a:path>
              </a:pathLst>
            </a:custGeom>
            <a:solidFill>
              <a:srgbClr val="1B22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47"/>
            <p:cNvSpPr/>
            <p:nvPr/>
          </p:nvSpPr>
          <p:spPr>
            <a:xfrm>
              <a:off x="1052025" y="1789250"/>
              <a:ext cx="2946279" cy="2545527"/>
            </a:xfrm>
            <a:custGeom>
              <a:rect b="b" l="l" r="r" t="t"/>
              <a:pathLst>
                <a:path extrusionOk="0" h="27754" w="25592">
                  <a:moveTo>
                    <a:pt x="8538" y="1689"/>
                  </a:moveTo>
                  <a:lnTo>
                    <a:pt x="25184" y="1689"/>
                  </a:lnTo>
                  <a:cubicBezTo>
                    <a:pt x="25295" y="1689"/>
                    <a:pt x="25398" y="1736"/>
                    <a:pt x="25472" y="1808"/>
                  </a:cubicBezTo>
                  <a:cubicBezTo>
                    <a:pt x="25548" y="1882"/>
                    <a:pt x="25591" y="1983"/>
                    <a:pt x="25591" y="2096"/>
                  </a:cubicBezTo>
                  <a:lnTo>
                    <a:pt x="25591" y="27348"/>
                  </a:lnTo>
                  <a:cubicBezTo>
                    <a:pt x="25591" y="27457"/>
                    <a:pt x="25544" y="27560"/>
                    <a:pt x="25472" y="27636"/>
                  </a:cubicBezTo>
                  <a:cubicBezTo>
                    <a:pt x="25400" y="27710"/>
                    <a:pt x="25297" y="27753"/>
                    <a:pt x="25184" y="27753"/>
                  </a:cubicBezTo>
                  <a:lnTo>
                    <a:pt x="405" y="27753"/>
                  </a:lnTo>
                  <a:cubicBezTo>
                    <a:pt x="296" y="27753"/>
                    <a:pt x="194" y="27708"/>
                    <a:pt x="117" y="27636"/>
                  </a:cubicBezTo>
                  <a:cubicBezTo>
                    <a:pt x="43" y="27560"/>
                    <a:pt x="0" y="27459"/>
                    <a:pt x="0" y="27348"/>
                  </a:cubicBezTo>
                  <a:lnTo>
                    <a:pt x="0" y="437"/>
                  </a:lnTo>
                  <a:cubicBezTo>
                    <a:pt x="0" y="320"/>
                    <a:pt x="50" y="208"/>
                    <a:pt x="128" y="128"/>
                  </a:cubicBezTo>
                  <a:cubicBezTo>
                    <a:pt x="208" y="50"/>
                    <a:pt x="317" y="1"/>
                    <a:pt x="436" y="1"/>
                  </a:cubicBezTo>
                  <a:lnTo>
                    <a:pt x="8104" y="1"/>
                  </a:lnTo>
                  <a:cubicBezTo>
                    <a:pt x="8224" y="1"/>
                    <a:pt x="8333" y="50"/>
                    <a:pt x="8411" y="128"/>
                  </a:cubicBezTo>
                  <a:lnTo>
                    <a:pt x="8411" y="128"/>
                  </a:lnTo>
                  <a:cubicBezTo>
                    <a:pt x="8491" y="208"/>
                    <a:pt x="8538" y="317"/>
                    <a:pt x="8538" y="435"/>
                  </a:cubicBezTo>
                  <a:close/>
                  <a:moveTo>
                    <a:pt x="25184" y="1938"/>
                  </a:moveTo>
                  <a:lnTo>
                    <a:pt x="8289" y="1938"/>
                  </a:lnTo>
                  <a:lnTo>
                    <a:pt x="8289" y="437"/>
                  </a:lnTo>
                  <a:cubicBezTo>
                    <a:pt x="8289" y="385"/>
                    <a:pt x="8269" y="340"/>
                    <a:pt x="8236" y="307"/>
                  </a:cubicBezTo>
                  <a:cubicBezTo>
                    <a:pt x="8201" y="272"/>
                    <a:pt x="8156" y="252"/>
                    <a:pt x="8104" y="252"/>
                  </a:cubicBezTo>
                  <a:lnTo>
                    <a:pt x="436" y="252"/>
                  </a:lnTo>
                  <a:cubicBezTo>
                    <a:pt x="385" y="252"/>
                    <a:pt x="340" y="272"/>
                    <a:pt x="307" y="307"/>
                  </a:cubicBezTo>
                  <a:cubicBezTo>
                    <a:pt x="272" y="340"/>
                    <a:pt x="251" y="385"/>
                    <a:pt x="251" y="437"/>
                  </a:cubicBezTo>
                  <a:lnTo>
                    <a:pt x="251" y="27348"/>
                  </a:lnTo>
                  <a:cubicBezTo>
                    <a:pt x="251" y="27391"/>
                    <a:pt x="270" y="27430"/>
                    <a:pt x="298" y="27457"/>
                  </a:cubicBezTo>
                  <a:cubicBezTo>
                    <a:pt x="327" y="27486"/>
                    <a:pt x="364" y="27504"/>
                    <a:pt x="409" y="27504"/>
                  </a:cubicBezTo>
                  <a:lnTo>
                    <a:pt x="25188" y="27504"/>
                  </a:lnTo>
                  <a:cubicBezTo>
                    <a:pt x="25232" y="27504"/>
                    <a:pt x="25271" y="27486"/>
                    <a:pt x="25297" y="27457"/>
                  </a:cubicBezTo>
                  <a:cubicBezTo>
                    <a:pt x="25326" y="27430"/>
                    <a:pt x="25345" y="27389"/>
                    <a:pt x="25345" y="27348"/>
                  </a:cubicBezTo>
                  <a:lnTo>
                    <a:pt x="25345" y="2096"/>
                  </a:lnTo>
                  <a:cubicBezTo>
                    <a:pt x="25345" y="2051"/>
                    <a:pt x="25326" y="2014"/>
                    <a:pt x="25297" y="1985"/>
                  </a:cubicBezTo>
                  <a:cubicBezTo>
                    <a:pt x="25266" y="1956"/>
                    <a:pt x="25229" y="1938"/>
                    <a:pt x="25184" y="193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6" name="Google Shape;776;p47"/>
          <p:cNvSpPr txBox="1"/>
          <p:nvPr>
            <p:ph idx="1" type="subTitle"/>
          </p:nvPr>
        </p:nvSpPr>
        <p:spPr>
          <a:xfrm>
            <a:off x="1176700" y="2351000"/>
            <a:ext cx="2910900" cy="1897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3U Cubesat, 30cm high</a:t>
            </a:r>
            <a:endParaRPr/>
          </a:p>
          <a:p>
            <a:pPr indent="-317500" lvl="0" marL="457200" rtl="0" algn="l">
              <a:spcBef>
                <a:spcPts val="0"/>
              </a:spcBef>
              <a:spcAft>
                <a:spcPts val="0"/>
              </a:spcAft>
              <a:buSzPts val="1400"/>
              <a:buChar char="●"/>
            </a:pPr>
            <a:r>
              <a:rPr lang="en"/>
              <a:t>2 Critical Link MityARM 5CSX</a:t>
            </a:r>
            <a:endParaRPr/>
          </a:p>
          <a:p>
            <a:pPr indent="-317500" lvl="0" marL="457200" rtl="0" algn="l">
              <a:spcBef>
                <a:spcPts val="0"/>
              </a:spcBef>
              <a:spcAft>
                <a:spcPts val="0"/>
              </a:spcAft>
              <a:buSzPts val="1400"/>
              <a:buChar char="●"/>
            </a:pPr>
            <a:r>
              <a:rPr lang="en"/>
              <a:t>1 GB DDR3 RAM</a:t>
            </a:r>
            <a:endParaRPr/>
          </a:p>
          <a:p>
            <a:pPr indent="-317500" lvl="0" marL="457200" rtl="0" algn="l">
              <a:spcBef>
                <a:spcPts val="0"/>
              </a:spcBef>
              <a:spcAft>
                <a:spcPts val="0"/>
              </a:spcAft>
              <a:buSzPts val="1400"/>
              <a:buChar char="●"/>
            </a:pPr>
            <a:r>
              <a:rPr lang="en"/>
              <a:t>Dual-core 800 MHz ARM Cortex-A9</a:t>
            </a:r>
            <a:endParaRPr/>
          </a:p>
          <a:p>
            <a:pPr indent="-317500" lvl="0" marL="457200" rtl="0" algn="l">
              <a:spcBef>
                <a:spcPts val="0"/>
              </a:spcBef>
              <a:spcAft>
                <a:spcPts val="0"/>
              </a:spcAft>
              <a:buSzPts val="1400"/>
              <a:buChar char="●"/>
            </a:pPr>
            <a:r>
              <a:rPr lang="en"/>
              <a:t>Cyclone V SoC FPGA board</a:t>
            </a:r>
            <a:endParaRPr/>
          </a:p>
          <a:p>
            <a:pPr indent="-317500" lvl="0" marL="457200" rtl="0" algn="l">
              <a:spcBef>
                <a:spcPts val="0"/>
              </a:spcBef>
              <a:spcAft>
                <a:spcPts val="0"/>
              </a:spcAft>
              <a:buSzPts val="1400"/>
              <a:buChar char="●"/>
            </a:pPr>
            <a:r>
              <a:rPr lang="en"/>
              <a:t>Peripherals for ADCS, GPS, Camera, Communication</a:t>
            </a:r>
            <a:endParaRPr/>
          </a:p>
        </p:txBody>
      </p:sp>
      <p:sp>
        <p:nvSpPr>
          <p:cNvPr id="777" name="Google Shape;777;p47"/>
          <p:cNvSpPr txBox="1"/>
          <p:nvPr>
            <p:ph idx="3" type="title"/>
          </p:nvPr>
        </p:nvSpPr>
        <p:spPr>
          <a:xfrm>
            <a:off x="1176860" y="1942800"/>
            <a:ext cx="2910600" cy="408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Hardware</a:t>
            </a:r>
            <a:endParaRPr/>
          </a:p>
        </p:txBody>
      </p:sp>
      <p:pic>
        <p:nvPicPr>
          <p:cNvPr id="778" name="Google Shape;778;p47"/>
          <p:cNvPicPr preferRelativeResize="0"/>
          <p:nvPr/>
        </p:nvPicPr>
        <p:blipFill>
          <a:blip r:embed="rId3">
            <a:alphaModFix/>
          </a:blip>
          <a:stretch>
            <a:fillRect/>
          </a:stretch>
        </p:blipFill>
        <p:spPr>
          <a:xfrm>
            <a:off x="5601826" y="916462"/>
            <a:ext cx="1614399" cy="6698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48"/>
          <p:cNvSpPr/>
          <p:nvPr/>
        </p:nvSpPr>
        <p:spPr>
          <a:xfrm>
            <a:off x="1040799" y="1011605"/>
            <a:ext cx="2707200" cy="2603400"/>
          </a:xfrm>
          <a:prstGeom prst="rect">
            <a:avLst/>
          </a:prstGeom>
          <a:solidFill>
            <a:schemeClr val="accent3"/>
          </a:solidFill>
          <a:ln>
            <a:noFill/>
          </a:ln>
        </p:spPr>
        <p:txBody>
          <a:bodyPr anchorCtr="0" anchor="ctr" bIns="163950" lIns="163950" spcFirstLastPara="1" rIns="163950" wrap="square" tIns="163950">
            <a:noAutofit/>
          </a:bodyPr>
          <a:lstStyle/>
          <a:p>
            <a:pPr indent="0" lvl="0" marL="0" rtl="0" algn="l">
              <a:spcBef>
                <a:spcPts val="0"/>
              </a:spcBef>
              <a:spcAft>
                <a:spcPts val="0"/>
              </a:spcAft>
              <a:buNone/>
            </a:pPr>
            <a:r>
              <a:t/>
            </a:r>
            <a:endParaRPr/>
          </a:p>
        </p:txBody>
      </p:sp>
      <p:sp>
        <p:nvSpPr>
          <p:cNvPr id="784" name="Google Shape;784;p48"/>
          <p:cNvSpPr txBox="1"/>
          <p:nvPr>
            <p:ph idx="2" type="subTitle"/>
          </p:nvPr>
        </p:nvSpPr>
        <p:spPr>
          <a:xfrm>
            <a:off x="1005425" y="3681500"/>
            <a:ext cx="7022700" cy="979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n"/>
              <a:t>The </a:t>
            </a:r>
            <a:r>
              <a:rPr b="1" lang="en">
                <a:solidFill>
                  <a:schemeClr val="dk2"/>
                </a:solidFill>
              </a:rPr>
              <a:t>NanoSatMO Framework</a:t>
            </a:r>
            <a:r>
              <a:rPr lang="en"/>
              <a:t> is a </a:t>
            </a:r>
            <a:r>
              <a:rPr b="1" lang="en">
                <a:solidFill>
                  <a:schemeClr val="dk2"/>
                </a:solidFill>
              </a:rPr>
              <a:t>modular software framework</a:t>
            </a:r>
            <a:r>
              <a:rPr lang="en"/>
              <a:t> designed for nanosatellites to facilitate mission operations, onboard software management, and payload control using a </a:t>
            </a:r>
            <a:r>
              <a:rPr b="1" lang="en">
                <a:solidFill>
                  <a:schemeClr val="dk2"/>
                </a:solidFill>
              </a:rPr>
              <a:t>service-oriented architecture</a:t>
            </a:r>
            <a:r>
              <a:rPr lang="en"/>
              <a:t>. It builds on </a:t>
            </a:r>
            <a:r>
              <a:rPr b="1" lang="en">
                <a:solidFill>
                  <a:schemeClr val="accent3"/>
                </a:solidFill>
              </a:rPr>
              <a:t>CCSDS standards</a:t>
            </a:r>
            <a:r>
              <a:rPr lang="en"/>
              <a:t> to ensure </a:t>
            </a:r>
            <a:r>
              <a:rPr b="1" lang="en">
                <a:solidFill>
                  <a:schemeClr val="accent3"/>
                </a:solidFill>
              </a:rPr>
              <a:t>interoperability</a:t>
            </a:r>
            <a:r>
              <a:rPr lang="en"/>
              <a:t> and reliable communication between satellite subsystems and ground stations.</a:t>
            </a:r>
            <a:endParaRPr/>
          </a:p>
          <a:p>
            <a:pPr indent="0" lvl="0" marL="0" rtl="0" algn="ctr">
              <a:spcBef>
                <a:spcPts val="0"/>
              </a:spcBef>
              <a:spcAft>
                <a:spcPts val="1600"/>
              </a:spcAft>
              <a:buNone/>
            </a:pPr>
            <a:r>
              <a:t/>
            </a:r>
            <a:endParaRPr/>
          </a:p>
        </p:txBody>
      </p:sp>
      <p:sp>
        <p:nvSpPr>
          <p:cNvPr id="785" name="Google Shape;785;p48"/>
          <p:cNvSpPr txBox="1"/>
          <p:nvPr>
            <p:ph type="title"/>
          </p:nvPr>
        </p:nvSpPr>
        <p:spPr>
          <a:xfrm>
            <a:off x="2144200" y="257850"/>
            <a:ext cx="7704000" cy="564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NanoSatMO Framework </a:t>
            </a:r>
            <a:r>
              <a:rPr lang="en">
                <a:solidFill>
                  <a:schemeClr val="lt1"/>
                </a:solidFill>
              </a:rPr>
              <a:t>&amp;</a:t>
            </a:r>
            <a:r>
              <a:rPr lang="en">
                <a:solidFill>
                  <a:schemeClr val="dk2"/>
                </a:solidFill>
              </a:rPr>
              <a:t> </a:t>
            </a:r>
            <a:r>
              <a:rPr lang="en">
                <a:solidFill>
                  <a:schemeClr val="accent3"/>
                </a:solidFill>
              </a:rPr>
              <a:t>CCSDS</a:t>
            </a:r>
            <a:endParaRPr>
              <a:solidFill>
                <a:schemeClr val="accent3"/>
              </a:solidFill>
            </a:endParaRPr>
          </a:p>
        </p:txBody>
      </p:sp>
      <p:pic>
        <p:nvPicPr>
          <p:cNvPr id="786" name="Google Shape;786;p48" title="nmf_components.png"/>
          <p:cNvPicPr preferRelativeResize="0"/>
          <p:nvPr>
            <p:ph idx="5" type="pic"/>
          </p:nvPr>
        </p:nvPicPr>
        <p:blipFill rotWithShape="1">
          <a:blip r:embed="rId3">
            <a:alphaModFix/>
          </a:blip>
          <a:srcRect b="0" l="0" r="0" t="0"/>
          <a:stretch/>
        </p:blipFill>
        <p:spPr>
          <a:xfrm>
            <a:off x="978900" y="950125"/>
            <a:ext cx="2707200" cy="2603400"/>
          </a:xfrm>
          <a:prstGeom prst="roundRect">
            <a:avLst>
              <a:gd fmla="val 0" name="adj"/>
            </a:avLst>
          </a:prstGeom>
        </p:spPr>
      </p:pic>
      <p:sp>
        <p:nvSpPr>
          <p:cNvPr id="787" name="Google Shape;787;p48"/>
          <p:cNvSpPr/>
          <p:nvPr/>
        </p:nvSpPr>
        <p:spPr>
          <a:xfrm>
            <a:off x="4013277" y="1011600"/>
            <a:ext cx="3877800" cy="2603400"/>
          </a:xfrm>
          <a:prstGeom prst="rect">
            <a:avLst/>
          </a:prstGeom>
          <a:solidFill>
            <a:schemeClr val="accent3"/>
          </a:solidFill>
          <a:ln>
            <a:noFill/>
          </a:ln>
        </p:spPr>
        <p:txBody>
          <a:bodyPr anchorCtr="0" anchor="ctr" bIns="163925" lIns="163925" spcFirstLastPara="1" rIns="163925" wrap="square" tIns="163925">
            <a:noAutofit/>
          </a:bodyPr>
          <a:lstStyle/>
          <a:p>
            <a:pPr indent="0" lvl="0" marL="0" rtl="0" algn="l">
              <a:spcBef>
                <a:spcPts val="0"/>
              </a:spcBef>
              <a:spcAft>
                <a:spcPts val="0"/>
              </a:spcAft>
              <a:buNone/>
            </a:pPr>
            <a:r>
              <a:t/>
            </a:r>
            <a:endParaRPr/>
          </a:p>
        </p:txBody>
      </p:sp>
      <p:pic>
        <p:nvPicPr>
          <p:cNvPr id="788" name="Google Shape;788;p48" title="ccsds_architecture.png"/>
          <p:cNvPicPr preferRelativeResize="0"/>
          <p:nvPr>
            <p:ph idx="6" type="pic"/>
          </p:nvPr>
        </p:nvPicPr>
        <p:blipFill rotWithShape="1">
          <a:blip r:embed="rId4">
            <a:alphaModFix/>
          </a:blip>
          <a:srcRect b="915" l="-310" r="0" t="-417"/>
          <a:stretch/>
        </p:blipFill>
        <p:spPr>
          <a:xfrm>
            <a:off x="3959350" y="950125"/>
            <a:ext cx="3877800" cy="2603400"/>
          </a:xfrm>
          <a:prstGeom prst="roundRect">
            <a:avLst>
              <a:gd fmla="val 0" name="adj"/>
            </a:avLst>
          </a:prstGeom>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cxnSp>
        <p:nvCxnSpPr>
          <p:cNvPr id="793" name="Google Shape;793;p49"/>
          <p:cNvCxnSpPr/>
          <p:nvPr/>
        </p:nvCxnSpPr>
        <p:spPr>
          <a:xfrm rot="-5400000">
            <a:off x="3928900" y="3209250"/>
            <a:ext cx="1126200" cy="600"/>
          </a:xfrm>
          <a:prstGeom prst="bentConnector3">
            <a:avLst>
              <a:gd fmla="val 50000" name="adj1"/>
            </a:avLst>
          </a:prstGeom>
          <a:noFill/>
          <a:ln cap="flat" cmpd="sng" w="28575">
            <a:solidFill>
              <a:schemeClr val="dk1"/>
            </a:solidFill>
            <a:prstDash val="solid"/>
            <a:round/>
            <a:headEnd len="med" w="med" type="none"/>
            <a:tailEnd len="med" w="med" type="none"/>
          </a:ln>
        </p:spPr>
      </p:cxnSp>
      <p:sp>
        <p:nvSpPr>
          <p:cNvPr id="794" name="Google Shape;794;p49"/>
          <p:cNvSpPr txBox="1"/>
          <p:nvPr>
            <p:ph type="title"/>
          </p:nvPr>
        </p:nvSpPr>
        <p:spPr>
          <a:xfrm>
            <a:off x="720000" y="969225"/>
            <a:ext cx="7704000" cy="564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NMF </a:t>
            </a:r>
            <a:r>
              <a:rPr lang="en">
                <a:solidFill>
                  <a:schemeClr val="lt1"/>
                </a:solidFill>
              </a:rPr>
              <a:t>limitations</a:t>
            </a:r>
            <a:endParaRPr>
              <a:solidFill>
                <a:schemeClr val="lt1"/>
              </a:solidFill>
            </a:endParaRPr>
          </a:p>
        </p:txBody>
      </p:sp>
      <p:grpSp>
        <p:nvGrpSpPr>
          <p:cNvPr id="795" name="Google Shape;795;p49"/>
          <p:cNvGrpSpPr/>
          <p:nvPr/>
        </p:nvGrpSpPr>
        <p:grpSpPr>
          <a:xfrm>
            <a:off x="6375875" y="2970075"/>
            <a:ext cx="1598600" cy="581650"/>
            <a:chOff x="6153900" y="3231000"/>
            <a:chExt cx="1598600" cy="581650"/>
          </a:xfrm>
        </p:grpSpPr>
        <p:sp>
          <p:nvSpPr>
            <p:cNvPr id="796" name="Google Shape;796;p49"/>
            <p:cNvSpPr/>
            <p:nvPr/>
          </p:nvSpPr>
          <p:spPr>
            <a:xfrm>
              <a:off x="6203300" y="3282250"/>
              <a:ext cx="1549200" cy="5304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49"/>
            <p:cNvSpPr/>
            <p:nvPr/>
          </p:nvSpPr>
          <p:spPr>
            <a:xfrm>
              <a:off x="6153900" y="3231000"/>
              <a:ext cx="1549200" cy="5304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8" name="Google Shape;798;p49"/>
          <p:cNvSpPr txBox="1"/>
          <p:nvPr/>
        </p:nvSpPr>
        <p:spPr>
          <a:xfrm>
            <a:off x="6468275" y="2966907"/>
            <a:ext cx="1362600" cy="52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1"/>
                </a:solidFill>
                <a:latin typeface="Epilogue"/>
                <a:ea typeface="Epilogue"/>
                <a:cs typeface="Epilogue"/>
                <a:sym typeface="Epilogue"/>
              </a:rPr>
              <a:t>Isolation</a:t>
            </a:r>
            <a:endParaRPr b="1" sz="2000">
              <a:solidFill>
                <a:schemeClr val="dk1"/>
              </a:solidFill>
              <a:latin typeface="Epilogue"/>
              <a:ea typeface="Epilogue"/>
              <a:cs typeface="Epilogue"/>
              <a:sym typeface="Epilogue"/>
            </a:endParaRPr>
          </a:p>
        </p:txBody>
      </p:sp>
      <p:sp>
        <p:nvSpPr>
          <p:cNvPr id="799" name="Google Shape;799;p49"/>
          <p:cNvSpPr txBox="1"/>
          <p:nvPr/>
        </p:nvSpPr>
        <p:spPr>
          <a:xfrm>
            <a:off x="5774676" y="3494600"/>
            <a:ext cx="2747100" cy="75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a:solidFill>
                  <a:schemeClr val="dk1"/>
                </a:solidFill>
                <a:latin typeface="Cabin"/>
                <a:ea typeface="Cabin"/>
                <a:cs typeface="Cabin"/>
                <a:sym typeface="Cabin"/>
              </a:rPr>
              <a:t>On-board apps can potentially impact or crash each other due to shared JVM and OS resources</a:t>
            </a:r>
            <a:endParaRPr>
              <a:solidFill>
                <a:srgbClr val="FFFFFF"/>
              </a:solidFill>
              <a:latin typeface="Cabin"/>
              <a:ea typeface="Cabin"/>
              <a:cs typeface="Cabin"/>
              <a:sym typeface="Cabin"/>
            </a:endParaRPr>
          </a:p>
        </p:txBody>
      </p:sp>
      <p:grpSp>
        <p:nvGrpSpPr>
          <p:cNvPr id="800" name="Google Shape;800;p49"/>
          <p:cNvGrpSpPr/>
          <p:nvPr/>
        </p:nvGrpSpPr>
        <p:grpSpPr>
          <a:xfrm>
            <a:off x="575998" y="2838050"/>
            <a:ext cx="2834797" cy="581650"/>
            <a:chOff x="1500900" y="3327675"/>
            <a:chExt cx="1598600" cy="581650"/>
          </a:xfrm>
        </p:grpSpPr>
        <p:sp>
          <p:nvSpPr>
            <p:cNvPr id="801" name="Google Shape;801;p49"/>
            <p:cNvSpPr/>
            <p:nvPr/>
          </p:nvSpPr>
          <p:spPr>
            <a:xfrm>
              <a:off x="1550300" y="3378925"/>
              <a:ext cx="1549200" cy="5304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49"/>
            <p:cNvSpPr/>
            <p:nvPr/>
          </p:nvSpPr>
          <p:spPr>
            <a:xfrm>
              <a:off x="1500900" y="3327675"/>
              <a:ext cx="1549200" cy="5304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3" name="Google Shape;803;p49"/>
          <p:cNvSpPr txBox="1"/>
          <p:nvPr/>
        </p:nvSpPr>
        <p:spPr>
          <a:xfrm>
            <a:off x="619850" y="2838050"/>
            <a:ext cx="2747100" cy="52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chemeClr val="dk1"/>
                </a:solidFill>
                <a:latin typeface="Epilogue"/>
                <a:ea typeface="Epilogue"/>
                <a:cs typeface="Epilogue"/>
                <a:sym typeface="Epilogue"/>
              </a:rPr>
              <a:t>Supervisor tight-coupling</a:t>
            </a:r>
            <a:endParaRPr b="1" sz="1800">
              <a:solidFill>
                <a:schemeClr val="dk1"/>
              </a:solidFill>
              <a:latin typeface="Epilogue"/>
              <a:ea typeface="Epilogue"/>
              <a:cs typeface="Epilogue"/>
              <a:sym typeface="Epilogue"/>
            </a:endParaRPr>
          </a:p>
        </p:txBody>
      </p:sp>
      <p:sp>
        <p:nvSpPr>
          <p:cNvPr id="804" name="Google Shape;804;p49"/>
          <p:cNvSpPr txBox="1"/>
          <p:nvPr/>
        </p:nvSpPr>
        <p:spPr>
          <a:xfrm>
            <a:off x="619850" y="3365750"/>
            <a:ext cx="2747100" cy="48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1300">
                <a:solidFill>
                  <a:schemeClr val="dk1"/>
                </a:solidFill>
                <a:latin typeface="Cabin"/>
                <a:ea typeface="Cabin"/>
                <a:cs typeface="Cabin"/>
                <a:sym typeface="Cabin"/>
              </a:rPr>
              <a:t>All NMF apps are </a:t>
            </a:r>
            <a:r>
              <a:rPr lang="en" sz="1300">
                <a:solidFill>
                  <a:schemeClr val="dk1"/>
                </a:solidFill>
                <a:latin typeface="Cabin"/>
                <a:ea typeface="Cabin"/>
                <a:cs typeface="Cabin"/>
                <a:sym typeface="Cabin"/>
              </a:rPr>
              <a:t>tightly</a:t>
            </a:r>
            <a:r>
              <a:rPr lang="en" sz="1300">
                <a:solidFill>
                  <a:schemeClr val="dk1"/>
                </a:solidFill>
                <a:latin typeface="Cabin"/>
                <a:ea typeface="Cabin"/>
                <a:cs typeface="Cabin"/>
                <a:sym typeface="Cabin"/>
              </a:rPr>
              <a:t>-coupled with Supervisor</a:t>
            </a:r>
            <a:endParaRPr sz="1300">
              <a:solidFill>
                <a:srgbClr val="FFFFFF"/>
              </a:solidFill>
              <a:latin typeface="Cabin"/>
              <a:ea typeface="Cabin"/>
              <a:cs typeface="Cabin"/>
              <a:sym typeface="Cabin"/>
            </a:endParaRPr>
          </a:p>
        </p:txBody>
      </p:sp>
      <p:grpSp>
        <p:nvGrpSpPr>
          <p:cNvPr id="805" name="Google Shape;805;p49"/>
          <p:cNvGrpSpPr/>
          <p:nvPr/>
        </p:nvGrpSpPr>
        <p:grpSpPr>
          <a:xfrm>
            <a:off x="1179331" y="1621050"/>
            <a:ext cx="1792830" cy="581650"/>
            <a:chOff x="1617700" y="1585225"/>
            <a:chExt cx="1598600" cy="581650"/>
          </a:xfrm>
        </p:grpSpPr>
        <p:sp>
          <p:nvSpPr>
            <p:cNvPr id="806" name="Google Shape;806;p49"/>
            <p:cNvSpPr/>
            <p:nvPr/>
          </p:nvSpPr>
          <p:spPr>
            <a:xfrm>
              <a:off x="1667100" y="1636475"/>
              <a:ext cx="1549200" cy="5304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49"/>
            <p:cNvSpPr/>
            <p:nvPr/>
          </p:nvSpPr>
          <p:spPr>
            <a:xfrm>
              <a:off x="1617700" y="1585225"/>
              <a:ext cx="1549200" cy="5304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8" name="Google Shape;808;p49"/>
          <p:cNvSpPr txBox="1"/>
          <p:nvPr/>
        </p:nvSpPr>
        <p:spPr>
          <a:xfrm>
            <a:off x="1179325" y="1617875"/>
            <a:ext cx="1743300" cy="52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1"/>
                </a:solidFill>
                <a:latin typeface="Epilogue"/>
                <a:ea typeface="Epilogue"/>
                <a:cs typeface="Epilogue"/>
                <a:sym typeface="Epilogue"/>
              </a:rPr>
              <a:t>Scalability</a:t>
            </a:r>
            <a:endParaRPr b="1" sz="2000">
              <a:solidFill>
                <a:schemeClr val="dk1"/>
              </a:solidFill>
              <a:latin typeface="Epilogue"/>
              <a:ea typeface="Epilogue"/>
              <a:cs typeface="Epilogue"/>
              <a:sym typeface="Epilogue"/>
            </a:endParaRPr>
          </a:p>
        </p:txBody>
      </p:sp>
      <p:sp>
        <p:nvSpPr>
          <p:cNvPr id="809" name="Google Shape;809;p49"/>
          <p:cNvSpPr txBox="1"/>
          <p:nvPr/>
        </p:nvSpPr>
        <p:spPr>
          <a:xfrm>
            <a:off x="1465855" y="2151934"/>
            <a:ext cx="1362600" cy="75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dk1"/>
                </a:solidFill>
                <a:latin typeface="Cabin"/>
                <a:ea typeface="Cabin"/>
                <a:cs typeface="Cabin"/>
                <a:sym typeface="Cabin"/>
              </a:rPr>
              <a:t>No option to scale an app</a:t>
            </a:r>
            <a:endParaRPr sz="1300">
              <a:solidFill>
                <a:srgbClr val="FFFFFF"/>
              </a:solidFill>
              <a:latin typeface="Cabin"/>
              <a:ea typeface="Cabin"/>
              <a:cs typeface="Cabin"/>
              <a:sym typeface="Cabin"/>
            </a:endParaRPr>
          </a:p>
        </p:txBody>
      </p:sp>
      <p:grpSp>
        <p:nvGrpSpPr>
          <p:cNvPr id="810" name="Google Shape;810;p49"/>
          <p:cNvGrpSpPr/>
          <p:nvPr/>
        </p:nvGrpSpPr>
        <p:grpSpPr>
          <a:xfrm>
            <a:off x="6186649" y="1404075"/>
            <a:ext cx="1824322" cy="581650"/>
            <a:chOff x="5852125" y="1536700"/>
            <a:chExt cx="1598600" cy="581650"/>
          </a:xfrm>
        </p:grpSpPr>
        <p:sp>
          <p:nvSpPr>
            <p:cNvPr id="811" name="Google Shape;811;p49"/>
            <p:cNvSpPr/>
            <p:nvPr/>
          </p:nvSpPr>
          <p:spPr>
            <a:xfrm>
              <a:off x="5901525" y="1587950"/>
              <a:ext cx="1549200" cy="5304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49"/>
            <p:cNvSpPr/>
            <p:nvPr/>
          </p:nvSpPr>
          <p:spPr>
            <a:xfrm>
              <a:off x="5852125" y="1536700"/>
              <a:ext cx="1549200" cy="5304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3" name="Google Shape;813;p49"/>
          <p:cNvSpPr txBox="1"/>
          <p:nvPr/>
        </p:nvSpPr>
        <p:spPr>
          <a:xfrm>
            <a:off x="6207450" y="1400900"/>
            <a:ext cx="1743300" cy="52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chemeClr val="dk1"/>
                </a:solidFill>
                <a:latin typeface="Epilogue"/>
                <a:ea typeface="Epilogue"/>
                <a:cs typeface="Epilogue"/>
                <a:sym typeface="Epilogue"/>
              </a:rPr>
              <a:t>Portability</a:t>
            </a:r>
            <a:endParaRPr b="1" sz="2000">
              <a:solidFill>
                <a:schemeClr val="dk1"/>
              </a:solidFill>
              <a:latin typeface="Epilogue"/>
              <a:ea typeface="Epilogue"/>
              <a:cs typeface="Epilogue"/>
              <a:sym typeface="Epilogue"/>
            </a:endParaRPr>
          </a:p>
        </p:txBody>
      </p:sp>
      <p:sp>
        <p:nvSpPr>
          <p:cNvPr id="814" name="Google Shape;814;p49"/>
          <p:cNvSpPr txBox="1"/>
          <p:nvPr/>
        </p:nvSpPr>
        <p:spPr>
          <a:xfrm>
            <a:off x="6068300" y="1928600"/>
            <a:ext cx="2056200" cy="75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dk1"/>
                </a:solidFill>
                <a:latin typeface="Cabin"/>
                <a:ea typeface="Cabin"/>
                <a:cs typeface="Cabin"/>
                <a:sym typeface="Cabin"/>
              </a:rPr>
              <a:t>NMF components require specific tailoring for each satellite OS</a:t>
            </a:r>
            <a:endParaRPr sz="1300">
              <a:solidFill>
                <a:srgbClr val="FFFFFF"/>
              </a:solidFill>
              <a:latin typeface="Cabin"/>
              <a:ea typeface="Cabin"/>
              <a:cs typeface="Cabin"/>
              <a:sym typeface="Cabin"/>
            </a:endParaRPr>
          </a:p>
        </p:txBody>
      </p:sp>
      <p:cxnSp>
        <p:nvCxnSpPr>
          <p:cNvPr id="815" name="Google Shape;815;p49"/>
          <p:cNvCxnSpPr>
            <a:stCxn id="807" idx="3"/>
          </p:cNvCxnSpPr>
          <p:nvPr/>
        </p:nvCxnSpPr>
        <p:spPr>
          <a:xfrm>
            <a:off x="2916758" y="1886250"/>
            <a:ext cx="1228500" cy="828000"/>
          </a:xfrm>
          <a:prstGeom prst="bentConnector3">
            <a:avLst>
              <a:gd fmla="val 50000" name="adj1"/>
            </a:avLst>
          </a:prstGeom>
          <a:noFill/>
          <a:ln cap="flat" cmpd="sng" w="28575">
            <a:solidFill>
              <a:schemeClr val="dk1"/>
            </a:solidFill>
            <a:prstDash val="solid"/>
            <a:round/>
            <a:headEnd len="med" w="med" type="none"/>
            <a:tailEnd len="med" w="med" type="none"/>
          </a:ln>
        </p:spPr>
      </p:cxnSp>
      <p:cxnSp>
        <p:nvCxnSpPr>
          <p:cNvPr id="816" name="Google Shape;816;p49"/>
          <p:cNvCxnSpPr>
            <a:stCxn id="802" idx="3"/>
          </p:cNvCxnSpPr>
          <p:nvPr/>
        </p:nvCxnSpPr>
        <p:spPr>
          <a:xfrm flipH="1" rot="10800000">
            <a:off x="3323194" y="2487350"/>
            <a:ext cx="1460400" cy="615900"/>
          </a:xfrm>
          <a:prstGeom prst="bentConnector3">
            <a:avLst>
              <a:gd fmla="val 50000" name="adj1"/>
            </a:avLst>
          </a:prstGeom>
          <a:noFill/>
          <a:ln cap="flat" cmpd="sng" w="28575">
            <a:solidFill>
              <a:schemeClr val="dk1"/>
            </a:solidFill>
            <a:prstDash val="solid"/>
            <a:round/>
            <a:headEnd len="med" w="med" type="none"/>
            <a:tailEnd len="med" w="med" type="none"/>
          </a:ln>
        </p:spPr>
      </p:cxnSp>
      <p:cxnSp>
        <p:nvCxnSpPr>
          <p:cNvPr id="817" name="Google Shape;817;p49"/>
          <p:cNvCxnSpPr>
            <a:stCxn id="812" idx="1"/>
          </p:cNvCxnSpPr>
          <p:nvPr/>
        </p:nvCxnSpPr>
        <p:spPr>
          <a:xfrm flipH="1">
            <a:off x="5058049" y="1669275"/>
            <a:ext cx="1128600" cy="795600"/>
          </a:xfrm>
          <a:prstGeom prst="bentConnector3">
            <a:avLst>
              <a:gd fmla="val 50000" name="adj1"/>
            </a:avLst>
          </a:prstGeom>
          <a:noFill/>
          <a:ln cap="flat" cmpd="sng" w="28575">
            <a:solidFill>
              <a:schemeClr val="dk1"/>
            </a:solidFill>
            <a:prstDash val="solid"/>
            <a:round/>
            <a:headEnd len="med" w="med" type="none"/>
            <a:tailEnd len="med" w="med" type="none"/>
          </a:ln>
        </p:spPr>
      </p:cxnSp>
      <p:cxnSp>
        <p:nvCxnSpPr>
          <p:cNvPr id="818" name="Google Shape;818;p49"/>
          <p:cNvCxnSpPr>
            <a:stCxn id="797" idx="1"/>
          </p:cNvCxnSpPr>
          <p:nvPr/>
        </p:nvCxnSpPr>
        <p:spPr>
          <a:xfrm rot="10800000">
            <a:off x="5119175" y="2921475"/>
            <a:ext cx="1256700" cy="313800"/>
          </a:xfrm>
          <a:prstGeom prst="bentConnector3">
            <a:avLst>
              <a:gd fmla="val 50000" name="adj1"/>
            </a:avLst>
          </a:prstGeom>
          <a:noFill/>
          <a:ln cap="flat" cmpd="sng" w="28575">
            <a:solidFill>
              <a:schemeClr val="dk1"/>
            </a:solidFill>
            <a:prstDash val="solid"/>
            <a:round/>
            <a:headEnd len="med" w="med" type="none"/>
            <a:tailEnd len="med" w="med" type="none"/>
          </a:ln>
        </p:spPr>
      </p:cxnSp>
      <p:sp>
        <p:nvSpPr>
          <p:cNvPr id="819" name="Google Shape;819;p49"/>
          <p:cNvSpPr/>
          <p:nvPr/>
        </p:nvSpPr>
        <p:spPr>
          <a:xfrm>
            <a:off x="3937838" y="2301938"/>
            <a:ext cx="1224651" cy="933235"/>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104775">
              <a:schemeClr val="lt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0" name="Google Shape;820;p49"/>
          <p:cNvGrpSpPr/>
          <p:nvPr/>
        </p:nvGrpSpPr>
        <p:grpSpPr>
          <a:xfrm>
            <a:off x="3256645" y="3683550"/>
            <a:ext cx="2348024" cy="581650"/>
            <a:chOff x="1500900" y="3327675"/>
            <a:chExt cx="1598600" cy="581650"/>
          </a:xfrm>
        </p:grpSpPr>
        <p:sp>
          <p:nvSpPr>
            <p:cNvPr id="821" name="Google Shape;821;p49"/>
            <p:cNvSpPr/>
            <p:nvPr/>
          </p:nvSpPr>
          <p:spPr>
            <a:xfrm>
              <a:off x="1550300" y="3378925"/>
              <a:ext cx="1549200" cy="5304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49"/>
            <p:cNvSpPr/>
            <p:nvPr/>
          </p:nvSpPr>
          <p:spPr>
            <a:xfrm>
              <a:off x="1500900" y="3327675"/>
              <a:ext cx="1549200" cy="5304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3" name="Google Shape;823;p49"/>
          <p:cNvSpPr txBox="1"/>
          <p:nvPr/>
        </p:nvSpPr>
        <p:spPr>
          <a:xfrm>
            <a:off x="3256650" y="3710525"/>
            <a:ext cx="2277300" cy="527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dk1"/>
                </a:solidFill>
                <a:latin typeface="Epilogue"/>
                <a:ea typeface="Epilogue"/>
                <a:cs typeface="Epilogue"/>
                <a:sym typeface="Epilogue"/>
              </a:rPr>
              <a:t>Manual Processes</a:t>
            </a:r>
            <a:endParaRPr b="1" sz="1700">
              <a:solidFill>
                <a:schemeClr val="dk1"/>
              </a:solidFill>
              <a:latin typeface="Epilogue"/>
              <a:ea typeface="Epilogue"/>
              <a:cs typeface="Epilogue"/>
              <a:sym typeface="Epilogue"/>
            </a:endParaRPr>
          </a:p>
        </p:txBody>
      </p:sp>
      <p:sp>
        <p:nvSpPr>
          <p:cNvPr id="824" name="Google Shape;824;p49"/>
          <p:cNvSpPr txBox="1"/>
          <p:nvPr/>
        </p:nvSpPr>
        <p:spPr>
          <a:xfrm>
            <a:off x="3256600" y="4200125"/>
            <a:ext cx="2348100" cy="527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1300">
                <a:solidFill>
                  <a:schemeClr val="dk1"/>
                </a:solidFill>
                <a:latin typeface="Cabin"/>
                <a:ea typeface="Cabin"/>
                <a:cs typeface="Cabin"/>
                <a:sym typeface="Cabin"/>
              </a:rPr>
              <a:t>Manual processes to build, test, deploy and monitor NMF apps</a:t>
            </a:r>
            <a:endParaRPr sz="1300">
              <a:solidFill>
                <a:srgbClr val="FFFFFF"/>
              </a:solidFill>
              <a:latin typeface="Cabin"/>
              <a:ea typeface="Cabin"/>
              <a:cs typeface="Cabin"/>
              <a:sym typeface="Cabi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grpSp>
        <p:nvGrpSpPr>
          <p:cNvPr id="829" name="Google Shape;829;p50"/>
          <p:cNvGrpSpPr/>
          <p:nvPr/>
        </p:nvGrpSpPr>
        <p:grpSpPr>
          <a:xfrm rot="-6614059">
            <a:off x="33214" y="2281709"/>
            <a:ext cx="1877486" cy="1877271"/>
            <a:chOff x="277881" y="2901316"/>
            <a:chExt cx="1900344" cy="1900126"/>
          </a:xfrm>
        </p:grpSpPr>
        <p:sp>
          <p:nvSpPr>
            <p:cNvPr id="830" name="Google Shape;830;p50"/>
            <p:cNvSpPr/>
            <p:nvPr/>
          </p:nvSpPr>
          <p:spPr>
            <a:xfrm>
              <a:off x="402450" y="3248988"/>
              <a:ext cx="1354500" cy="13545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1" name="Google Shape;831;p50"/>
            <p:cNvGrpSpPr/>
            <p:nvPr/>
          </p:nvGrpSpPr>
          <p:grpSpPr>
            <a:xfrm rot="2322109">
              <a:off x="551788" y="3175815"/>
              <a:ext cx="1352529" cy="1351128"/>
              <a:chOff x="200055" y="3556746"/>
              <a:chExt cx="869964" cy="869063"/>
            </a:xfrm>
          </p:grpSpPr>
          <p:sp>
            <p:nvSpPr>
              <p:cNvPr id="832" name="Google Shape;832;p50"/>
              <p:cNvSpPr/>
              <p:nvPr/>
            </p:nvSpPr>
            <p:spPr>
              <a:xfrm>
                <a:off x="200055" y="3556746"/>
                <a:ext cx="868968" cy="868968"/>
              </a:xfrm>
              <a:custGeom>
                <a:rect b="b" l="l" r="r" t="t"/>
                <a:pathLst>
                  <a:path extrusionOk="0" h="18323" w="18323">
                    <a:moveTo>
                      <a:pt x="15639" y="2684"/>
                    </a:moveTo>
                    <a:cubicBezTo>
                      <a:pt x="17358" y="4401"/>
                      <a:pt x="18323" y="6731"/>
                      <a:pt x="18323" y="9162"/>
                    </a:cubicBezTo>
                    <a:cubicBezTo>
                      <a:pt x="18323" y="11590"/>
                      <a:pt x="17358" y="13920"/>
                      <a:pt x="15639" y="15639"/>
                    </a:cubicBezTo>
                    <a:cubicBezTo>
                      <a:pt x="13922" y="17356"/>
                      <a:pt x="11592" y="18323"/>
                      <a:pt x="9162" y="18323"/>
                    </a:cubicBezTo>
                    <a:cubicBezTo>
                      <a:pt x="6733" y="18323"/>
                      <a:pt x="4403" y="17356"/>
                      <a:pt x="2684" y="15639"/>
                    </a:cubicBezTo>
                    <a:cubicBezTo>
                      <a:pt x="967" y="13920"/>
                      <a:pt x="1" y="11590"/>
                      <a:pt x="1" y="9162"/>
                    </a:cubicBezTo>
                    <a:cubicBezTo>
                      <a:pt x="1" y="6731"/>
                      <a:pt x="967" y="4401"/>
                      <a:pt x="2684" y="2684"/>
                    </a:cubicBezTo>
                    <a:cubicBezTo>
                      <a:pt x="4403" y="965"/>
                      <a:pt x="6733" y="1"/>
                      <a:pt x="9162" y="1"/>
                    </a:cubicBezTo>
                    <a:cubicBezTo>
                      <a:pt x="11592" y="1"/>
                      <a:pt x="13922" y="965"/>
                      <a:pt x="15639" y="2684"/>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50"/>
              <p:cNvSpPr/>
              <p:nvPr/>
            </p:nvSpPr>
            <p:spPr>
              <a:xfrm>
                <a:off x="311314" y="3605499"/>
                <a:ext cx="474914" cy="486723"/>
              </a:xfrm>
              <a:custGeom>
                <a:rect b="b" l="l" r="r" t="t"/>
                <a:pathLst>
                  <a:path extrusionOk="0" h="10263" w="10014">
                    <a:moveTo>
                      <a:pt x="8596" y="30"/>
                    </a:moveTo>
                    <a:cubicBezTo>
                      <a:pt x="9008" y="54"/>
                      <a:pt x="9368" y="246"/>
                      <a:pt x="9620" y="536"/>
                    </a:cubicBezTo>
                    <a:cubicBezTo>
                      <a:pt x="9871" y="823"/>
                      <a:pt x="10013" y="1206"/>
                      <a:pt x="9986" y="1617"/>
                    </a:cubicBezTo>
                    <a:cubicBezTo>
                      <a:pt x="9962" y="2028"/>
                      <a:pt x="9769" y="2388"/>
                      <a:pt x="9481" y="2641"/>
                    </a:cubicBezTo>
                    <a:cubicBezTo>
                      <a:pt x="9193" y="2892"/>
                      <a:pt x="8810" y="3034"/>
                      <a:pt x="8401" y="3009"/>
                    </a:cubicBezTo>
                    <a:cubicBezTo>
                      <a:pt x="7990" y="2983"/>
                      <a:pt x="7630" y="2789"/>
                      <a:pt x="7379" y="2501"/>
                    </a:cubicBezTo>
                    <a:cubicBezTo>
                      <a:pt x="7126" y="2214"/>
                      <a:pt x="6984" y="1831"/>
                      <a:pt x="7011" y="1420"/>
                    </a:cubicBezTo>
                    <a:cubicBezTo>
                      <a:pt x="7036" y="1009"/>
                      <a:pt x="7229" y="649"/>
                      <a:pt x="7517" y="398"/>
                    </a:cubicBezTo>
                    <a:cubicBezTo>
                      <a:pt x="7805" y="145"/>
                      <a:pt x="8187" y="1"/>
                      <a:pt x="8596" y="30"/>
                    </a:cubicBezTo>
                    <a:close/>
                    <a:moveTo>
                      <a:pt x="3032" y="6968"/>
                    </a:moveTo>
                    <a:cubicBezTo>
                      <a:pt x="3482" y="6995"/>
                      <a:pt x="3879" y="7206"/>
                      <a:pt x="4155" y="7519"/>
                    </a:cubicBezTo>
                    <a:cubicBezTo>
                      <a:pt x="4432" y="7836"/>
                      <a:pt x="4587" y="8255"/>
                      <a:pt x="4558" y="8707"/>
                    </a:cubicBezTo>
                    <a:cubicBezTo>
                      <a:pt x="4531" y="9158"/>
                      <a:pt x="4319" y="9555"/>
                      <a:pt x="4007" y="9830"/>
                    </a:cubicBezTo>
                    <a:cubicBezTo>
                      <a:pt x="3690" y="10108"/>
                      <a:pt x="3270" y="10262"/>
                      <a:pt x="2818" y="10233"/>
                    </a:cubicBezTo>
                    <a:cubicBezTo>
                      <a:pt x="2368" y="10205"/>
                      <a:pt x="1971" y="9995"/>
                      <a:pt x="1695" y="9680"/>
                    </a:cubicBezTo>
                    <a:cubicBezTo>
                      <a:pt x="1418" y="9366"/>
                      <a:pt x="1263" y="8946"/>
                      <a:pt x="1292" y="8496"/>
                    </a:cubicBezTo>
                    <a:cubicBezTo>
                      <a:pt x="1319" y="8045"/>
                      <a:pt x="1531" y="7648"/>
                      <a:pt x="1843" y="7373"/>
                    </a:cubicBezTo>
                    <a:cubicBezTo>
                      <a:pt x="2160" y="7093"/>
                      <a:pt x="2582" y="6937"/>
                      <a:pt x="3032" y="6968"/>
                    </a:cubicBezTo>
                    <a:close/>
                    <a:moveTo>
                      <a:pt x="3949" y="7702"/>
                    </a:moveTo>
                    <a:cubicBezTo>
                      <a:pt x="3721" y="7441"/>
                      <a:pt x="3392" y="7268"/>
                      <a:pt x="3015" y="7241"/>
                    </a:cubicBezTo>
                    <a:cubicBezTo>
                      <a:pt x="2641" y="7217"/>
                      <a:pt x="2292" y="7348"/>
                      <a:pt x="2033" y="7576"/>
                    </a:cubicBezTo>
                    <a:cubicBezTo>
                      <a:pt x="1769" y="7805"/>
                      <a:pt x="1597" y="8134"/>
                      <a:pt x="1572" y="8510"/>
                    </a:cubicBezTo>
                    <a:cubicBezTo>
                      <a:pt x="1545" y="8884"/>
                      <a:pt x="1677" y="9234"/>
                      <a:pt x="1905" y="9493"/>
                    </a:cubicBezTo>
                    <a:cubicBezTo>
                      <a:pt x="2135" y="9756"/>
                      <a:pt x="2464" y="9929"/>
                      <a:pt x="2839" y="9954"/>
                    </a:cubicBezTo>
                    <a:cubicBezTo>
                      <a:pt x="3215" y="9980"/>
                      <a:pt x="3565" y="9849"/>
                      <a:pt x="3824" y="9621"/>
                    </a:cubicBezTo>
                    <a:cubicBezTo>
                      <a:pt x="4085" y="9390"/>
                      <a:pt x="4258" y="9061"/>
                      <a:pt x="4284" y="8687"/>
                    </a:cubicBezTo>
                    <a:cubicBezTo>
                      <a:pt x="4307" y="8313"/>
                      <a:pt x="4177" y="7965"/>
                      <a:pt x="3949" y="7702"/>
                    </a:cubicBezTo>
                    <a:close/>
                    <a:moveTo>
                      <a:pt x="1027" y="4124"/>
                    </a:moveTo>
                    <a:cubicBezTo>
                      <a:pt x="1288" y="4142"/>
                      <a:pt x="1518" y="4262"/>
                      <a:pt x="1679" y="4445"/>
                    </a:cubicBezTo>
                    <a:cubicBezTo>
                      <a:pt x="1841" y="4628"/>
                      <a:pt x="1932" y="4872"/>
                      <a:pt x="1913" y="5134"/>
                    </a:cubicBezTo>
                    <a:cubicBezTo>
                      <a:pt x="1895" y="5397"/>
                      <a:pt x="1776" y="5625"/>
                      <a:pt x="1592" y="5787"/>
                    </a:cubicBezTo>
                    <a:cubicBezTo>
                      <a:pt x="1409" y="5946"/>
                      <a:pt x="1165" y="6038"/>
                      <a:pt x="904" y="6022"/>
                    </a:cubicBezTo>
                    <a:cubicBezTo>
                      <a:pt x="640" y="6003"/>
                      <a:pt x="412" y="5882"/>
                      <a:pt x="254" y="5699"/>
                    </a:cubicBezTo>
                    <a:cubicBezTo>
                      <a:pt x="91" y="5516"/>
                      <a:pt x="1" y="5273"/>
                      <a:pt x="19" y="5010"/>
                    </a:cubicBezTo>
                    <a:cubicBezTo>
                      <a:pt x="36" y="4749"/>
                      <a:pt x="157" y="4519"/>
                      <a:pt x="340" y="4360"/>
                    </a:cubicBezTo>
                    <a:cubicBezTo>
                      <a:pt x="523" y="4196"/>
                      <a:pt x="768" y="4105"/>
                      <a:pt x="1027" y="4124"/>
                    </a:cubicBezTo>
                    <a:close/>
                    <a:moveTo>
                      <a:pt x="1471" y="4628"/>
                    </a:moveTo>
                    <a:cubicBezTo>
                      <a:pt x="1358" y="4496"/>
                      <a:pt x="1196" y="4412"/>
                      <a:pt x="1008" y="4399"/>
                    </a:cubicBezTo>
                    <a:cubicBezTo>
                      <a:pt x="823" y="4387"/>
                      <a:pt x="651" y="4451"/>
                      <a:pt x="521" y="4566"/>
                    </a:cubicBezTo>
                    <a:cubicBezTo>
                      <a:pt x="390" y="4679"/>
                      <a:pt x="305" y="4842"/>
                      <a:pt x="291" y="5029"/>
                    </a:cubicBezTo>
                    <a:cubicBezTo>
                      <a:pt x="278" y="5214"/>
                      <a:pt x="342" y="5389"/>
                      <a:pt x="455" y="5518"/>
                    </a:cubicBezTo>
                    <a:cubicBezTo>
                      <a:pt x="568" y="5646"/>
                      <a:pt x="733" y="5734"/>
                      <a:pt x="918" y="5746"/>
                    </a:cubicBezTo>
                    <a:cubicBezTo>
                      <a:pt x="1103" y="5759"/>
                      <a:pt x="1278" y="5695"/>
                      <a:pt x="1407" y="5582"/>
                    </a:cubicBezTo>
                    <a:cubicBezTo>
                      <a:pt x="1535" y="5469"/>
                      <a:pt x="1623" y="5304"/>
                      <a:pt x="1636" y="5119"/>
                    </a:cubicBezTo>
                    <a:cubicBezTo>
                      <a:pt x="1648" y="4928"/>
                      <a:pt x="1584" y="4757"/>
                      <a:pt x="1471" y="4628"/>
                    </a:cubicBezTo>
                    <a:close/>
                    <a:moveTo>
                      <a:pt x="8578" y="305"/>
                    </a:moveTo>
                    <a:cubicBezTo>
                      <a:pt x="8245" y="285"/>
                      <a:pt x="7930" y="400"/>
                      <a:pt x="7700" y="603"/>
                    </a:cubicBezTo>
                    <a:cubicBezTo>
                      <a:pt x="7465" y="809"/>
                      <a:pt x="7311" y="1101"/>
                      <a:pt x="7289" y="1436"/>
                    </a:cubicBezTo>
                    <a:cubicBezTo>
                      <a:pt x="7268" y="1769"/>
                      <a:pt x="7383" y="2080"/>
                      <a:pt x="7587" y="2314"/>
                    </a:cubicBezTo>
                    <a:cubicBezTo>
                      <a:pt x="7790" y="2549"/>
                      <a:pt x="8084" y="2703"/>
                      <a:pt x="8420" y="2726"/>
                    </a:cubicBezTo>
                    <a:cubicBezTo>
                      <a:pt x="8753" y="2746"/>
                      <a:pt x="9065" y="2631"/>
                      <a:pt x="9298" y="2427"/>
                    </a:cubicBezTo>
                    <a:cubicBezTo>
                      <a:pt x="9532" y="2224"/>
                      <a:pt x="9686" y="1930"/>
                      <a:pt x="9709" y="1595"/>
                    </a:cubicBezTo>
                    <a:cubicBezTo>
                      <a:pt x="9756" y="926"/>
                      <a:pt x="9250" y="348"/>
                      <a:pt x="8578" y="305"/>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50"/>
              <p:cNvSpPr/>
              <p:nvPr/>
            </p:nvSpPr>
            <p:spPr>
              <a:xfrm>
                <a:off x="270576" y="3701013"/>
                <a:ext cx="799443" cy="724796"/>
              </a:xfrm>
              <a:custGeom>
                <a:rect b="b" l="l" r="r" t="t"/>
                <a:pathLst>
                  <a:path extrusionOk="0" h="15283" w="16857">
                    <a:moveTo>
                      <a:pt x="14493" y="0"/>
                    </a:moveTo>
                    <a:cubicBezTo>
                      <a:pt x="15653" y="1289"/>
                      <a:pt x="16445" y="2904"/>
                      <a:pt x="16725" y="4676"/>
                    </a:cubicBezTo>
                    <a:cubicBezTo>
                      <a:pt x="16272" y="4697"/>
                      <a:pt x="15859" y="4874"/>
                      <a:pt x="15534" y="5159"/>
                    </a:cubicBezTo>
                    <a:cubicBezTo>
                      <a:pt x="15160" y="5488"/>
                      <a:pt x="14911" y="5961"/>
                      <a:pt x="14874" y="6498"/>
                    </a:cubicBezTo>
                    <a:cubicBezTo>
                      <a:pt x="14839" y="7035"/>
                      <a:pt x="15026" y="7537"/>
                      <a:pt x="15355" y="7911"/>
                    </a:cubicBezTo>
                    <a:cubicBezTo>
                      <a:pt x="15645" y="8244"/>
                      <a:pt x="16048" y="8476"/>
                      <a:pt x="16509" y="8552"/>
                    </a:cubicBezTo>
                    <a:cubicBezTo>
                      <a:pt x="15478" y="12311"/>
                      <a:pt x="12131" y="15053"/>
                      <a:pt x="8187" y="15266"/>
                    </a:cubicBezTo>
                    <a:cubicBezTo>
                      <a:pt x="8195" y="15201"/>
                      <a:pt x="8201" y="15139"/>
                      <a:pt x="8207" y="15075"/>
                    </a:cubicBezTo>
                    <a:cubicBezTo>
                      <a:pt x="8244" y="14479"/>
                      <a:pt x="8039" y="13926"/>
                      <a:pt x="7677" y="13510"/>
                    </a:cubicBezTo>
                    <a:cubicBezTo>
                      <a:pt x="7313" y="13093"/>
                      <a:pt x="6790" y="12819"/>
                      <a:pt x="6196" y="12780"/>
                    </a:cubicBezTo>
                    <a:cubicBezTo>
                      <a:pt x="5602" y="12741"/>
                      <a:pt x="5047" y="12947"/>
                      <a:pt x="4631" y="13309"/>
                    </a:cubicBezTo>
                    <a:cubicBezTo>
                      <a:pt x="4288" y="13611"/>
                      <a:pt x="4043" y="14016"/>
                      <a:pt x="3942" y="14485"/>
                    </a:cubicBezTo>
                    <a:cubicBezTo>
                      <a:pt x="2320" y="13759"/>
                      <a:pt x="954" y="12583"/>
                      <a:pt x="0" y="11117"/>
                    </a:cubicBezTo>
                    <a:cubicBezTo>
                      <a:pt x="3899" y="11551"/>
                      <a:pt x="5402" y="10839"/>
                      <a:pt x="6829" y="7921"/>
                    </a:cubicBezTo>
                    <a:cubicBezTo>
                      <a:pt x="8343" y="4826"/>
                      <a:pt x="11113" y="8604"/>
                      <a:pt x="12322" y="3691"/>
                    </a:cubicBezTo>
                    <a:cubicBezTo>
                      <a:pt x="12892" y="1372"/>
                      <a:pt x="13749" y="391"/>
                      <a:pt x="14493" y="0"/>
                    </a:cubicBezTo>
                    <a:close/>
                    <a:moveTo>
                      <a:pt x="16764" y="4954"/>
                    </a:moveTo>
                    <a:cubicBezTo>
                      <a:pt x="16365" y="4966"/>
                      <a:pt x="16001" y="5120"/>
                      <a:pt x="15717" y="5367"/>
                    </a:cubicBezTo>
                    <a:cubicBezTo>
                      <a:pt x="15396" y="5649"/>
                      <a:pt x="15180" y="6056"/>
                      <a:pt x="15151" y="6513"/>
                    </a:cubicBezTo>
                    <a:cubicBezTo>
                      <a:pt x="15123" y="6973"/>
                      <a:pt x="15283" y="7403"/>
                      <a:pt x="15563" y="7724"/>
                    </a:cubicBezTo>
                    <a:cubicBezTo>
                      <a:pt x="15818" y="8014"/>
                      <a:pt x="16171" y="8217"/>
                      <a:pt x="16579" y="8277"/>
                    </a:cubicBezTo>
                    <a:cubicBezTo>
                      <a:pt x="16700" y="7771"/>
                      <a:pt x="16782" y="7251"/>
                      <a:pt x="16815" y="6714"/>
                    </a:cubicBezTo>
                    <a:cubicBezTo>
                      <a:pt x="16856" y="6118"/>
                      <a:pt x="16838" y="5528"/>
                      <a:pt x="16764" y="4954"/>
                    </a:cubicBezTo>
                    <a:close/>
                    <a:moveTo>
                      <a:pt x="7905" y="15277"/>
                    </a:moveTo>
                    <a:cubicBezTo>
                      <a:pt x="7919" y="15205"/>
                      <a:pt x="7930" y="15133"/>
                      <a:pt x="7932" y="15055"/>
                    </a:cubicBezTo>
                    <a:cubicBezTo>
                      <a:pt x="7965" y="14536"/>
                      <a:pt x="7786" y="14053"/>
                      <a:pt x="7469" y="13693"/>
                    </a:cubicBezTo>
                    <a:cubicBezTo>
                      <a:pt x="7150" y="13329"/>
                      <a:pt x="6696" y="13091"/>
                      <a:pt x="6178" y="13056"/>
                    </a:cubicBezTo>
                    <a:cubicBezTo>
                      <a:pt x="5659" y="13021"/>
                      <a:pt x="5176" y="13200"/>
                      <a:pt x="4816" y="13518"/>
                    </a:cubicBezTo>
                    <a:cubicBezTo>
                      <a:pt x="4506" y="13790"/>
                      <a:pt x="4284" y="14164"/>
                      <a:pt x="4208" y="14594"/>
                    </a:cubicBezTo>
                    <a:cubicBezTo>
                      <a:pt x="5098" y="14960"/>
                      <a:pt x="6064" y="15190"/>
                      <a:pt x="7082" y="15258"/>
                    </a:cubicBezTo>
                    <a:cubicBezTo>
                      <a:pt x="7358" y="15279"/>
                      <a:pt x="7633" y="15283"/>
                      <a:pt x="7905" y="15277"/>
                    </a:cubicBezTo>
                    <a:close/>
                  </a:path>
                </a:pathLst>
              </a:custGeom>
              <a:solidFill>
                <a:srgbClr val="FF9B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50"/>
              <p:cNvSpPr/>
              <p:nvPr/>
            </p:nvSpPr>
            <p:spPr>
              <a:xfrm>
                <a:off x="731547" y="4048069"/>
                <a:ext cx="85887" cy="85697"/>
              </a:xfrm>
              <a:custGeom>
                <a:rect b="b" l="l" r="r" t="t"/>
                <a:pathLst>
                  <a:path extrusionOk="0" h="1807" w="1811">
                    <a:moveTo>
                      <a:pt x="961" y="31"/>
                    </a:moveTo>
                    <a:cubicBezTo>
                      <a:pt x="1442" y="64"/>
                      <a:pt x="1810" y="478"/>
                      <a:pt x="1777" y="959"/>
                    </a:cubicBezTo>
                    <a:cubicBezTo>
                      <a:pt x="1747" y="1440"/>
                      <a:pt x="1329" y="1806"/>
                      <a:pt x="848" y="1773"/>
                    </a:cubicBezTo>
                    <a:cubicBezTo>
                      <a:pt x="369" y="1740"/>
                      <a:pt x="1" y="1327"/>
                      <a:pt x="34" y="846"/>
                    </a:cubicBezTo>
                    <a:cubicBezTo>
                      <a:pt x="64" y="365"/>
                      <a:pt x="482" y="1"/>
                      <a:pt x="961" y="3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36" name="Google Shape;836;p50"/>
          <p:cNvSpPr/>
          <p:nvPr/>
        </p:nvSpPr>
        <p:spPr>
          <a:xfrm>
            <a:off x="970850" y="3388174"/>
            <a:ext cx="1594883" cy="1215327"/>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1860000" dist="104775">
              <a:schemeClr val="lt1"/>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lang="en" sz="600" u="sng">
                <a:solidFill>
                  <a:schemeClr val="accent3"/>
                </a:solidFill>
                <a:hlinkClick r:id="rId3">
                  <a:extLst>
                    <a:ext uri="{A12FA001-AC4F-418D-AE19-62706E023703}">
                      <ahyp:hlinkClr val="tx"/>
                    </a:ext>
                  </a:extLst>
                </a:hlinkClick>
              </a:rPr>
              <a:t>https://github.com/esa/nanosat-mo-framework/blob/ops-sat/sdk/sdk-package/src/main/resources/docs/Dissertation__Cesar_Coelho.pdf</a:t>
            </a:r>
            <a:br>
              <a:rPr lang="en" sz="600">
                <a:solidFill>
                  <a:schemeClr val="accent3"/>
                </a:solidFill>
              </a:rPr>
            </a:br>
            <a:endParaRPr sz="600">
              <a:solidFill>
                <a:schemeClr val="accent3"/>
              </a:solidFill>
            </a:endParaRPr>
          </a:p>
          <a:p>
            <a:pPr indent="0" lvl="0" marL="0" rtl="0" algn="l">
              <a:spcBef>
                <a:spcPts val="0"/>
              </a:spcBef>
              <a:spcAft>
                <a:spcPts val="0"/>
              </a:spcAft>
              <a:buNone/>
            </a:pPr>
            <a:r>
              <a:rPr lang="en" sz="600" u="sng">
                <a:solidFill>
                  <a:schemeClr val="accent3"/>
                </a:solidFill>
                <a:hlinkClick r:id="rId4">
                  <a:extLst>
                    <a:ext uri="{A12FA001-AC4F-418D-AE19-62706E023703}">
                      <ahyp:hlinkClr val="tx"/>
                    </a:ext>
                  </a:extLst>
                </a:hlinkClick>
              </a:rPr>
              <a:t>https://arc.aiaa.org/doi/pdf/10.2514/6.2016-2624</a:t>
            </a:r>
            <a:endParaRPr sz="600">
              <a:solidFill>
                <a:schemeClr val="accent3"/>
              </a:solidFill>
            </a:endParaRPr>
          </a:p>
          <a:p>
            <a:pPr indent="0" lvl="0" marL="0" rtl="0" algn="l">
              <a:spcBef>
                <a:spcPts val="0"/>
              </a:spcBef>
              <a:spcAft>
                <a:spcPts val="0"/>
              </a:spcAft>
              <a:buNone/>
            </a:pPr>
            <a:r>
              <a:t/>
            </a:r>
            <a:endParaRPr sz="700">
              <a:solidFill>
                <a:schemeClr val="dk1"/>
              </a:solidFill>
            </a:endParaRPr>
          </a:p>
        </p:txBody>
      </p:sp>
      <p:sp>
        <p:nvSpPr>
          <p:cNvPr id="837" name="Google Shape;837;p50"/>
          <p:cNvSpPr txBox="1"/>
          <p:nvPr>
            <p:ph type="title"/>
          </p:nvPr>
        </p:nvSpPr>
        <p:spPr>
          <a:xfrm rot="-732">
            <a:off x="2457450" y="3353935"/>
            <a:ext cx="4229100" cy="60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t>
            </a:r>
            <a:r>
              <a:rPr lang="en" sz="2200"/>
              <a:t>César Coelho</a:t>
            </a:r>
            <a:r>
              <a:rPr lang="en"/>
              <a:t> </a:t>
            </a:r>
            <a:br>
              <a:rPr lang="en"/>
            </a:br>
            <a:r>
              <a:rPr b="0" i="1" lang="en" sz="1200"/>
              <a:t>Lead architect of ESA’s NMF</a:t>
            </a:r>
            <a:endParaRPr b="0" i="1" sz="1200"/>
          </a:p>
        </p:txBody>
      </p:sp>
      <p:sp>
        <p:nvSpPr>
          <p:cNvPr id="838" name="Google Shape;838;p50"/>
          <p:cNvSpPr txBox="1"/>
          <p:nvPr>
            <p:ph idx="1" type="subTitle"/>
          </p:nvPr>
        </p:nvSpPr>
        <p:spPr>
          <a:xfrm>
            <a:off x="1587475" y="1291350"/>
            <a:ext cx="6055200" cy="159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300"/>
              <a:t>“</a:t>
            </a:r>
            <a:r>
              <a:rPr lang="en" sz="1300"/>
              <a:t>Another possible solution would be to start and stop Docker containers instead of processes from the Apps Launcher service. Docker is a software container platform that intends to eliminate “works on my machine” problems when collaborating on code with co-workers and also to run and manage apps side-by-side in isolated containers.</a:t>
            </a:r>
            <a:r>
              <a:rPr lang="en" sz="1300"/>
              <a:t>”</a:t>
            </a:r>
            <a:endParaRPr sz="1300"/>
          </a:p>
          <a:p>
            <a:pPr indent="0" lvl="0" marL="0" rtl="0" algn="ctr">
              <a:spcBef>
                <a:spcPts val="1600"/>
              </a:spcBef>
              <a:spcAft>
                <a:spcPts val="1600"/>
              </a:spcAft>
              <a:buNone/>
            </a:pPr>
            <a:r>
              <a:rPr lang="en" sz="1300"/>
              <a:t>“Apps can be deployed in isolate containers however this might make the framework platform-dependent depending on how the isolation is done and therefore it needs to be carefully assessed.”</a:t>
            </a:r>
            <a:endParaRPr sz="1300"/>
          </a:p>
        </p:txBody>
      </p:sp>
      <p:sp>
        <p:nvSpPr>
          <p:cNvPr id="839" name="Google Shape;839;p50"/>
          <p:cNvSpPr/>
          <p:nvPr/>
        </p:nvSpPr>
        <p:spPr>
          <a:xfrm>
            <a:off x="1960251" y="4263902"/>
            <a:ext cx="809044" cy="809204"/>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50"/>
          <p:cNvSpPr/>
          <p:nvPr/>
        </p:nvSpPr>
        <p:spPr>
          <a:xfrm>
            <a:off x="6003950" y="4183125"/>
            <a:ext cx="147271" cy="360475"/>
          </a:xfrm>
          <a:custGeom>
            <a:rect b="b" l="l" r="r" t="t"/>
            <a:pathLst>
              <a:path extrusionOk="0" h="1718" w="702">
                <a:moveTo>
                  <a:pt x="701" y="281"/>
                </a:moveTo>
                <a:lnTo>
                  <a:pt x="278" y="281"/>
                </a:lnTo>
                <a:lnTo>
                  <a:pt x="278" y="1438"/>
                </a:lnTo>
                <a:lnTo>
                  <a:pt x="701" y="1438"/>
                </a:lnTo>
                <a:lnTo>
                  <a:pt x="701" y="1718"/>
                </a:lnTo>
                <a:lnTo>
                  <a:pt x="0" y="1718"/>
                </a:lnTo>
                <a:lnTo>
                  <a:pt x="0" y="1"/>
                </a:lnTo>
                <a:lnTo>
                  <a:pt x="70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50"/>
          <p:cNvSpPr/>
          <p:nvPr/>
        </p:nvSpPr>
        <p:spPr>
          <a:xfrm>
            <a:off x="6259688" y="4263907"/>
            <a:ext cx="984323" cy="198702"/>
          </a:xfrm>
          <a:custGeom>
            <a:rect b="b" l="l" r="r" t="t"/>
            <a:pathLst>
              <a:path extrusionOk="0" h="947" w="4692">
                <a:moveTo>
                  <a:pt x="473" y="0"/>
                </a:moveTo>
                <a:lnTo>
                  <a:pt x="4218" y="0"/>
                </a:lnTo>
                <a:cubicBezTo>
                  <a:pt x="4477" y="0"/>
                  <a:pt x="4691" y="214"/>
                  <a:pt x="4691" y="473"/>
                </a:cubicBezTo>
                <a:lnTo>
                  <a:pt x="4691" y="473"/>
                </a:lnTo>
                <a:cubicBezTo>
                  <a:pt x="4691" y="735"/>
                  <a:pt x="4477" y="946"/>
                  <a:pt x="4218" y="946"/>
                </a:cubicBezTo>
                <a:lnTo>
                  <a:pt x="473" y="946"/>
                </a:lnTo>
                <a:cubicBezTo>
                  <a:pt x="212" y="946"/>
                  <a:pt x="1" y="735"/>
                  <a:pt x="1" y="473"/>
                </a:cubicBezTo>
                <a:lnTo>
                  <a:pt x="1" y="473"/>
                </a:lnTo>
                <a:cubicBezTo>
                  <a:pt x="1" y="214"/>
                  <a:pt x="212" y="0"/>
                  <a:pt x="473" y="0"/>
                </a:cubicBezTo>
                <a:close/>
              </a:path>
            </a:pathLst>
          </a:custGeom>
          <a:solidFill>
            <a:srgbClr val="6D65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50"/>
          <p:cNvSpPr/>
          <p:nvPr/>
        </p:nvSpPr>
        <p:spPr>
          <a:xfrm>
            <a:off x="7351657" y="4263907"/>
            <a:ext cx="492371" cy="198702"/>
          </a:xfrm>
          <a:custGeom>
            <a:rect b="b" l="l" r="r" t="t"/>
            <a:pathLst>
              <a:path extrusionOk="0" h="947" w="2347">
                <a:moveTo>
                  <a:pt x="475" y="0"/>
                </a:moveTo>
                <a:lnTo>
                  <a:pt x="1873" y="0"/>
                </a:lnTo>
                <a:cubicBezTo>
                  <a:pt x="2133" y="0"/>
                  <a:pt x="2346" y="214"/>
                  <a:pt x="2346" y="473"/>
                </a:cubicBezTo>
                <a:lnTo>
                  <a:pt x="2346" y="473"/>
                </a:lnTo>
                <a:cubicBezTo>
                  <a:pt x="2346" y="735"/>
                  <a:pt x="2133" y="946"/>
                  <a:pt x="1873" y="946"/>
                </a:cubicBezTo>
                <a:lnTo>
                  <a:pt x="475" y="946"/>
                </a:lnTo>
                <a:cubicBezTo>
                  <a:pt x="216" y="946"/>
                  <a:pt x="2" y="735"/>
                  <a:pt x="2" y="473"/>
                </a:cubicBezTo>
                <a:lnTo>
                  <a:pt x="2" y="473"/>
                </a:lnTo>
                <a:cubicBezTo>
                  <a:pt x="0" y="214"/>
                  <a:pt x="214" y="0"/>
                  <a:pt x="475" y="0"/>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50"/>
          <p:cNvSpPr/>
          <p:nvPr/>
        </p:nvSpPr>
        <p:spPr>
          <a:xfrm>
            <a:off x="7952084" y="4183125"/>
            <a:ext cx="147690" cy="360475"/>
          </a:xfrm>
          <a:custGeom>
            <a:rect b="b" l="l" r="r" t="t"/>
            <a:pathLst>
              <a:path extrusionOk="0" h="1718" w="704">
                <a:moveTo>
                  <a:pt x="1" y="1"/>
                </a:moveTo>
                <a:lnTo>
                  <a:pt x="704" y="1"/>
                </a:lnTo>
                <a:lnTo>
                  <a:pt x="704" y="1718"/>
                </a:lnTo>
                <a:lnTo>
                  <a:pt x="1" y="1718"/>
                </a:lnTo>
                <a:lnTo>
                  <a:pt x="1" y="1438"/>
                </a:lnTo>
                <a:lnTo>
                  <a:pt x="426" y="1438"/>
                </a:lnTo>
                <a:lnTo>
                  <a:pt x="426" y="281"/>
                </a:lnTo>
                <a:lnTo>
                  <a:pt x="1" y="28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50"/>
          <p:cNvSpPr/>
          <p:nvPr/>
        </p:nvSpPr>
        <p:spPr>
          <a:xfrm>
            <a:off x="675461" y="4319464"/>
            <a:ext cx="492380" cy="492458"/>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50"/>
          <p:cNvSpPr/>
          <p:nvPr/>
        </p:nvSpPr>
        <p:spPr>
          <a:xfrm>
            <a:off x="1499663" y="4479522"/>
            <a:ext cx="247928" cy="247952"/>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grpSp>
        <p:nvGrpSpPr>
          <p:cNvPr id="850" name="Google Shape;850;p51"/>
          <p:cNvGrpSpPr/>
          <p:nvPr/>
        </p:nvGrpSpPr>
        <p:grpSpPr>
          <a:xfrm>
            <a:off x="3364500" y="1749288"/>
            <a:ext cx="2392050" cy="586550"/>
            <a:chOff x="3364500" y="1749288"/>
            <a:chExt cx="2392050" cy="586550"/>
          </a:xfrm>
        </p:grpSpPr>
        <p:sp>
          <p:nvSpPr>
            <p:cNvPr id="851" name="Google Shape;851;p51"/>
            <p:cNvSpPr/>
            <p:nvPr/>
          </p:nvSpPr>
          <p:spPr>
            <a:xfrm>
              <a:off x="3452250" y="1805438"/>
              <a:ext cx="2304300" cy="5304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51"/>
            <p:cNvSpPr/>
            <p:nvPr/>
          </p:nvSpPr>
          <p:spPr>
            <a:xfrm>
              <a:off x="3364500" y="1749288"/>
              <a:ext cx="2304300" cy="5304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3" name="Google Shape;853;p51"/>
          <p:cNvGrpSpPr/>
          <p:nvPr/>
        </p:nvGrpSpPr>
        <p:grpSpPr>
          <a:xfrm>
            <a:off x="3364200" y="3254238"/>
            <a:ext cx="2392050" cy="586550"/>
            <a:chOff x="3364200" y="3444738"/>
            <a:chExt cx="2392050" cy="586550"/>
          </a:xfrm>
        </p:grpSpPr>
        <p:sp>
          <p:nvSpPr>
            <p:cNvPr id="854" name="Google Shape;854;p51"/>
            <p:cNvSpPr/>
            <p:nvPr/>
          </p:nvSpPr>
          <p:spPr>
            <a:xfrm>
              <a:off x="3451950" y="3500888"/>
              <a:ext cx="2304300" cy="5304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51"/>
            <p:cNvSpPr/>
            <p:nvPr/>
          </p:nvSpPr>
          <p:spPr>
            <a:xfrm>
              <a:off x="3364200" y="3444738"/>
              <a:ext cx="2304300" cy="5304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6" name="Google Shape;856;p51"/>
          <p:cNvGrpSpPr/>
          <p:nvPr/>
        </p:nvGrpSpPr>
        <p:grpSpPr>
          <a:xfrm>
            <a:off x="6007650" y="1749288"/>
            <a:ext cx="2392050" cy="586550"/>
            <a:chOff x="6007650" y="1749288"/>
            <a:chExt cx="2392050" cy="586550"/>
          </a:xfrm>
        </p:grpSpPr>
        <p:sp>
          <p:nvSpPr>
            <p:cNvPr id="857" name="Google Shape;857;p51"/>
            <p:cNvSpPr/>
            <p:nvPr/>
          </p:nvSpPr>
          <p:spPr>
            <a:xfrm>
              <a:off x="6095400" y="1805438"/>
              <a:ext cx="2304300" cy="5304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51"/>
            <p:cNvSpPr/>
            <p:nvPr/>
          </p:nvSpPr>
          <p:spPr>
            <a:xfrm>
              <a:off x="6007650" y="1749288"/>
              <a:ext cx="2304300" cy="5304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9" name="Google Shape;859;p51"/>
          <p:cNvGrpSpPr/>
          <p:nvPr/>
        </p:nvGrpSpPr>
        <p:grpSpPr>
          <a:xfrm>
            <a:off x="6007050" y="3254238"/>
            <a:ext cx="2392050" cy="586550"/>
            <a:chOff x="6007050" y="3415313"/>
            <a:chExt cx="2392050" cy="586550"/>
          </a:xfrm>
        </p:grpSpPr>
        <p:sp>
          <p:nvSpPr>
            <p:cNvPr id="860" name="Google Shape;860;p51"/>
            <p:cNvSpPr/>
            <p:nvPr/>
          </p:nvSpPr>
          <p:spPr>
            <a:xfrm>
              <a:off x="6094800" y="3471463"/>
              <a:ext cx="2304300" cy="5304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51"/>
            <p:cNvSpPr/>
            <p:nvPr/>
          </p:nvSpPr>
          <p:spPr>
            <a:xfrm>
              <a:off x="6007050" y="3415313"/>
              <a:ext cx="2304300" cy="5304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2" name="Google Shape;862;p51"/>
          <p:cNvGrpSpPr/>
          <p:nvPr/>
        </p:nvGrpSpPr>
        <p:grpSpPr>
          <a:xfrm>
            <a:off x="721350" y="3254238"/>
            <a:ext cx="2392050" cy="586550"/>
            <a:chOff x="721350" y="3444738"/>
            <a:chExt cx="2392050" cy="586550"/>
          </a:xfrm>
        </p:grpSpPr>
        <p:sp>
          <p:nvSpPr>
            <p:cNvPr id="863" name="Google Shape;863;p51"/>
            <p:cNvSpPr/>
            <p:nvPr/>
          </p:nvSpPr>
          <p:spPr>
            <a:xfrm>
              <a:off x="809100" y="3500888"/>
              <a:ext cx="2304300" cy="5304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51"/>
            <p:cNvSpPr/>
            <p:nvPr/>
          </p:nvSpPr>
          <p:spPr>
            <a:xfrm>
              <a:off x="721350" y="3444738"/>
              <a:ext cx="2304300" cy="5304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5" name="Google Shape;865;p51"/>
          <p:cNvGrpSpPr/>
          <p:nvPr/>
        </p:nvGrpSpPr>
        <p:grpSpPr>
          <a:xfrm>
            <a:off x="721350" y="1749288"/>
            <a:ext cx="2392050" cy="586550"/>
            <a:chOff x="721350" y="1749288"/>
            <a:chExt cx="2392050" cy="586550"/>
          </a:xfrm>
        </p:grpSpPr>
        <p:sp>
          <p:nvSpPr>
            <p:cNvPr id="866" name="Google Shape;866;p51"/>
            <p:cNvSpPr/>
            <p:nvPr/>
          </p:nvSpPr>
          <p:spPr>
            <a:xfrm>
              <a:off x="809100" y="1805438"/>
              <a:ext cx="2304300" cy="5304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51"/>
            <p:cNvSpPr/>
            <p:nvPr/>
          </p:nvSpPr>
          <p:spPr>
            <a:xfrm>
              <a:off x="721350" y="1749288"/>
              <a:ext cx="2304300" cy="5304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8" name="Google Shape;868;p51"/>
          <p:cNvSpPr txBox="1"/>
          <p:nvPr>
            <p:ph type="title"/>
          </p:nvPr>
        </p:nvSpPr>
        <p:spPr>
          <a:xfrm>
            <a:off x="720000" y="969225"/>
            <a:ext cx="7704000" cy="564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DevOps </a:t>
            </a:r>
            <a:r>
              <a:rPr lang="en">
                <a:solidFill>
                  <a:schemeClr val="lt1"/>
                </a:solidFill>
              </a:rPr>
              <a:t>powered </a:t>
            </a:r>
            <a:r>
              <a:rPr lang="en"/>
              <a:t>NMF</a:t>
            </a:r>
            <a:endParaRPr/>
          </a:p>
        </p:txBody>
      </p:sp>
      <p:sp>
        <p:nvSpPr>
          <p:cNvPr id="869" name="Google Shape;869;p51"/>
          <p:cNvSpPr txBox="1"/>
          <p:nvPr>
            <p:ph idx="2" type="title"/>
          </p:nvPr>
        </p:nvSpPr>
        <p:spPr>
          <a:xfrm>
            <a:off x="903750" y="1749300"/>
            <a:ext cx="1938000" cy="527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Scalability</a:t>
            </a:r>
            <a:endParaRPr/>
          </a:p>
        </p:txBody>
      </p:sp>
      <p:sp>
        <p:nvSpPr>
          <p:cNvPr id="870" name="Google Shape;870;p51"/>
          <p:cNvSpPr txBox="1"/>
          <p:nvPr>
            <p:ph idx="1" type="subTitle"/>
          </p:nvPr>
        </p:nvSpPr>
        <p:spPr>
          <a:xfrm>
            <a:off x="721100" y="2277000"/>
            <a:ext cx="2392200" cy="56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Apps can be scaled down and up </a:t>
            </a:r>
            <a:r>
              <a:rPr lang="en" sz="1200"/>
              <a:t>according to specific orbital needs, manually or automatically based on rules and scheduled jobs.</a:t>
            </a:r>
            <a:endParaRPr sz="1200"/>
          </a:p>
          <a:p>
            <a:pPr indent="0" lvl="0" marL="0" rtl="0" algn="ctr">
              <a:spcBef>
                <a:spcPts val="0"/>
              </a:spcBef>
              <a:spcAft>
                <a:spcPts val="0"/>
              </a:spcAft>
              <a:buNone/>
            </a:pPr>
            <a:r>
              <a:t/>
            </a:r>
            <a:endParaRPr/>
          </a:p>
        </p:txBody>
      </p:sp>
      <p:sp>
        <p:nvSpPr>
          <p:cNvPr id="871" name="Google Shape;871;p51"/>
          <p:cNvSpPr txBox="1"/>
          <p:nvPr>
            <p:ph idx="3" type="title"/>
          </p:nvPr>
        </p:nvSpPr>
        <p:spPr>
          <a:xfrm>
            <a:off x="3602719" y="1749300"/>
            <a:ext cx="1938600" cy="527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700"/>
              <a:t>Technology</a:t>
            </a:r>
            <a:endParaRPr sz="1700"/>
          </a:p>
          <a:p>
            <a:pPr indent="0" lvl="0" marL="0" rtl="0" algn="ctr">
              <a:spcBef>
                <a:spcPts val="0"/>
              </a:spcBef>
              <a:spcAft>
                <a:spcPts val="0"/>
              </a:spcAft>
              <a:buNone/>
            </a:pPr>
            <a:r>
              <a:rPr lang="en" sz="1700"/>
              <a:t>agnostic</a:t>
            </a:r>
            <a:endParaRPr sz="1700"/>
          </a:p>
        </p:txBody>
      </p:sp>
      <p:sp>
        <p:nvSpPr>
          <p:cNvPr id="872" name="Google Shape;872;p51"/>
          <p:cNvSpPr txBox="1"/>
          <p:nvPr>
            <p:ph idx="4" type="subTitle"/>
          </p:nvPr>
        </p:nvSpPr>
        <p:spPr>
          <a:xfrm>
            <a:off x="3364500" y="2277000"/>
            <a:ext cx="2392200" cy="56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Enable the usage of diverse languages &amp; frameworks for the same satellite.</a:t>
            </a:r>
            <a:endParaRPr sz="1200"/>
          </a:p>
        </p:txBody>
      </p:sp>
      <p:sp>
        <p:nvSpPr>
          <p:cNvPr id="873" name="Google Shape;873;p51"/>
          <p:cNvSpPr txBox="1"/>
          <p:nvPr>
            <p:ph idx="5" type="title"/>
          </p:nvPr>
        </p:nvSpPr>
        <p:spPr>
          <a:xfrm>
            <a:off x="903450" y="3254250"/>
            <a:ext cx="1938600" cy="527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Deployments</a:t>
            </a:r>
            <a:endParaRPr/>
          </a:p>
        </p:txBody>
      </p:sp>
      <p:sp>
        <p:nvSpPr>
          <p:cNvPr id="874" name="Google Shape;874;p51"/>
          <p:cNvSpPr txBox="1"/>
          <p:nvPr>
            <p:ph idx="6" type="subTitle"/>
          </p:nvPr>
        </p:nvSpPr>
        <p:spPr>
          <a:xfrm>
            <a:off x="721350" y="3769350"/>
            <a:ext cx="2392200" cy="56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Zero-downtime, automated and quick deployments of new app versions. </a:t>
            </a:r>
            <a:endParaRPr sz="1200"/>
          </a:p>
        </p:txBody>
      </p:sp>
      <p:sp>
        <p:nvSpPr>
          <p:cNvPr id="875" name="Google Shape;875;p51"/>
          <p:cNvSpPr txBox="1"/>
          <p:nvPr>
            <p:ph idx="7" type="title"/>
          </p:nvPr>
        </p:nvSpPr>
        <p:spPr>
          <a:xfrm>
            <a:off x="3602719" y="3254250"/>
            <a:ext cx="1938600" cy="527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Portability</a:t>
            </a:r>
            <a:endParaRPr/>
          </a:p>
        </p:txBody>
      </p:sp>
      <p:sp>
        <p:nvSpPr>
          <p:cNvPr id="876" name="Google Shape;876;p51"/>
          <p:cNvSpPr txBox="1"/>
          <p:nvPr>
            <p:ph idx="8" type="subTitle"/>
          </p:nvPr>
        </p:nvSpPr>
        <p:spPr>
          <a:xfrm>
            <a:off x="3364700" y="3769350"/>
            <a:ext cx="2391900" cy="56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Independence and isolation from the underlying OS</a:t>
            </a:r>
            <a:endParaRPr sz="1200"/>
          </a:p>
          <a:p>
            <a:pPr indent="0" lvl="0" marL="0" rtl="0" algn="ctr">
              <a:spcBef>
                <a:spcPts val="0"/>
              </a:spcBef>
              <a:spcAft>
                <a:spcPts val="0"/>
              </a:spcAft>
              <a:buNone/>
            </a:pPr>
            <a:r>
              <a:t/>
            </a:r>
            <a:endParaRPr sz="1200"/>
          </a:p>
        </p:txBody>
      </p:sp>
      <p:sp>
        <p:nvSpPr>
          <p:cNvPr id="877" name="Google Shape;877;p51"/>
          <p:cNvSpPr txBox="1"/>
          <p:nvPr>
            <p:ph idx="9" type="title"/>
          </p:nvPr>
        </p:nvSpPr>
        <p:spPr>
          <a:xfrm>
            <a:off x="6007650" y="1749300"/>
            <a:ext cx="2315400" cy="527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900"/>
              <a:t>Administration</a:t>
            </a:r>
            <a:endParaRPr sz="1900"/>
          </a:p>
        </p:txBody>
      </p:sp>
      <p:sp>
        <p:nvSpPr>
          <p:cNvPr id="878" name="Google Shape;878;p51"/>
          <p:cNvSpPr txBox="1"/>
          <p:nvPr>
            <p:ph idx="13" type="subTitle"/>
          </p:nvPr>
        </p:nvSpPr>
        <p:spPr>
          <a:xfrm>
            <a:off x="6007650" y="2289600"/>
            <a:ext cx="2392200" cy="56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Better software administration with easily parameterized and configurable applications. Advanced resource management</a:t>
            </a:r>
            <a:endParaRPr sz="1200"/>
          </a:p>
        </p:txBody>
      </p:sp>
      <p:sp>
        <p:nvSpPr>
          <p:cNvPr id="879" name="Google Shape;879;p51"/>
          <p:cNvSpPr txBox="1"/>
          <p:nvPr>
            <p:ph idx="14" type="title"/>
          </p:nvPr>
        </p:nvSpPr>
        <p:spPr>
          <a:xfrm>
            <a:off x="6233770" y="3254250"/>
            <a:ext cx="1938600" cy="527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Self-healing</a:t>
            </a:r>
            <a:endParaRPr/>
          </a:p>
        </p:txBody>
      </p:sp>
      <p:sp>
        <p:nvSpPr>
          <p:cNvPr id="880" name="Google Shape;880;p51"/>
          <p:cNvSpPr txBox="1"/>
          <p:nvPr>
            <p:ph idx="15" type="subTitle"/>
          </p:nvPr>
        </p:nvSpPr>
        <p:spPr>
          <a:xfrm>
            <a:off x="6006800" y="3769350"/>
            <a:ext cx="2392200" cy="564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200"/>
              <a:t>Application self-healing that handles app crashes, triggers restarts, limits traffic. Ro</a:t>
            </a:r>
            <a:r>
              <a:rPr lang="en" sz="1200"/>
              <a:t>llback options available</a:t>
            </a:r>
            <a:endParaRPr sz="1200"/>
          </a:p>
          <a:p>
            <a:pPr indent="0" lvl="0" marL="0" rtl="0" algn="ctr">
              <a:spcBef>
                <a:spcPts val="0"/>
              </a:spcBef>
              <a:spcAft>
                <a:spcPts val="0"/>
              </a:spcAft>
              <a:buNone/>
            </a:pPr>
            <a:r>
              <a:t/>
            </a:r>
            <a:endParaRPr sz="12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alpha val="0"/>
          </a:srgbClr>
        </a:solidFill>
      </p:bgPr>
    </p:bg>
    <p:spTree>
      <p:nvGrpSpPr>
        <p:cNvPr id="884" name="Shape 884"/>
        <p:cNvGrpSpPr/>
        <p:nvPr/>
      </p:nvGrpSpPr>
      <p:grpSpPr>
        <a:xfrm>
          <a:off x="0" y="0"/>
          <a:ext cx="0" cy="0"/>
          <a:chOff x="0" y="0"/>
          <a:chExt cx="0" cy="0"/>
        </a:xfrm>
      </p:grpSpPr>
      <p:pic>
        <p:nvPicPr>
          <p:cNvPr id="885" name="Google Shape;885;p52" title="nmf_legacy_architecture.jpg"/>
          <p:cNvPicPr preferRelativeResize="0"/>
          <p:nvPr/>
        </p:nvPicPr>
        <p:blipFill>
          <a:blip r:embed="rId3">
            <a:alphaModFix/>
          </a:blip>
          <a:stretch>
            <a:fillRect/>
          </a:stretch>
        </p:blipFill>
        <p:spPr>
          <a:xfrm>
            <a:off x="120650" y="990074"/>
            <a:ext cx="4093750" cy="3163350"/>
          </a:xfrm>
          <a:prstGeom prst="rect">
            <a:avLst/>
          </a:prstGeom>
          <a:noFill/>
          <a:ln>
            <a:noFill/>
          </a:ln>
        </p:spPr>
      </p:pic>
      <p:pic>
        <p:nvPicPr>
          <p:cNvPr id="886" name="Google Shape;886;p52" title="nmf_new_architecture.jpg"/>
          <p:cNvPicPr preferRelativeResize="0"/>
          <p:nvPr/>
        </p:nvPicPr>
        <p:blipFill>
          <a:blip r:embed="rId4">
            <a:alphaModFix/>
          </a:blip>
          <a:stretch>
            <a:fillRect/>
          </a:stretch>
        </p:blipFill>
        <p:spPr>
          <a:xfrm>
            <a:off x="5074447" y="1041949"/>
            <a:ext cx="3959504" cy="3059600"/>
          </a:xfrm>
          <a:prstGeom prst="rect">
            <a:avLst/>
          </a:prstGeom>
          <a:noFill/>
          <a:ln>
            <a:noFill/>
          </a:ln>
        </p:spPr>
      </p:pic>
      <p:sp>
        <p:nvSpPr>
          <p:cNvPr id="887" name="Google Shape;887;p52"/>
          <p:cNvSpPr/>
          <p:nvPr/>
        </p:nvSpPr>
        <p:spPr>
          <a:xfrm rot="-3057647">
            <a:off x="2580973" y="1488636"/>
            <a:ext cx="4599226" cy="2202176"/>
          </a:xfrm>
          <a:custGeom>
            <a:rect b="b" l="l" r="r" t="t"/>
            <a:pathLst>
              <a:path extrusionOk="0" h="27964" w="54058">
                <a:moveTo>
                  <a:pt x="2468" y="26211"/>
                </a:moveTo>
                <a:lnTo>
                  <a:pt x="5067" y="26211"/>
                </a:lnTo>
                <a:cubicBezTo>
                  <a:pt x="5756" y="26211"/>
                  <a:pt x="6392" y="26045"/>
                  <a:pt x="6937" y="25728"/>
                </a:cubicBezTo>
                <a:lnTo>
                  <a:pt x="6937" y="25726"/>
                </a:lnTo>
                <a:cubicBezTo>
                  <a:pt x="7484" y="25409"/>
                  <a:pt x="7948" y="24942"/>
                  <a:pt x="8290" y="24348"/>
                </a:cubicBezTo>
                <a:lnTo>
                  <a:pt x="11409" y="18950"/>
                </a:lnTo>
                <a:cubicBezTo>
                  <a:pt x="11841" y="18206"/>
                  <a:pt x="12429" y="17614"/>
                  <a:pt x="13126" y="17213"/>
                </a:cubicBezTo>
                <a:lnTo>
                  <a:pt x="13128" y="17213"/>
                </a:lnTo>
                <a:cubicBezTo>
                  <a:pt x="13827" y="16810"/>
                  <a:pt x="14631" y="16594"/>
                  <a:pt x="15493" y="16594"/>
                </a:cubicBezTo>
                <a:lnTo>
                  <a:pt x="22104" y="16594"/>
                </a:lnTo>
                <a:cubicBezTo>
                  <a:pt x="22793" y="16594"/>
                  <a:pt x="23429" y="16425"/>
                  <a:pt x="23973" y="16110"/>
                </a:cubicBezTo>
                <a:lnTo>
                  <a:pt x="23973" y="16106"/>
                </a:lnTo>
                <a:cubicBezTo>
                  <a:pt x="24520" y="15792"/>
                  <a:pt x="24985" y="15323"/>
                  <a:pt x="25327" y="14728"/>
                </a:cubicBezTo>
                <a:lnTo>
                  <a:pt x="29772" y="7034"/>
                </a:lnTo>
                <a:cubicBezTo>
                  <a:pt x="30204" y="6287"/>
                  <a:pt x="30792" y="5697"/>
                  <a:pt x="31489" y="5296"/>
                </a:cubicBezTo>
                <a:lnTo>
                  <a:pt x="31491" y="5296"/>
                </a:lnTo>
                <a:cubicBezTo>
                  <a:pt x="32191" y="4893"/>
                  <a:pt x="32995" y="4677"/>
                  <a:pt x="33856" y="4677"/>
                </a:cubicBezTo>
                <a:lnTo>
                  <a:pt x="48096" y="4677"/>
                </a:lnTo>
                <a:cubicBezTo>
                  <a:pt x="48785" y="4677"/>
                  <a:pt x="49421" y="4508"/>
                  <a:pt x="49966" y="4194"/>
                </a:cubicBezTo>
                <a:lnTo>
                  <a:pt x="49966" y="4190"/>
                </a:lnTo>
                <a:cubicBezTo>
                  <a:pt x="50513" y="3875"/>
                  <a:pt x="50977" y="3406"/>
                  <a:pt x="51319" y="2812"/>
                </a:cubicBezTo>
                <a:lnTo>
                  <a:pt x="51323" y="2812"/>
                </a:lnTo>
                <a:lnTo>
                  <a:pt x="51761" y="2049"/>
                </a:lnTo>
                <a:cubicBezTo>
                  <a:pt x="51596" y="1835"/>
                  <a:pt x="51502" y="1566"/>
                  <a:pt x="51502" y="1278"/>
                </a:cubicBezTo>
                <a:cubicBezTo>
                  <a:pt x="51502" y="571"/>
                  <a:pt x="52075" y="1"/>
                  <a:pt x="52779" y="1"/>
                </a:cubicBezTo>
                <a:cubicBezTo>
                  <a:pt x="53486" y="1"/>
                  <a:pt x="54058" y="575"/>
                  <a:pt x="54058" y="1278"/>
                </a:cubicBezTo>
                <a:cubicBezTo>
                  <a:pt x="54058" y="1983"/>
                  <a:pt x="53484" y="2555"/>
                  <a:pt x="52779" y="2555"/>
                </a:cubicBezTo>
                <a:cubicBezTo>
                  <a:pt x="52725" y="2555"/>
                  <a:pt x="52672" y="2553"/>
                  <a:pt x="52620" y="2545"/>
                </a:cubicBezTo>
                <a:lnTo>
                  <a:pt x="52180" y="3305"/>
                </a:lnTo>
                <a:lnTo>
                  <a:pt x="52180" y="3310"/>
                </a:lnTo>
                <a:cubicBezTo>
                  <a:pt x="51748" y="4054"/>
                  <a:pt x="51160" y="4646"/>
                  <a:pt x="50463" y="5047"/>
                </a:cubicBezTo>
                <a:lnTo>
                  <a:pt x="50461" y="5047"/>
                </a:lnTo>
                <a:cubicBezTo>
                  <a:pt x="49762" y="5450"/>
                  <a:pt x="48956" y="5666"/>
                  <a:pt x="48096" y="5666"/>
                </a:cubicBezTo>
                <a:lnTo>
                  <a:pt x="33856" y="5666"/>
                </a:lnTo>
                <a:cubicBezTo>
                  <a:pt x="33167" y="5666"/>
                  <a:pt x="32532" y="5833"/>
                  <a:pt x="31987" y="6149"/>
                </a:cubicBezTo>
                <a:lnTo>
                  <a:pt x="31987" y="6151"/>
                </a:lnTo>
                <a:cubicBezTo>
                  <a:pt x="31440" y="6468"/>
                  <a:pt x="30975" y="6935"/>
                  <a:pt x="30632" y="7529"/>
                </a:cubicBezTo>
                <a:lnTo>
                  <a:pt x="26184" y="15234"/>
                </a:lnTo>
                <a:cubicBezTo>
                  <a:pt x="25752" y="15979"/>
                  <a:pt x="25162" y="16571"/>
                  <a:pt x="24467" y="16972"/>
                </a:cubicBezTo>
                <a:lnTo>
                  <a:pt x="24463" y="16972"/>
                </a:lnTo>
                <a:cubicBezTo>
                  <a:pt x="23764" y="17375"/>
                  <a:pt x="22960" y="17591"/>
                  <a:pt x="22098" y="17591"/>
                </a:cubicBezTo>
                <a:lnTo>
                  <a:pt x="15491" y="17591"/>
                </a:lnTo>
                <a:cubicBezTo>
                  <a:pt x="14802" y="17591"/>
                  <a:pt x="14167" y="17757"/>
                  <a:pt x="13622" y="18074"/>
                </a:cubicBezTo>
                <a:lnTo>
                  <a:pt x="13622" y="18076"/>
                </a:lnTo>
                <a:cubicBezTo>
                  <a:pt x="13075" y="18393"/>
                  <a:pt x="12608" y="18860"/>
                  <a:pt x="12267" y="19454"/>
                </a:cubicBezTo>
                <a:lnTo>
                  <a:pt x="9149" y="24852"/>
                </a:lnTo>
                <a:cubicBezTo>
                  <a:pt x="8717" y="25598"/>
                  <a:pt x="8129" y="26189"/>
                  <a:pt x="7432" y="26590"/>
                </a:cubicBezTo>
                <a:lnTo>
                  <a:pt x="7428" y="26590"/>
                </a:lnTo>
                <a:cubicBezTo>
                  <a:pt x="6731" y="26993"/>
                  <a:pt x="5925" y="27208"/>
                  <a:pt x="5063" y="27208"/>
                </a:cubicBezTo>
                <a:lnTo>
                  <a:pt x="2446" y="27208"/>
                </a:lnTo>
                <a:cubicBezTo>
                  <a:pt x="2244" y="27655"/>
                  <a:pt x="1798" y="27963"/>
                  <a:pt x="1278" y="27963"/>
                </a:cubicBezTo>
                <a:cubicBezTo>
                  <a:pt x="572" y="27963"/>
                  <a:pt x="1" y="27389"/>
                  <a:pt x="1" y="26684"/>
                </a:cubicBezTo>
                <a:cubicBezTo>
                  <a:pt x="1" y="25981"/>
                  <a:pt x="574" y="25407"/>
                  <a:pt x="1278" y="25407"/>
                </a:cubicBezTo>
                <a:cubicBezTo>
                  <a:pt x="1818" y="25405"/>
                  <a:pt x="2281" y="25738"/>
                  <a:pt x="2468" y="26211"/>
                </a:cubicBezTo>
                <a:close/>
              </a:path>
            </a:pathLst>
          </a:custGeom>
          <a:solidFill>
            <a:srgbClr val="EB53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52"/>
          <p:cNvSpPr/>
          <p:nvPr/>
        </p:nvSpPr>
        <p:spPr>
          <a:xfrm rot="-4350462">
            <a:off x="4678520" y="3670666"/>
            <a:ext cx="217527" cy="217109"/>
          </a:xfrm>
          <a:custGeom>
            <a:rect b="b" l="l" r="r" t="t"/>
            <a:pathLst>
              <a:path extrusionOk="0" h="947" w="949">
                <a:moveTo>
                  <a:pt x="473" y="0"/>
                </a:moveTo>
                <a:lnTo>
                  <a:pt x="948" y="946"/>
                </a:lnTo>
                <a:lnTo>
                  <a:pt x="0" y="946"/>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52"/>
          <p:cNvSpPr/>
          <p:nvPr/>
        </p:nvSpPr>
        <p:spPr>
          <a:xfrm rot="1049538">
            <a:off x="4997988" y="421586"/>
            <a:ext cx="236781" cy="236825"/>
          </a:xfrm>
          <a:custGeom>
            <a:rect b="b" l="l" r="r" t="t"/>
            <a:pathLst>
              <a:path extrusionOk="0" h="1033" w="1033">
                <a:moveTo>
                  <a:pt x="1033" y="198"/>
                </a:moveTo>
                <a:lnTo>
                  <a:pt x="714" y="516"/>
                </a:lnTo>
                <a:lnTo>
                  <a:pt x="1033" y="835"/>
                </a:lnTo>
                <a:lnTo>
                  <a:pt x="837" y="1033"/>
                </a:lnTo>
                <a:lnTo>
                  <a:pt x="517" y="714"/>
                </a:lnTo>
                <a:lnTo>
                  <a:pt x="198" y="1033"/>
                </a:lnTo>
                <a:lnTo>
                  <a:pt x="1" y="835"/>
                </a:lnTo>
                <a:lnTo>
                  <a:pt x="319" y="516"/>
                </a:lnTo>
                <a:lnTo>
                  <a:pt x="1" y="198"/>
                </a:lnTo>
                <a:lnTo>
                  <a:pt x="198" y="0"/>
                </a:lnTo>
                <a:lnTo>
                  <a:pt x="517" y="319"/>
                </a:lnTo>
                <a:lnTo>
                  <a:pt x="8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53"/>
          <p:cNvSpPr/>
          <p:nvPr/>
        </p:nvSpPr>
        <p:spPr>
          <a:xfrm>
            <a:off x="962151" y="2246625"/>
            <a:ext cx="649748" cy="1675402"/>
          </a:xfrm>
          <a:custGeom>
            <a:rect b="b" l="l" r="r" t="t"/>
            <a:pathLst>
              <a:path extrusionOk="0" h="7807" w="3028">
                <a:moveTo>
                  <a:pt x="1243" y="7807"/>
                </a:moveTo>
                <a:lnTo>
                  <a:pt x="1243" y="1041"/>
                </a:lnTo>
                <a:lnTo>
                  <a:pt x="385" y="1897"/>
                </a:lnTo>
                <a:lnTo>
                  <a:pt x="1" y="1512"/>
                </a:lnTo>
                <a:lnTo>
                  <a:pt x="1514" y="1"/>
                </a:lnTo>
                <a:lnTo>
                  <a:pt x="3028" y="1512"/>
                </a:lnTo>
                <a:lnTo>
                  <a:pt x="2643" y="1897"/>
                </a:lnTo>
                <a:lnTo>
                  <a:pt x="1788" y="1041"/>
                </a:lnTo>
                <a:lnTo>
                  <a:pt x="1788" y="780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5" name="Google Shape;895;p53"/>
          <p:cNvGrpSpPr/>
          <p:nvPr/>
        </p:nvGrpSpPr>
        <p:grpSpPr>
          <a:xfrm>
            <a:off x="4882194" y="2169725"/>
            <a:ext cx="3123078" cy="1105100"/>
            <a:chOff x="1378750" y="2164200"/>
            <a:chExt cx="5607968" cy="1105100"/>
          </a:xfrm>
        </p:grpSpPr>
        <p:sp>
          <p:nvSpPr>
            <p:cNvPr id="896" name="Google Shape;896;p53"/>
            <p:cNvSpPr/>
            <p:nvPr/>
          </p:nvSpPr>
          <p:spPr>
            <a:xfrm>
              <a:off x="1443018" y="2249900"/>
              <a:ext cx="5543700" cy="1019400"/>
            </a:xfrm>
            <a:prstGeom prst="roundRect">
              <a:avLst>
                <a:gd fmla="val 16667" name="adj"/>
              </a:avLst>
            </a:prstGeom>
            <a:solidFill>
              <a:schemeClr val="lt1"/>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53"/>
            <p:cNvSpPr/>
            <p:nvPr/>
          </p:nvSpPr>
          <p:spPr>
            <a:xfrm>
              <a:off x="1378750" y="2164200"/>
              <a:ext cx="5543700" cy="1019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8" name="Google Shape;898;p53"/>
          <p:cNvSpPr/>
          <p:nvPr/>
        </p:nvSpPr>
        <p:spPr>
          <a:xfrm>
            <a:off x="2516952" y="1894226"/>
            <a:ext cx="2017702" cy="1537483"/>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3180000" dist="104775">
              <a:schemeClr val="lt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53"/>
          <p:cNvSpPr txBox="1"/>
          <p:nvPr>
            <p:ph idx="2" type="title"/>
          </p:nvPr>
        </p:nvSpPr>
        <p:spPr>
          <a:xfrm>
            <a:off x="2750750" y="2312875"/>
            <a:ext cx="1550100" cy="90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900" name="Google Shape;900;p53"/>
          <p:cNvSpPr txBox="1"/>
          <p:nvPr>
            <p:ph type="title"/>
          </p:nvPr>
        </p:nvSpPr>
        <p:spPr>
          <a:xfrm>
            <a:off x="4985138" y="2249600"/>
            <a:ext cx="29172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300"/>
              <a:t>Demo!</a:t>
            </a:r>
            <a:endParaRPr sz="3300"/>
          </a:p>
        </p:txBody>
      </p:sp>
      <p:grpSp>
        <p:nvGrpSpPr>
          <p:cNvPr id="901" name="Google Shape;901;p53"/>
          <p:cNvGrpSpPr/>
          <p:nvPr/>
        </p:nvGrpSpPr>
        <p:grpSpPr>
          <a:xfrm rot="2700000">
            <a:off x="113546" y="2934666"/>
            <a:ext cx="1724943" cy="1686284"/>
            <a:chOff x="7499398" y="624507"/>
            <a:chExt cx="1440046" cy="1407772"/>
          </a:xfrm>
        </p:grpSpPr>
        <p:sp>
          <p:nvSpPr>
            <p:cNvPr id="902" name="Google Shape;902;p53"/>
            <p:cNvSpPr/>
            <p:nvPr/>
          </p:nvSpPr>
          <p:spPr>
            <a:xfrm rot="-497753">
              <a:off x="7734887" y="799728"/>
              <a:ext cx="1129014" cy="1129014"/>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3" name="Google Shape;903;p53"/>
            <p:cNvGrpSpPr/>
            <p:nvPr/>
          </p:nvGrpSpPr>
          <p:grpSpPr>
            <a:xfrm rot="-1343739">
              <a:off x="7664174" y="789203"/>
              <a:ext cx="1078029" cy="1078380"/>
              <a:chOff x="5759760" y="3433415"/>
              <a:chExt cx="583422" cy="583612"/>
            </a:xfrm>
          </p:grpSpPr>
          <p:sp>
            <p:nvSpPr>
              <p:cNvPr id="904" name="Google Shape;904;p53"/>
              <p:cNvSpPr/>
              <p:nvPr/>
            </p:nvSpPr>
            <p:spPr>
              <a:xfrm>
                <a:off x="5759760" y="3433415"/>
                <a:ext cx="583422" cy="583612"/>
              </a:xfrm>
              <a:custGeom>
                <a:rect b="b" l="l" r="r" t="t"/>
                <a:pathLst>
                  <a:path extrusionOk="0" h="12306" w="12302">
                    <a:moveTo>
                      <a:pt x="6540" y="217"/>
                    </a:moveTo>
                    <a:cubicBezTo>
                      <a:pt x="9818" y="430"/>
                      <a:pt x="12302" y="3262"/>
                      <a:pt x="12090" y="6542"/>
                    </a:cubicBezTo>
                    <a:cubicBezTo>
                      <a:pt x="11876" y="9820"/>
                      <a:pt x="9042" y="12306"/>
                      <a:pt x="5762" y="12092"/>
                    </a:cubicBezTo>
                    <a:cubicBezTo>
                      <a:pt x="2487" y="11878"/>
                      <a:pt x="1" y="9047"/>
                      <a:pt x="214" y="5767"/>
                    </a:cubicBezTo>
                    <a:cubicBezTo>
                      <a:pt x="426" y="2487"/>
                      <a:pt x="3260" y="1"/>
                      <a:pt x="6540" y="217"/>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53"/>
              <p:cNvSpPr/>
              <p:nvPr/>
            </p:nvSpPr>
            <p:spPr>
              <a:xfrm>
                <a:off x="5834360" y="3463578"/>
                <a:ext cx="315613" cy="339421"/>
              </a:xfrm>
              <a:custGeom>
                <a:rect b="b" l="l" r="r" t="t"/>
                <a:pathLst>
                  <a:path extrusionOk="0" h="7157" w="6655">
                    <a:moveTo>
                      <a:pt x="5732" y="251"/>
                    </a:moveTo>
                    <a:cubicBezTo>
                      <a:pt x="5999" y="269"/>
                      <a:pt x="6233" y="393"/>
                      <a:pt x="6398" y="580"/>
                    </a:cubicBezTo>
                    <a:cubicBezTo>
                      <a:pt x="6562" y="769"/>
                      <a:pt x="6655" y="1016"/>
                      <a:pt x="6636" y="1283"/>
                    </a:cubicBezTo>
                    <a:cubicBezTo>
                      <a:pt x="6620" y="1551"/>
                      <a:pt x="6497" y="1783"/>
                      <a:pt x="6307" y="1947"/>
                    </a:cubicBezTo>
                    <a:cubicBezTo>
                      <a:pt x="6122" y="2112"/>
                      <a:pt x="5874" y="2205"/>
                      <a:pt x="5606" y="2188"/>
                    </a:cubicBezTo>
                    <a:cubicBezTo>
                      <a:pt x="5339" y="2170"/>
                      <a:pt x="5104" y="2046"/>
                      <a:pt x="4940" y="1859"/>
                    </a:cubicBezTo>
                    <a:cubicBezTo>
                      <a:pt x="4775" y="1674"/>
                      <a:pt x="4683" y="1423"/>
                      <a:pt x="4701" y="1156"/>
                    </a:cubicBezTo>
                    <a:cubicBezTo>
                      <a:pt x="4720" y="888"/>
                      <a:pt x="4843" y="656"/>
                      <a:pt x="5030" y="492"/>
                    </a:cubicBezTo>
                    <a:cubicBezTo>
                      <a:pt x="5216" y="329"/>
                      <a:pt x="5464" y="237"/>
                      <a:pt x="5732" y="251"/>
                    </a:cubicBezTo>
                    <a:close/>
                    <a:moveTo>
                      <a:pt x="1535" y="4298"/>
                    </a:moveTo>
                    <a:cubicBezTo>
                      <a:pt x="1925" y="4323"/>
                      <a:pt x="2271" y="4506"/>
                      <a:pt x="2509" y="4777"/>
                    </a:cubicBezTo>
                    <a:cubicBezTo>
                      <a:pt x="2748" y="5051"/>
                      <a:pt x="2884" y="5417"/>
                      <a:pt x="2859" y="5805"/>
                    </a:cubicBezTo>
                    <a:cubicBezTo>
                      <a:pt x="2832" y="6196"/>
                      <a:pt x="2651" y="6541"/>
                      <a:pt x="2378" y="6780"/>
                    </a:cubicBezTo>
                    <a:cubicBezTo>
                      <a:pt x="2106" y="7018"/>
                      <a:pt x="1740" y="7156"/>
                      <a:pt x="1350" y="7129"/>
                    </a:cubicBezTo>
                    <a:cubicBezTo>
                      <a:pt x="959" y="7105"/>
                      <a:pt x="616" y="6922"/>
                      <a:pt x="375" y="6650"/>
                    </a:cubicBezTo>
                    <a:cubicBezTo>
                      <a:pt x="136" y="6377"/>
                      <a:pt x="1" y="6009"/>
                      <a:pt x="25" y="5622"/>
                    </a:cubicBezTo>
                    <a:cubicBezTo>
                      <a:pt x="52" y="5231"/>
                      <a:pt x="235" y="4886"/>
                      <a:pt x="507" y="4647"/>
                    </a:cubicBezTo>
                    <a:cubicBezTo>
                      <a:pt x="780" y="4409"/>
                      <a:pt x="1144" y="4271"/>
                      <a:pt x="1535" y="4298"/>
                    </a:cubicBezTo>
                    <a:close/>
                    <a:moveTo>
                      <a:pt x="2333" y="4937"/>
                    </a:moveTo>
                    <a:cubicBezTo>
                      <a:pt x="2133" y="4711"/>
                      <a:pt x="1845" y="4559"/>
                      <a:pt x="1522" y="4538"/>
                    </a:cubicBezTo>
                    <a:cubicBezTo>
                      <a:pt x="1195" y="4518"/>
                      <a:pt x="893" y="4629"/>
                      <a:pt x="667" y="4830"/>
                    </a:cubicBezTo>
                    <a:cubicBezTo>
                      <a:pt x="441" y="5028"/>
                      <a:pt x="289" y="5316"/>
                      <a:pt x="268" y="5639"/>
                    </a:cubicBezTo>
                    <a:cubicBezTo>
                      <a:pt x="247" y="5966"/>
                      <a:pt x="358" y="6270"/>
                      <a:pt x="558" y="6496"/>
                    </a:cubicBezTo>
                    <a:cubicBezTo>
                      <a:pt x="759" y="6722"/>
                      <a:pt x="1043" y="6872"/>
                      <a:pt x="1368" y="6893"/>
                    </a:cubicBezTo>
                    <a:cubicBezTo>
                      <a:pt x="1695" y="6914"/>
                      <a:pt x="1997" y="6805"/>
                      <a:pt x="2224" y="6603"/>
                    </a:cubicBezTo>
                    <a:cubicBezTo>
                      <a:pt x="2452" y="6406"/>
                      <a:pt x="2602" y="6118"/>
                      <a:pt x="2622" y="5793"/>
                    </a:cubicBezTo>
                    <a:cubicBezTo>
                      <a:pt x="2643" y="5468"/>
                      <a:pt x="2530" y="5164"/>
                      <a:pt x="2333" y="4937"/>
                    </a:cubicBezTo>
                    <a:close/>
                    <a:moveTo>
                      <a:pt x="3468" y="12"/>
                    </a:moveTo>
                    <a:cubicBezTo>
                      <a:pt x="3638" y="23"/>
                      <a:pt x="3788" y="103"/>
                      <a:pt x="3891" y="220"/>
                    </a:cubicBezTo>
                    <a:cubicBezTo>
                      <a:pt x="3998" y="339"/>
                      <a:pt x="4056" y="498"/>
                      <a:pt x="4043" y="668"/>
                    </a:cubicBezTo>
                    <a:cubicBezTo>
                      <a:pt x="4033" y="837"/>
                      <a:pt x="3953" y="987"/>
                      <a:pt x="3836" y="1092"/>
                    </a:cubicBezTo>
                    <a:cubicBezTo>
                      <a:pt x="3716" y="1197"/>
                      <a:pt x="3558" y="1257"/>
                      <a:pt x="3387" y="1244"/>
                    </a:cubicBezTo>
                    <a:cubicBezTo>
                      <a:pt x="3219" y="1234"/>
                      <a:pt x="3069" y="1154"/>
                      <a:pt x="2964" y="1034"/>
                    </a:cubicBezTo>
                    <a:cubicBezTo>
                      <a:pt x="2859" y="917"/>
                      <a:pt x="2799" y="757"/>
                      <a:pt x="2812" y="588"/>
                    </a:cubicBezTo>
                    <a:cubicBezTo>
                      <a:pt x="2826" y="420"/>
                      <a:pt x="2902" y="269"/>
                      <a:pt x="3021" y="165"/>
                    </a:cubicBezTo>
                    <a:cubicBezTo>
                      <a:pt x="3139" y="60"/>
                      <a:pt x="3299" y="0"/>
                      <a:pt x="3468" y="12"/>
                    </a:cubicBezTo>
                    <a:close/>
                    <a:moveTo>
                      <a:pt x="3756" y="339"/>
                    </a:moveTo>
                    <a:cubicBezTo>
                      <a:pt x="3682" y="253"/>
                      <a:pt x="3577" y="198"/>
                      <a:pt x="3455" y="193"/>
                    </a:cubicBezTo>
                    <a:cubicBezTo>
                      <a:pt x="3334" y="185"/>
                      <a:pt x="3221" y="226"/>
                      <a:pt x="3139" y="300"/>
                    </a:cubicBezTo>
                    <a:cubicBezTo>
                      <a:pt x="3054" y="374"/>
                      <a:pt x="2997" y="481"/>
                      <a:pt x="2993" y="601"/>
                    </a:cubicBezTo>
                    <a:cubicBezTo>
                      <a:pt x="2984" y="722"/>
                      <a:pt x="3026" y="835"/>
                      <a:pt x="3100" y="917"/>
                    </a:cubicBezTo>
                    <a:cubicBezTo>
                      <a:pt x="3176" y="1002"/>
                      <a:pt x="3281" y="1055"/>
                      <a:pt x="3402" y="1063"/>
                    </a:cubicBezTo>
                    <a:cubicBezTo>
                      <a:pt x="3521" y="1071"/>
                      <a:pt x="3634" y="1030"/>
                      <a:pt x="3716" y="956"/>
                    </a:cubicBezTo>
                    <a:cubicBezTo>
                      <a:pt x="3803" y="882"/>
                      <a:pt x="3856" y="775"/>
                      <a:pt x="3865" y="656"/>
                    </a:cubicBezTo>
                    <a:cubicBezTo>
                      <a:pt x="3871" y="537"/>
                      <a:pt x="3830" y="424"/>
                      <a:pt x="3756" y="339"/>
                    </a:cubicBezTo>
                    <a:close/>
                    <a:moveTo>
                      <a:pt x="5719" y="432"/>
                    </a:moveTo>
                    <a:cubicBezTo>
                      <a:pt x="5503" y="415"/>
                      <a:pt x="5300" y="492"/>
                      <a:pt x="5150" y="627"/>
                    </a:cubicBezTo>
                    <a:cubicBezTo>
                      <a:pt x="4998" y="761"/>
                      <a:pt x="4895" y="950"/>
                      <a:pt x="4882" y="1170"/>
                    </a:cubicBezTo>
                    <a:cubicBezTo>
                      <a:pt x="4866" y="1386"/>
                      <a:pt x="4944" y="1588"/>
                      <a:pt x="5078" y="1740"/>
                    </a:cubicBezTo>
                    <a:cubicBezTo>
                      <a:pt x="5211" y="1892"/>
                      <a:pt x="5401" y="1995"/>
                      <a:pt x="5619" y="2007"/>
                    </a:cubicBezTo>
                    <a:cubicBezTo>
                      <a:pt x="5834" y="2024"/>
                      <a:pt x="6038" y="1945"/>
                      <a:pt x="6190" y="1812"/>
                    </a:cubicBezTo>
                    <a:cubicBezTo>
                      <a:pt x="6342" y="1678"/>
                      <a:pt x="6445" y="1487"/>
                      <a:pt x="6458" y="1269"/>
                    </a:cubicBezTo>
                    <a:cubicBezTo>
                      <a:pt x="6486" y="835"/>
                      <a:pt x="6157" y="459"/>
                      <a:pt x="5719" y="43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53"/>
              <p:cNvSpPr/>
              <p:nvPr/>
            </p:nvSpPr>
            <p:spPr>
              <a:xfrm>
                <a:off x="5815058" y="3536707"/>
                <a:ext cx="519161" cy="470788"/>
              </a:xfrm>
              <a:custGeom>
                <a:rect b="b" l="l" r="r" t="t"/>
                <a:pathLst>
                  <a:path extrusionOk="0" h="9927" w="10947">
                    <a:moveTo>
                      <a:pt x="9412" y="0"/>
                    </a:moveTo>
                    <a:cubicBezTo>
                      <a:pt x="10165" y="837"/>
                      <a:pt x="10679" y="1886"/>
                      <a:pt x="10860" y="3038"/>
                    </a:cubicBezTo>
                    <a:lnTo>
                      <a:pt x="10887" y="3219"/>
                    </a:lnTo>
                    <a:cubicBezTo>
                      <a:pt x="10934" y="3591"/>
                      <a:pt x="10946" y="3973"/>
                      <a:pt x="10922" y="4364"/>
                    </a:cubicBezTo>
                    <a:cubicBezTo>
                      <a:pt x="10899" y="4714"/>
                      <a:pt x="10848" y="5053"/>
                      <a:pt x="10768" y="5380"/>
                    </a:cubicBezTo>
                    <a:lnTo>
                      <a:pt x="10722" y="5555"/>
                    </a:lnTo>
                    <a:cubicBezTo>
                      <a:pt x="10054" y="7998"/>
                      <a:pt x="7878" y="9778"/>
                      <a:pt x="5316" y="9916"/>
                    </a:cubicBezTo>
                    <a:cubicBezTo>
                      <a:pt x="5324" y="9875"/>
                      <a:pt x="5326" y="9834"/>
                      <a:pt x="5328" y="9793"/>
                    </a:cubicBezTo>
                    <a:cubicBezTo>
                      <a:pt x="5355" y="9408"/>
                      <a:pt x="5222" y="9048"/>
                      <a:pt x="4985" y="8779"/>
                    </a:cubicBezTo>
                    <a:cubicBezTo>
                      <a:pt x="4749" y="8507"/>
                      <a:pt x="4409" y="8329"/>
                      <a:pt x="4023" y="8302"/>
                    </a:cubicBezTo>
                    <a:cubicBezTo>
                      <a:pt x="3638" y="8277"/>
                      <a:pt x="3278" y="8411"/>
                      <a:pt x="3009" y="8647"/>
                    </a:cubicBezTo>
                    <a:cubicBezTo>
                      <a:pt x="2785" y="8843"/>
                      <a:pt x="2626" y="9106"/>
                      <a:pt x="2561" y="9410"/>
                    </a:cubicBezTo>
                    <a:cubicBezTo>
                      <a:pt x="1508" y="8939"/>
                      <a:pt x="622" y="8174"/>
                      <a:pt x="0" y="7222"/>
                    </a:cubicBezTo>
                    <a:cubicBezTo>
                      <a:pt x="2532" y="7506"/>
                      <a:pt x="3509" y="7043"/>
                      <a:pt x="4434" y="5147"/>
                    </a:cubicBezTo>
                    <a:cubicBezTo>
                      <a:pt x="5417" y="3138"/>
                      <a:pt x="7218" y="5590"/>
                      <a:pt x="8004" y="2400"/>
                    </a:cubicBezTo>
                    <a:cubicBezTo>
                      <a:pt x="8370" y="893"/>
                      <a:pt x="8929" y="253"/>
                      <a:pt x="9412" y="0"/>
                    </a:cubicBezTo>
                    <a:close/>
                    <a:moveTo>
                      <a:pt x="5131" y="9922"/>
                    </a:moveTo>
                    <a:cubicBezTo>
                      <a:pt x="5139" y="9875"/>
                      <a:pt x="5148" y="9828"/>
                      <a:pt x="5150" y="9778"/>
                    </a:cubicBezTo>
                    <a:cubicBezTo>
                      <a:pt x="5170" y="9441"/>
                      <a:pt x="5055" y="9126"/>
                      <a:pt x="4849" y="8894"/>
                    </a:cubicBezTo>
                    <a:cubicBezTo>
                      <a:pt x="4644" y="8660"/>
                      <a:pt x="4348" y="8503"/>
                      <a:pt x="4010" y="8479"/>
                    </a:cubicBezTo>
                    <a:cubicBezTo>
                      <a:pt x="3673" y="8458"/>
                      <a:pt x="3361" y="8575"/>
                      <a:pt x="3124" y="8781"/>
                    </a:cubicBezTo>
                    <a:cubicBezTo>
                      <a:pt x="2921" y="8958"/>
                      <a:pt x="2777" y="9203"/>
                      <a:pt x="2729" y="9482"/>
                    </a:cubicBezTo>
                    <a:cubicBezTo>
                      <a:pt x="3309" y="9719"/>
                      <a:pt x="3936" y="9871"/>
                      <a:pt x="4594" y="9912"/>
                    </a:cubicBezTo>
                    <a:cubicBezTo>
                      <a:pt x="4777" y="9924"/>
                      <a:pt x="4954" y="9926"/>
                      <a:pt x="5131" y="992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53"/>
              <p:cNvSpPr/>
              <p:nvPr/>
            </p:nvSpPr>
            <p:spPr>
              <a:xfrm>
                <a:off x="6114357" y="3762165"/>
                <a:ext cx="55724" cy="55630"/>
              </a:xfrm>
              <a:custGeom>
                <a:rect b="b" l="l" r="r" t="t"/>
                <a:pathLst>
                  <a:path extrusionOk="0" h="1173" w="1175">
                    <a:moveTo>
                      <a:pt x="626" y="19"/>
                    </a:moveTo>
                    <a:cubicBezTo>
                      <a:pt x="936" y="40"/>
                      <a:pt x="1175" y="309"/>
                      <a:pt x="1154" y="624"/>
                    </a:cubicBezTo>
                    <a:cubicBezTo>
                      <a:pt x="1133" y="934"/>
                      <a:pt x="864" y="1173"/>
                      <a:pt x="552" y="1152"/>
                    </a:cubicBezTo>
                    <a:cubicBezTo>
                      <a:pt x="237" y="1132"/>
                      <a:pt x="0" y="862"/>
                      <a:pt x="21" y="550"/>
                    </a:cubicBezTo>
                    <a:cubicBezTo>
                      <a:pt x="42" y="237"/>
                      <a:pt x="311" y="1"/>
                      <a:pt x="626" y="1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08" name="Google Shape;908;p53"/>
          <p:cNvSpPr/>
          <p:nvPr/>
        </p:nvSpPr>
        <p:spPr>
          <a:xfrm>
            <a:off x="441892" y="4334348"/>
            <a:ext cx="649752" cy="649871"/>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9" name="Google Shape;909;p53"/>
          <p:cNvGrpSpPr/>
          <p:nvPr/>
        </p:nvGrpSpPr>
        <p:grpSpPr>
          <a:xfrm rot="585029">
            <a:off x="1392974" y="4072531"/>
            <a:ext cx="1045017" cy="1021596"/>
            <a:chOff x="7499398" y="624507"/>
            <a:chExt cx="1440046" cy="1407772"/>
          </a:xfrm>
        </p:grpSpPr>
        <p:sp>
          <p:nvSpPr>
            <p:cNvPr id="910" name="Google Shape;910;p53"/>
            <p:cNvSpPr/>
            <p:nvPr/>
          </p:nvSpPr>
          <p:spPr>
            <a:xfrm rot="-497753">
              <a:off x="7734887" y="799728"/>
              <a:ext cx="1129014" cy="1129014"/>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1" name="Google Shape;911;p53"/>
            <p:cNvGrpSpPr/>
            <p:nvPr/>
          </p:nvGrpSpPr>
          <p:grpSpPr>
            <a:xfrm rot="-1343739">
              <a:off x="7664174" y="789203"/>
              <a:ext cx="1078029" cy="1078380"/>
              <a:chOff x="5759760" y="3433415"/>
              <a:chExt cx="583422" cy="583612"/>
            </a:xfrm>
          </p:grpSpPr>
          <p:sp>
            <p:nvSpPr>
              <p:cNvPr id="912" name="Google Shape;912;p53"/>
              <p:cNvSpPr/>
              <p:nvPr/>
            </p:nvSpPr>
            <p:spPr>
              <a:xfrm>
                <a:off x="5759760" y="3433415"/>
                <a:ext cx="583422" cy="583612"/>
              </a:xfrm>
              <a:custGeom>
                <a:rect b="b" l="l" r="r" t="t"/>
                <a:pathLst>
                  <a:path extrusionOk="0" h="12306" w="12302">
                    <a:moveTo>
                      <a:pt x="6540" y="217"/>
                    </a:moveTo>
                    <a:cubicBezTo>
                      <a:pt x="9818" y="430"/>
                      <a:pt x="12302" y="3262"/>
                      <a:pt x="12090" y="6542"/>
                    </a:cubicBezTo>
                    <a:cubicBezTo>
                      <a:pt x="11876" y="9820"/>
                      <a:pt x="9042" y="12306"/>
                      <a:pt x="5762" y="12092"/>
                    </a:cubicBezTo>
                    <a:cubicBezTo>
                      <a:pt x="2487" y="11878"/>
                      <a:pt x="1" y="9047"/>
                      <a:pt x="214" y="5767"/>
                    </a:cubicBezTo>
                    <a:cubicBezTo>
                      <a:pt x="426" y="2487"/>
                      <a:pt x="3260" y="1"/>
                      <a:pt x="6540" y="217"/>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53"/>
              <p:cNvSpPr/>
              <p:nvPr/>
            </p:nvSpPr>
            <p:spPr>
              <a:xfrm>
                <a:off x="5834360" y="3463578"/>
                <a:ext cx="315613" cy="339421"/>
              </a:xfrm>
              <a:custGeom>
                <a:rect b="b" l="l" r="r" t="t"/>
                <a:pathLst>
                  <a:path extrusionOk="0" h="7157" w="6655">
                    <a:moveTo>
                      <a:pt x="5732" y="251"/>
                    </a:moveTo>
                    <a:cubicBezTo>
                      <a:pt x="5999" y="269"/>
                      <a:pt x="6233" y="393"/>
                      <a:pt x="6398" y="580"/>
                    </a:cubicBezTo>
                    <a:cubicBezTo>
                      <a:pt x="6562" y="769"/>
                      <a:pt x="6655" y="1016"/>
                      <a:pt x="6636" y="1283"/>
                    </a:cubicBezTo>
                    <a:cubicBezTo>
                      <a:pt x="6620" y="1551"/>
                      <a:pt x="6497" y="1783"/>
                      <a:pt x="6307" y="1947"/>
                    </a:cubicBezTo>
                    <a:cubicBezTo>
                      <a:pt x="6122" y="2112"/>
                      <a:pt x="5874" y="2205"/>
                      <a:pt x="5606" y="2188"/>
                    </a:cubicBezTo>
                    <a:cubicBezTo>
                      <a:pt x="5339" y="2170"/>
                      <a:pt x="5104" y="2046"/>
                      <a:pt x="4940" y="1859"/>
                    </a:cubicBezTo>
                    <a:cubicBezTo>
                      <a:pt x="4775" y="1674"/>
                      <a:pt x="4683" y="1423"/>
                      <a:pt x="4701" y="1156"/>
                    </a:cubicBezTo>
                    <a:cubicBezTo>
                      <a:pt x="4720" y="888"/>
                      <a:pt x="4843" y="656"/>
                      <a:pt x="5030" y="492"/>
                    </a:cubicBezTo>
                    <a:cubicBezTo>
                      <a:pt x="5216" y="329"/>
                      <a:pt x="5464" y="237"/>
                      <a:pt x="5732" y="251"/>
                    </a:cubicBezTo>
                    <a:close/>
                    <a:moveTo>
                      <a:pt x="1535" y="4298"/>
                    </a:moveTo>
                    <a:cubicBezTo>
                      <a:pt x="1925" y="4323"/>
                      <a:pt x="2271" y="4506"/>
                      <a:pt x="2509" y="4777"/>
                    </a:cubicBezTo>
                    <a:cubicBezTo>
                      <a:pt x="2748" y="5051"/>
                      <a:pt x="2884" y="5417"/>
                      <a:pt x="2859" y="5805"/>
                    </a:cubicBezTo>
                    <a:cubicBezTo>
                      <a:pt x="2832" y="6196"/>
                      <a:pt x="2651" y="6541"/>
                      <a:pt x="2378" y="6780"/>
                    </a:cubicBezTo>
                    <a:cubicBezTo>
                      <a:pt x="2106" y="7018"/>
                      <a:pt x="1740" y="7156"/>
                      <a:pt x="1350" y="7129"/>
                    </a:cubicBezTo>
                    <a:cubicBezTo>
                      <a:pt x="959" y="7105"/>
                      <a:pt x="616" y="6922"/>
                      <a:pt x="375" y="6650"/>
                    </a:cubicBezTo>
                    <a:cubicBezTo>
                      <a:pt x="136" y="6377"/>
                      <a:pt x="1" y="6009"/>
                      <a:pt x="25" y="5622"/>
                    </a:cubicBezTo>
                    <a:cubicBezTo>
                      <a:pt x="52" y="5231"/>
                      <a:pt x="235" y="4886"/>
                      <a:pt x="507" y="4647"/>
                    </a:cubicBezTo>
                    <a:cubicBezTo>
                      <a:pt x="780" y="4409"/>
                      <a:pt x="1144" y="4271"/>
                      <a:pt x="1535" y="4298"/>
                    </a:cubicBezTo>
                    <a:close/>
                    <a:moveTo>
                      <a:pt x="2333" y="4937"/>
                    </a:moveTo>
                    <a:cubicBezTo>
                      <a:pt x="2133" y="4711"/>
                      <a:pt x="1845" y="4559"/>
                      <a:pt x="1522" y="4538"/>
                    </a:cubicBezTo>
                    <a:cubicBezTo>
                      <a:pt x="1195" y="4518"/>
                      <a:pt x="893" y="4629"/>
                      <a:pt x="667" y="4830"/>
                    </a:cubicBezTo>
                    <a:cubicBezTo>
                      <a:pt x="441" y="5028"/>
                      <a:pt x="289" y="5316"/>
                      <a:pt x="268" y="5639"/>
                    </a:cubicBezTo>
                    <a:cubicBezTo>
                      <a:pt x="247" y="5966"/>
                      <a:pt x="358" y="6270"/>
                      <a:pt x="558" y="6496"/>
                    </a:cubicBezTo>
                    <a:cubicBezTo>
                      <a:pt x="759" y="6722"/>
                      <a:pt x="1043" y="6872"/>
                      <a:pt x="1368" y="6893"/>
                    </a:cubicBezTo>
                    <a:cubicBezTo>
                      <a:pt x="1695" y="6914"/>
                      <a:pt x="1997" y="6805"/>
                      <a:pt x="2224" y="6603"/>
                    </a:cubicBezTo>
                    <a:cubicBezTo>
                      <a:pt x="2452" y="6406"/>
                      <a:pt x="2602" y="6118"/>
                      <a:pt x="2622" y="5793"/>
                    </a:cubicBezTo>
                    <a:cubicBezTo>
                      <a:pt x="2643" y="5468"/>
                      <a:pt x="2530" y="5164"/>
                      <a:pt x="2333" y="4937"/>
                    </a:cubicBezTo>
                    <a:close/>
                    <a:moveTo>
                      <a:pt x="3468" y="12"/>
                    </a:moveTo>
                    <a:cubicBezTo>
                      <a:pt x="3638" y="23"/>
                      <a:pt x="3788" y="103"/>
                      <a:pt x="3891" y="220"/>
                    </a:cubicBezTo>
                    <a:cubicBezTo>
                      <a:pt x="3998" y="339"/>
                      <a:pt x="4056" y="498"/>
                      <a:pt x="4043" y="668"/>
                    </a:cubicBezTo>
                    <a:cubicBezTo>
                      <a:pt x="4033" y="837"/>
                      <a:pt x="3953" y="987"/>
                      <a:pt x="3836" y="1092"/>
                    </a:cubicBezTo>
                    <a:cubicBezTo>
                      <a:pt x="3716" y="1197"/>
                      <a:pt x="3558" y="1257"/>
                      <a:pt x="3387" y="1244"/>
                    </a:cubicBezTo>
                    <a:cubicBezTo>
                      <a:pt x="3219" y="1234"/>
                      <a:pt x="3069" y="1154"/>
                      <a:pt x="2964" y="1034"/>
                    </a:cubicBezTo>
                    <a:cubicBezTo>
                      <a:pt x="2859" y="917"/>
                      <a:pt x="2799" y="757"/>
                      <a:pt x="2812" y="588"/>
                    </a:cubicBezTo>
                    <a:cubicBezTo>
                      <a:pt x="2826" y="420"/>
                      <a:pt x="2902" y="269"/>
                      <a:pt x="3021" y="165"/>
                    </a:cubicBezTo>
                    <a:cubicBezTo>
                      <a:pt x="3139" y="60"/>
                      <a:pt x="3299" y="0"/>
                      <a:pt x="3468" y="12"/>
                    </a:cubicBezTo>
                    <a:close/>
                    <a:moveTo>
                      <a:pt x="3756" y="339"/>
                    </a:moveTo>
                    <a:cubicBezTo>
                      <a:pt x="3682" y="253"/>
                      <a:pt x="3577" y="198"/>
                      <a:pt x="3455" y="193"/>
                    </a:cubicBezTo>
                    <a:cubicBezTo>
                      <a:pt x="3334" y="185"/>
                      <a:pt x="3221" y="226"/>
                      <a:pt x="3139" y="300"/>
                    </a:cubicBezTo>
                    <a:cubicBezTo>
                      <a:pt x="3054" y="374"/>
                      <a:pt x="2997" y="481"/>
                      <a:pt x="2993" y="601"/>
                    </a:cubicBezTo>
                    <a:cubicBezTo>
                      <a:pt x="2984" y="722"/>
                      <a:pt x="3026" y="835"/>
                      <a:pt x="3100" y="917"/>
                    </a:cubicBezTo>
                    <a:cubicBezTo>
                      <a:pt x="3176" y="1002"/>
                      <a:pt x="3281" y="1055"/>
                      <a:pt x="3402" y="1063"/>
                    </a:cubicBezTo>
                    <a:cubicBezTo>
                      <a:pt x="3521" y="1071"/>
                      <a:pt x="3634" y="1030"/>
                      <a:pt x="3716" y="956"/>
                    </a:cubicBezTo>
                    <a:cubicBezTo>
                      <a:pt x="3803" y="882"/>
                      <a:pt x="3856" y="775"/>
                      <a:pt x="3865" y="656"/>
                    </a:cubicBezTo>
                    <a:cubicBezTo>
                      <a:pt x="3871" y="537"/>
                      <a:pt x="3830" y="424"/>
                      <a:pt x="3756" y="339"/>
                    </a:cubicBezTo>
                    <a:close/>
                    <a:moveTo>
                      <a:pt x="5719" y="432"/>
                    </a:moveTo>
                    <a:cubicBezTo>
                      <a:pt x="5503" y="415"/>
                      <a:pt x="5300" y="492"/>
                      <a:pt x="5150" y="627"/>
                    </a:cubicBezTo>
                    <a:cubicBezTo>
                      <a:pt x="4998" y="761"/>
                      <a:pt x="4895" y="950"/>
                      <a:pt x="4882" y="1170"/>
                    </a:cubicBezTo>
                    <a:cubicBezTo>
                      <a:pt x="4866" y="1386"/>
                      <a:pt x="4944" y="1588"/>
                      <a:pt x="5078" y="1740"/>
                    </a:cubicBezTo>
                    <a:cubicBezTo>
                      <a:pt x="5211" y="1892"/>
                      <a:pt x="5401" y="1995"/>
                      <a:pt x="5619" y="2007"/>
                    </a:cubicBezTo>
                    <a:cubicBezTo>
                      <a:pt x="5834" y="2024"/>
                      <a:pt x="6038" y="1945"/>
                      <a:pt x="6190" y="1812"/>
                    </a:cubicBezTo>
                    <a:cubicBezTo>
                      <a:pt x="6342" y="1678"/>
                      <a:pt x="6445" y="1487"/>
                      <a:pt x="6458" y="1269"/>
                    </a:cubicBezTo>
                    <a:cubicBezTo>
                      <a:pt x="6486" y="835"/>
                      <a:pt x="6157" y="459"/>
                      <a:pt x="5719" y="43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53"/>
              <p:cNvSpPr/>
              <p:nvPr/>
            </p:nvSpPr>
            <p:spPr>
              <a:xfrm>
                <a:off x="5815058" y="3536707"/>
                <a:ext cx="519161" cy="470788"/>
              </a:xfrm>
              <a:custGeom>
                <a:rect b="b" l="l" r="r" t="t"/>
                <a:pathLst>
                  <a:path extrusionOk="0" h="9927" w="10947">
                    <a:moveTo>
                      <a:pt x="9412" y="0"/>
                    </a:moveTo>
                    <a:cubicBezTo>
                      <a:pt x="10165" y="837"/>
                      <a:pt x="10679" y="1886"/>
                      <a:pt x="10860" y="3038"/>
                    </a:cubicBezTo>
                    <a:lnTo>
                      <a:pt x="10887" y="3219"/>
                    </a:lnTo>
                    <a:cubicBezTo>
                      <a:pt x="10934" y="3591"/>
                      <a:pt x="10946" y="3973"/>
                      <a:pt x="10922" y="4364"/>
                    </a:cubicBezTo>
                    <a:cubicBezTo>
                      <a:pt x="10899" y="4714"/>
                      <a:pt x="10848" y="5053"/>
                      <a:pt x="10768" y="5380"/>
                    </a:cubicBezTo>
                    <a:lnTo>
                      <a:pt x="10722" y="5555"/>
                    </a:lnTo>
                    <a:cubicBezTo>
                      <a:pt x="10054" y="7998"/>
                      <a:pt x="7878" y="9778"/>
                      <a:pt x="5316" y="9916"/>
                    </a:cubicBezTo>
                    <a:cubicBezTo>
                      <a:pt x="5324" y="9875"/>
                      <a:pt x="5326" y="9834"/>
                      <a:pt x="5328" y="9793"/>
                    </a:cubicBezTo>
                    <a:cubicBezTo>
                      <a:pt x="5355" y="9408"/>
                      <a:pt x="5222" y="9048"/>
                      <a:pt x="4985" y="8779"/>
                    </a:cubicBezTo>
                    <a:cubicBezTo>
                      <a:pt x="4749" y="8507"/>
                      <a:pt x="4409" y="8329"/>
                      <a:pt x="4023" y="8302"/>
                    </a:cubicBezTo>
                    <a:cubicBezTo>
                      <a:pt x="3638" y="8277"/>
                      <a:pt x="3278" y="8411"/>
                      <a:pt x="3009" y="8647"/>
                    </a:cubicBezTo>
                    <a:cubicBezTo>
                      <a:pt x="2785" y="8843"/>
                      <a:pt x="2626" y="9106"/>
                      <a:pt x="2561" y="9410"/>
                    </a:cubicBezTo>
                    <a:cubicBezTo>
                      <a:pt x="1508" y="8939"/>
                      <a:pt x="622" y="8174"/>
                      <a:pt x="0" y="7222"/>
                    </a:cubicBezTo>
                    <a:cubicBezTo>
                      <a:pt x="2532" y="7506"/>
                      <a:pt x="3509" y="7043"/>
                      <a:pt x="4434" y="5147"/>
                    </a:cubicBezTo>
                    <a:cubicBezTo>
                      <a:pt x="5417" y="3138"/>
                      <a:pt x="7218" y="5590"/>
                      <a:pt x="8004" y="2400"/>
                    </a:cubicBezTo>
                    <a:cubicBezTo>
                      <a:pt x="8370" y="893"/>
                      <a:pt x="8929" y="253"/>
                      <a:pt x="9412" y="0"/>
                    </a:cubicBezTo>
                    <a:close/>
                    <a:moveTo>
                      <a:pt x="5131" y="9922"/>
                    </a:moveTo>
                    <a:cubicBezTo>
                      <a:pt x="5139" y="9875"/>
                      <a:pt x="5148" y="9828"/>
                      <a:pt x="5150" y="9778"/>
                    </a:cubicBezTo>
                    <a:cubicBezTo>
                      <a:pt x="5170" y="9441"/>
                      <a:pt x="5055" y="9126"/>
                      <a:pt x="4849" y="8894"/>
                    </a:cubicBezTo>
                    <a:cubicBezTo>
                      <a:pt x="4644" y="8660"/>
                      <a:pt x="4348" y="8503"/>
                      <a:pt x="4010" y="8479"/>
                    </a:cubicBezTo>
                    <a:cubicBezTo>
                      <a:pt x="3673" y="8458"/>
                      <a:pt x="3361" y="8575"/>
                      <a:pt x="3124" y="8781"/>
                    </a:cubicBezTo>
                    <a:cubicBezTo>
                      <a:pt x="2921" y="8958"/>
                      <a:pt x="2777" y="9203"/>
                      <a:pt x="2729" y="9482"/>
                    </a:cubicBezTo>
                    <a:cubicBezTo>
                      <a:pt x="3309" y="9719"/>
                      <a:pt x="3936" y="9871"/>
                      <a:pt x="4594" y="9912"/>
                    </a:cubicBezTo>
                    <a:cubicBezTo>
                      <a:pt x="4777" y="9924"/>
                      <a:pt x="4954" y="9926"/>
                      <a:pt x="5131" y="992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53"/>
              <p:cNvSpPr/>
              <p:nvPr/>
            </p:nvSpPr>
            <p:spPr>
              <a:xfrm>
                <a:off x="6114357" y="3762165"/>
                <a:ext cx="55724" cy="55630"/>
              </a:xfrm>
              <a:custGeom>
                <a:rect b="b" l="l" r="r" t="t"/>
                <a:pathLst>
                  <a:path extrusionOk="0" h="1173" w="1175">
                    <a:moveTo>
                      <a:pt x="626" y="19"/>
                    </a:moveTo>
                    <a:cubicBezTo>
                      <a:pt x="936" y="40"/>
                      <a:pt x="1175" y="309"/>
                      <a:pt x="1154" y="624"/>
                    </a:cubicBezTo>
                    <a:cubicBezTo>
                      <a:pt x="1133" y="934"/>
                      <a:pt x="864" y="1173"/>
                      <a:pt x="552" y="1152"/>
                    </a:cubicBezTo>
                    <a:cubicBezTo>
                      <a:pt x="237" y="1132"/>
                      <a:pt x="0" y="862"/>
                      <a:pt x="21" y="550"/>
                    </a:cubicBezTo>
                    <a:cubicBezTo>
                      <a:pt x="42" y="237"/>
                      <a:pt x="311" y="1"/>
                      <a:pt x="626" y="1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16" name="Google Shape;916;p53"/>
          <p:cNvSpPr/>
          <p:nvPr/>
        </p:nvSpPr>
        <p:spPr>
          <a:xfrm>
            <a:off x="2586619" y="4361947"/>
            <a:ext cx="168275" cy="168302"/>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53"/>
          <p:cNvSpPr/>
          <p:nvPr/>
        </p:nvSpPr>
        <p:spPr>
          <a:xfrm>
            <a:off x="717614" y="2624730"/>
            <a:ext cx="98328" cy="98344"/>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mc:AlternateContent>
    <mc:Choice Requires="p14">
      <p:transition spd="slow" p14:dur="1200">
        <p14:prism dir="l"/>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54"/>
          <p:cNvSpPr/>
          <p:nvPr/>
        </p:nvSpPr>
        <p:spPr>
          <a:xfrm>
            <a:off x="962151" y="2246625"/>
            <a:ext cx="649748" cy="1675402"/>
          </a:xfrm>
          <a:custGeom>
            <a:rect b="b" l="l" r="r" t="t"/>
            <a:pathLst>
              <a:path extrusionOk="0" h="7807" w="3028">
                <a:moveTo>
                  <a:pt x="1243" y="7807"/>
                </a:moveTo>
                <a:lnTo>
                  <a:pt x="1243" y="1041"/>
                </a:lnTo>
                <a:lnTo>
                  <a:pt x="385" y="1897"/>
                </a:lnTo>
                <a:lnTo>
                  <a:pt x="1" y="1512"/>
                </a:lnTo>
                <a:lnTo>
                  <a:pt x="1514" y="1"/>
                </a:lnTo>
                <a:lnTo>
                  <a:pt x="3028" y="1512"/>
                </a:lnTo>
                <a:lnTo>
                  <a:pt x="2643" y="1897"/>
                </a:lnTo>
                <a:lnTo>
                  <a:pt x="1788" y="1041"/>
                </a:lnTo>
                <a:lnTo>
                  <a:pt x="1788" y="780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3" name="Google Shape;923;p54"/>
          <p:cNvGrpSpPr/>
          <p:nvPr/>
        </p:nvGrpSpPr>
        <p:grpSpPr>
          <a:xfrm>
            <a:off x="4882194" y="2169725"/>
            <a:ext cx="3123078" cy="1105100"/>
            <a:chOff x="1378750" y="2164200"/>
            <a:chExt cx="5607968" cy="1105100"/>
          </a:xfrm>
        </p:grpSpPr>
        <p:sp>
          <p:nvSpPr>
            <p:cNvPr id="924" name="Google Shape;924;p54"/>
            <p:cNvSpPr/>
            <p:nvPr/>
          </p:nvSpPr>
          <p:spPr>
            <a:xfrm>
              <a:off x="1443018" y="2249900"/>
              <a:ext cx="5543700" cy="1019400"/>
            </a:xfrm>
            <a:prstGeom prst="roundRect">
              <a:avLst>
                <a:gd fmla="val 16667" name="adj"/>
              </a:avLst>
            </a:prstGeom>
            <a:solidFill>
              <a:schemeClr val="lt1"/>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54"/>
            <p:cNvSpPr/>
            <p:nvPr/>
          </p:nvSpPr>
          <p:spPr>
            <a:xfrm>
              <a:off x="1378750" y="2164200"/>
              <a:ext cx="5543700" cy="1019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6" name="Google Shape;926;p54"/>
          <p:cNvSpPr/>
          <p:nvPr/>
        </p:nvSpPr>
        <p:spPr>
          <a:xfrm>
            <a:off x="2516952" y="1894226"/>
            <a:ext cx="2017702" cy="1537483"/>
          </a:xfrm>
          <a:custGeom>
            <a:rect b="b" l="l" r="r" t="t"/>
            <a:pathLst>
              <a:path extrusionOk="0" h="16869" w="19298">
                <a:moveTo>
                  <a:pt x="19298" y="1611"/>
                </a:moveTo>
                <a:lnTo>
                  <a:pt x="19298" y="16869"/>
                </a:lnTo>
                <a:lnTo>
                  <a:pt x="1" y="16869"/>
                </a:lnTo>
                <a:lnTo>
                  <a:pt x="1" y="1611"/>
                </a:lnTo>
                <a:cubicBezTo>
                  <a:pt x="1" y="1381"/>
                  <a:pt x="192" y="1189"/>
                  <a:pt x="422" y="1189"/>
                </a:cubicBezTo>
                <a:lnTo>
                  <a:pt x="10054" y="1189"/>
                </a:lnTo>
                <a:lnTo>
                  <a:pt x="10223" y="178"/>
                </a:lnTo>
                <a:cubicBezTo>
                  <a:pt x="10241" y="75"/>
                  <a:pt x="10330" y="1"/>
                  <a:pt x="10433" y="1"/>
                </a:cubicBezTo>
                <a:lnTo>
                  <a:pt x="16655" y="1"/>
                </a:lnTo>
                <a:cubicBezTo>
                  <a:pt x="16758" y="1"/>
                  <a:pt x="16844" y="77"/>
                  <a:pt x="16863" y="178"/>
                </a:cubicBezTo>
                <a:lnTo>
                  <a:pt x="17034" y="1189"/>
                </a:lnTo>
                <a:lnTo>
                  <a:pt x="18876" y="1189"/>
                </a:lnTo>
                <a:cubicBezTo>
                  <a:pt x="19110" y="1189"/>
                  <a:pt x="19298" y="1381"/>
                  <a:pt x="19298" y="1611"/>
                </a:cubicBezTo>
                <a:close/>
              </a:path>
            </a:pathLst>
          </a:custGeom>
          <a:solidFill>
            <a:srgbClr val="F8EF5B"/>
          </a:solidFill>
          <a:ln>
            <a:noFill/>
          </a:ln>
          <a:effectLst>
            <a:outerShdw rotWithShape="0" algn="bl" dir="3180000" dist="104775">
              <a:schemeClr val="lt1"/>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54"/>
          <p:cNvSpPr txBox="1"/>
          <p:nvPr>
            <p:ph idx="2" type="title"/>
          </p:nvPr>
        </p:nvSpPr>
        <p:spPr>
          <a:xfrm>
            <a:off x="2750750" y="2312875"/>
            <a:ext cx="1550100" cy="90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928" name="Google Shape;928;p54"/>
          <p:cNvSpPr txBox="1"/>
          <p:nvPr>
            <p:ph type="title"/>
          </p:nvPr>
        </p:nvSpPr>
        <p:spPr>
          <a:xfrm>
            <a:off x="4882250" y="2249600"/>
            <a:ext cx="31230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800"/>
              <a:t>Implementation</a:t>
            </a:r>
            <a:endParaRPr sz="2800"/>
          </a:p>
        </p:txBody>
      </p:sp>
      <p:sp>
        <p:nvSpPr>
          <p:cNvPr id="929" name="Google Shape;929;p54"/>
          <p:cNvSpPr txBox="1"/>
          <p:nvPr>
            <p:ph idx="1" type="subTitle"/>
          </p:nvPr>
        </p:nvSpPr>
        <p:spPr>
          <a:xfrm rot="330">
            <a:off x="4882175" y="3360625"/>
            <a:ext cx="3123000" cy="630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hlink"/>
              </a:buClr>
              <a:buSzPts val="1100"/>
              <a:buFont typeface="Arial"/>
              <a:buNone/>
            </a:pPr>
            <a:r>
              <a:rPr lang="en" sz="1200"/>
              <a:t>In-depth presentation of architecture and how we brought DevOps into space</a:t>
            </a:r>
            <a:endParaRPr sz="1200"/>
          </a:p>
          <a:p>
            <a:pPr indent="0" lvl="0" marL="0" rtl="0" algn="l">
              <a:spcBef>
                <a:spcPts val="0"/>
              </a:spcBef>
              <a:spcAft>
                <a:spcPts val="1600"/>
              </a:spcAft>
              <a:buNone/>
            </a:pPr>
            <a:r>
              <a:t/>
            </a:r>
            <a:endParaRPr sz="1300"/>
          </a:p>
        </p:txBody>
      </p:sp>
      <p:grpSp>
        <p:nvGrpSpPr>
          <p:cNvPr id="930" name="Google Shape;930;p54"/>
          <p:cNvGrpSpPr/>
          <p:nvPr/>
        </p:nvGrpSpPr>
        <p:grpSpPr>
          <a:xfrm rot="2700000">
            <a:off x="113546" y="2934666"/>
            <a:ext cx="1724943" cy="1686284"/>
            <a:chOff x="7499398" y="624507"/>
            <a:chExt cx="1440046" cy="1407772"/>
          </a:xfrm>
        </p:grpSpPr>
        <p:sp>
          <p:nvSpPr>
            <p:cNvPr id="931" name="Google Shape;931;p54"/>
            <p:cNvSpPr/>
            <p:nvPr/>
          </p:nvSpPr>
          <p:spPr>
            <a:xfrm rot="-497753">
              <a:off x="7734887" y="799728"/>
              <a:ext cx="1129014" cy="1129014"/>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2" name="Google Shape;932;p54"/>
            <p:cNvGrpSpPr/>
            <p:nvPr/>
          </p:nvGrpSpPr>
          <p:grpSpPr>
            <a:xfrm rot="-1343739">
              <a:off x="7664174" y="789203"/>
              <a:ext cx="1078029" cy="1078380"/>
              <a:chOff x="5759760" y="3433415"/>
              <a:chExt cx="583422" cy="583612"/>
            </a:xfrm>
          </p:grpSpPr>
          <p:sp>
            <p:nvSpPr>
              <p:cNvPr id="933" name="Google Shape;933;p54"/>
              <p:cNvSpPr/>
              <p:nvPr/>
            </p:nvSpPr>
            <p:spPr>
              <a:xfrm>
                <a:off x="5759760" y="3433415"/>
                <a:ext cx="583422" cy="583612"/>
              </a:xfrm>
              <a:custGeom>
                <a:rect b="b" l="l" r="r" t="t"/>
                <a:pathLst>
                  <a:path extrusionOk="0" h="12306" w="12302">
                    <a:moveTo>
                      <a:pt x="6540" y="217"/>
                    </a:moveTo>
                    <a:cubicBezTo>
                      <a:pt x="9818" y="430"/>
                      <a:pt x="12302" y="3262"/>
                      <a:pt x="12090" y="6542"/>
                    </a:cubicBezTo>
                    <a:cubicBezTo>
                      <a:pt x="11876" y="9820"/>
                      <a:pt x="9042" y="12306"/>
                      <a:pt x="5762" y="12092"/>
                    </a:cubicBezTo>
                    <a:cubicBezTo>
                      <a:pt x="2487" y="11878"/>
                      <a:pt x="1" y="9047"/>
                      <a:pt x="214" y="5767"/>
                    </a:cubicBezTo>
                    <a:cubicBezTo>
                      <a:pt x="426" y="2487"/>
                      <a:pt x="3260" y="1"/>
                      <a:pt x="6540" y="217"/>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54"/>
              <p:cNvSpPr/>
              <p:nvPr/>
            </p:nvSpPr>
            <p:spPr>
              <a:xfrm>
                <a:off x="5834360" y="3463578"/>
                <a:ext cx="315613" cy="339421"/>
              </a:xfrm>
              <a:custGeom>
                <a:rect b="b" l="l" r="r" t="t"/>
                <a:pathLst>
                  <a:path extrusionOk="0" h="7157" w="6655">
                    <a:moveTo>
                      <a:pt x="5732" y="251"/>
                    </a:moveTo>
                    <a:cubicBezTo>
                      <a:pt x="5999" y="269"/>
                      <a:pt x="6233" y="393"/>
                      <a:pt x="6398" y="580"/>
                    </a:cubicBezTo>
                    <a:cubicBezTo>
                      <a:pt x="6562" y="769"/>
                      <a:pt x="6655" y="1016"/>
                      <a:pt x="6636" y="1283"/>
                    </a:cubicBezTo>
                    <a:cubicBezTo>
                      <a:pt x="6620" y="1551"/>
                      <a:pt x="6497" y="1783"/>
                      <a:pt x="6307" y="1947"/>
                    </a:cubicBezTo>
                    <a:cubicBezTo>
                      <a:pt x="6122" y="2112"/>
                      <a:pt x="5874" y="2205"/>
                      <a:pt x="5606" y="2188"/>
                    </a:cubicBezTo>
                    <a:cubicBezTo>
                      <a:pt x="5339" y="2170"/>
                      <a:pt x="5104" y="2046"/>
                      <a:pt x="4940" y="1859"/>
                    </a:cubicBezTo>
                    <a:cubicBezTo>
                      <a:pt x="4775" y="1674"/>
                      <a:pt x="4683" y="1423"/>
                      <a:pt x="4701" y="1156"/>
                    </a:cubicBezTo>
                    <a:cubicBezTo>
                      <a:pt x="4720" y="888"/>
                      <a:pt x="4843" y="656"/>
                      <a:pt x="5030" y="492"/>
                    </a:cubicBezTo>
                    <a:cubicBezTo>
                      <a:pt x="5216" y="329"/>
                      <a:pt x="5464" y="237"/>
                      <a:pt x="5732" y="251"/>
                    </a:cubicBezTo>
                    <a:close/>
                    <a:moveTo>
                      <a:pt x="1535" y="4298"/>
                    </a:moveTo>
                    <a:cubicBezTo>
                      <a:pt x="1925" y="4323"/>
                      <a:pt x="2271" y="4506"/>
                      <a:pt x="2509" y="4777"/>
                    </a:cubicBezTo>
                    <a:cubicBezTo>
                      <a:pt x="2748" y="5051"/>
                      <a:pt x="2884" y="5417"/>
                      <a:pt x="2859" y="5805"/>
                    </a:cubicBezTo>
                    <a:cubicBezTo>
                      <a:pt x="2832" y="6196"/>
                      <a:pt x="2651" y="6541"/>
                      <a:pt x="2378" y="6780"/>
                    </a:cubicBezTo>
                    <a:cubicBezTo>
                      <a:pt x="2106" y="7018"/>
                      <a:pt x="1740" y="7156"/>
                      <a:pt x="1350" y="7129"/>
                    </a:cubicBezTo>
                    <a:cubicBezTo>
                      <a:pt x="959" y="7105"/>
                      <a:pt x="616" y="6922"/>
                      <a:pt x="375" y="6650"/>
                    </a:cubicBezTo>
                    <a:cubicBezTo>
                      <a:pt x="136" y="6377"/>
                      <a:pt x="1" y="6009"/>
                      <a:pt x="25" y="5622"/>
                    </a:cubicBezTo>
                    <a:cubicBezTo>
                      <a:pt x="52" y="5231"/>
                      <a:pt x="235" y="4886"/>
                      <a:pt x="507" y="4647"/>
                    </a:cubicBezTo>
                    <a:cubicBezTo>
                      <a:pt x="780" y="4409"/>
                      <a:pt x="1144" y="4271"/>
                      <a:pt x="1535" y="4298"/>
                    </a:cubicBezTo>
                    <a:close/>
                    <a:moveTo>
                      <a:pt x="2333" y="4937"/>
                    </a:moveTo>
                    <a:cubicBezTo>
                      <a:pt x="2133" y="4711"/>
                      <a:pt x="1845" y="4559"/>
                      <a:pt x="1522" y="4538"/>
                    </a:cubicBezTo>
                    <a:cubicBezTo>
                      <a:pt x="1195" y="4518"/>
                      <a:pt x="893" y="4629"/>
                      <a:pt x="667" y="4830"/>
                    </a:cubicBezTo>
                    <a:cubicBezTo>
                      <a:pt x="441" y="5028"/>
                      <a:pt x="289" y="5316"/>
                      <a:pt x="268" y="5639"/>
                    </a:cubicBezTo>
                    <a:cubicBezTo>
                      <a:pt x="247" y="5966"/>
                      <a:pt x="358" y="6270"/>
                      <a:pt x="558" y="6496"/>
                    </a:cubicBezTo>
                    <a:cubicBezTo>
                      <a:pt x="759" y="6722"/>
                      <a:pt x="1043" y="6872"/>
                      <a:pt x="1368" y="6893"/>
                    </a:cubicBezTo>
                    <a:cubicBezTo>
                      <a:pt x="1695" y="6914"/>
                      <a:pt x="1997" y="6805"/>
                      <a:pt x="2224" y="6603"/>
                    </a:cubicBezTo>
                    <a:cubicBezTo>
                      <a:pt x="2452" y="6406"/>
                      <a:pt x="2602" y="6118"/>
                      <a:pt x="2622" y="5793"/>
                    </a:cubicBezTo>
                    <a:cubicBezTo>
                      <a:pt x="2643" y="5468"/>
                      <a:pt x="2530" y="5164"/>
                      <a:pt x="2333" y="4937"/>
                    </a:cubicBezTo>
                    <a:close/>
                    <a:moveTo>
                      <a:pt x="3468" y="12"/>
                    </a:moveTo>
                    <a:cubicBezTo>
                      <a:pt x="3638" y="23"/>
                      <a:pt x="3788" y="103"/>
                      <a:pt x="3891" y="220"/>
                    </a:cubicBezTo>
                    <a:cubicBezTo>
                      <a:pt x="3998" y="339"/>
                      <a:pt x="4056" y="498"/>
                      <a:pt x="4043" y="668"/>
                    </a:cubicBezTo>
                    <a:cubicBezTo>
                      <a:pt x="4033" y="837"/>
                      <a:pt x="3953" y="987"/>
                      <a:pt x="3836" y="1092"/>
                    </a:cubicBezTo>
                    <a:cubicBezTo>
                      <a:pt x="3716" y="1197"/>
                      <a:pt x="3558" y="1257"/>
                      <a:pt x="3387" y="1244"/>
                    </a:cubicBezTo>
                    <a:cubicBezTo>
                      <a:pt x="3219" y="1234"/>
                      <a:pt x="3069" y="1154"/>
                      <a:pt x="2964" y="1034"/>
                    </a:cubicBezTo>
                    <a:cubicBezTo>
                      <a:pt x="2859" y="917"/>
                      <a:pt x="2799" y="757"/>
                      <a:pt x="2812" y="588"/>
                    </a:cubicBezTo>
                    <a:cubicBezTo>
                      <a:pt x="2826" y="420"/>
                      <a:pt x="2902" y="269"/>
                      <a:pt x="3021" y="165"/>
                    </a:cubicBezTo>
                    <a:cubicBezTo>
                      <a:pt x="3139" y="60"/>
                      <a:pt x="3299" y="0"/>
                      <a:pt x="3468" y="12"/>
                    </a:cubicBezTo>
                    <a:close/>
                    <a:moveTo>
                      <a:pt x="3756" y="339"/>
                    </a:moveTo>
                    <a:cubicBezTo>
                      <a:pt x="3682" y="253"/>
                      <a:pt x="3577" y="198"/>
                      <a:pt x="3455" y="193"/>
                    </a:cubicBezTo>
                    <a:cubicBezTo>
                      <a:pt x="3334" y="185"/>
                      <a:pt x="3221" y="226"/>
                      <a:pt x="3139" y="300"/>
                    </a:cubicBezTo>
                    <a:cubicBezTo>
                      <a:pt x="3054" y="374"/>
                      <a:pt x="2997" y="481"/>
                      <a:pt x="2993" y="601"/>
                    </a:cubicBezTo>
                    <a:cubicBezTo>
                      <a:pt x="2984" y="722"/>
                      <a:pt x="3026" y="835"/>
                      <a:pt x="3100" y="917"/>
                    </a:cubicBezTo>
                    <a:cubicBezTo>
                      <a:pt x="3176" y="1002"/>
                      <a:pt x="3281" y="1055"/>
                      <a:pt x="3402" y="1063"/>
                    </a:cubicBezTo>
                    <a:cubicBezTo>
                      <a:pt x="3521" y="1071"/>
                      <a:pt x="3634" y="1030"/>
                      <a:pt x="3716" y="956"/>
                    </a:cubicBezTo>
                    <a:cubicBezTo>
                      <a:pt x="3803" y="882"/>
                      <a:pt x="3856" y="775"/>
                      <a:pt x="3865" y="656"/>
                    </a:cubicBezTo>
                    <a:cubicBezTo>
                      <a:pt x="3871" y="537"/>
                      <a:pt x="3830" y="424"/>
                      <a:pt x="3756" y="339"/>
                    </a:cubicBezTo>
                    <a:close/>
                    <a:moveTo>
                      <a:pt x="5719" y="432"/>
                    </a:moveTo>
                    <a:cubicBezTo>
                      <a:pt x="5503" y="415"/>
                      <a:pt x="5300" y="492"/>
                      <a:pt x="5150" y="627"/>
                    </a:cubicBezTo>
                    <a:cubicBezTo>
                      <a:pt x="4998" y="761"/>
                      <a:pt x="4895" y="950"/>
                      <a:pt x="4882" y="1170"/>
                    </a:cubicBezTo>
                    <a:cubicBezTo>
                      <a:pt x="4866" y="1386"/>
                      <a:pt x="4944" y="1588"/>
                      <a:pt x="5078" y="1740"/>
                    </a:cubicBezTo>
                    <a:cubicBezTo>
                      <a:pt x="5211" y="1892"/>
                      <a:pt x="5401" y="1995"/>
                      <a:pt x="5619" y="2007"/>
                    </a:cubicBezTo>
                    <a:cubicBezTo>
                      <a:pt x="5834" y="2024"/>
                      <a:pt x="6038" y="1945"/>
                      <a:pt x="6190" y="1812"/>
                    </a:cubicBezTo>
                    <a:cubicBezTo>
                      <a:pt x="6342" y="1678"/>
                      <a:pt x="6445" y="1487"/>
                      <a:pt x="6458" y="1269"/>
                    </a:cubicBezTo>
                    <a:cubicBezTo>
                      <a:pt x="6486" y="835"/>
                      <a:pt x="6157" y="459"/>
                      <a:pt x="5719" y="43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54"/>
              <p:cNvSpPr/>
              <p:nvPr/>
            </p:nvSpPr>
            <p:spPr>
              <a:xfrm>
                <a:off x="5815058" y="3536707"/>
                <a:ext cx="519161" cy="470788"/>
              </a:xfrm>
              <a:custGeom>
                <a:rect b="b" l="l" r="r" t="t"/>
                <a:pathLst>
                  <a:path extrusionOk="0" h="9927" w="10947">
                    <a:moveTo>
                      <a:pt x="9412" y="0"/>
                    </a:moveTo>
                    <a:cubicBezTo>
                      <a:pt x="10165" y="837"/>
                      <a:pt x="10679" y="1886"/>
                      <a:pt x="10860" y="3038"/>
                    </a:cubicBezTo>
                    <a:lnTo>
                      <a:pt x="10887" y="3219"/>
                    </a:lnTo>
                    <a:cubicBezTo>
                      <a:pt x="10934" y="3591"/>
                      <a:pt x="10946" y="3973"/>
                      <a:pt x="10922" y="4364"/>
                    </a:cubicBezTo>
                    <a:cubicBezTo>
                      <a:pt x="10899" y="4714"/>
                      <a:pt x="10848" y="5053"/>
                      <a:pt x="10768" y="5380"/>
                    </a:cubicBezTo>
                    <a:lnTo>
                      <a:pt x="10722" y="5555"/>
                    </a:lnTo>
                    <a:cubicBezTo>
                      <a:pt x="10054" y="7998"/>
                      <a:pt x="7878" y="9778"/>
                      <a:pt x="5316" y="9916"/>
                    </a:cubicBezTo>
                    <a:cubicBezTo>
                      <a:pt x="5324" y="9875"/>
                      <a:pt x="5326" y="9834"/>
                      <a:pt x="5328" y="9793"/>
                    </a:cubicBezTo>
                    <a:cubicBezTo>
                      <a:pt x="5355" y="9408"/>
                      <a:pt x="5222" y="9048"/>
                      <a:pt x="4985" y="8779"/>
                    </a:cubicBezTo>
                    <a:cubicBezTo>
                      <a:pt x="4749" y="8507"/>
                      <a:pt x="4409" y="8329"/>
                      <a:pt x="4023" y="8302"/>
                    </a:cubicBezTo>
                    <a:cubicBezTo>
                      <a:pt x="3638" y="8277"/>
                      <a:pt x="3278" y="8411"/>
                      <a:pt x="3009" y="8647"/>
                    </a:cubicBezTo>
                    <a:cubicBezTo>
                      <a:pt x="2785" y="8843"/>
                      <a:pt x="2626" y="9106"/>
                      <a:pt x="2561" y="9410"/>
                    </a:cubicBezTo>
                    <a:cubicBezTo>
                      <a:pt x="1508" y="8939"/>
                      <a:pt x="622" y="8174"/>
                      <a:pt x="0" y="7222"/>
                    </a:cubicBezTo>
                    <a:cubicBezTo>
                      <a:pt x="2532" y="7506"/>
                      <a:pt x="3509" y="7043"/>
                      <a:pt x="4434" y="5147"/>
                    </a:cubicBezTo>
                    <a:cubicBezTo>
                      <a:pt x="5417" y="3138"/>
                      <a:pt x="7218" y="5590"/>
                      <a:pt x="8004" y="2400"/>
                    </a:cubicBezTo>
                    <a:cubicBezTo>
                      <a:pt x="8370" y="893"/>
                      <a:pt x="8929" y="253"/>
                      <a:pt x="9412" y="0"/>
                    </a:cubicBezTo>
                    <a:close/>
                    <a:moveTo>
                      <a:pt x="5131" y="9922"/>
                    </a:moveTo>
                    <a:cubicBezTo>
                      <a:pt x="5139" y="9875"/>
                      <a:pt x="5148" y="9828"/>
                      <a:pt x="5150" y="9778"/>
                    </a:cubicBezTo>
                    <a:cubicBezTo>
                      <a:pt x="5170" y="9441"/>
                      <a:pt x="5055" y="9126"/>
                      <a:pt x="4849" y="8894"/>
                    </a:cubicBezTo>
                    <a:cubicBezTo>
                      <a:pt x="4644" y="8660"/>
                      <a:pt x="4348" y="8503"/>
                      <a:pt x="4010" y="8479"/>
                    </a:cubicBezTo>
                    <a:cubicBezTo>
                      <a:pt x="3673" y="8458"/>
                      <a:pt x="3361" y="8575"/>
                      <a:pt x="3124" y="8781"/>
                    </a:cubicBezTo>
                    <a:cubicBezTo>
                      <a:pt x="2921" y="8958"/>
                      <a:pt x="2777" y="9203"/>
                      <a:pt x="2729" y="9482"/>
                    </a:cubicBezTo>
                    <a:cubicBezTo>
                      <a:pt x="3309" y="9719"/>
                      <a:pt x="3936" y="9871"/>
                      <a:pt x="4594" y="9912"/>
                    </a:cubicBezTo>
                    <a:cubicBezTo>
                      <a:pt x="4777" y="9924"/>
                      <a:pt x="4954" y="9926"/>
                      <a:pt x="5131" y="992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54"/>
              <p:cNvSpPr/>
              <p:nvPr/>
            </p:nvSpPr>
            <p:spPr>
              <a:xfrm>
                <a:off x="6114357" y="3762165"/>
                <a:ext cx="55724" cy="55630"/>
              </a:xfrm>
              <a:custGeom>
                <a:rect b="b" l="l" r="r" t="t"/>
                <a:pathLst>
                  <a:path extrusionOk="0" h="1173" w="1175">
                    <a:moveTo>
                      <a:pt x="626" y="19"/>
                    </a:moveTo>
                    <a:cubicBezTo>
                      <a:pt x="936" y="40"/>
                      <a:pt x="1175" y="309"/>
                      <a:pt x="1154" y="624"/>
                    </a:cubicBezTo>
                    <a:cubicBezTo>
                      <a:pt x="1133" y="934"/>
                      <a:pt x="864" y="1173"/>
                      <a:pt x="552" y="1152"/>
                    </a:cubicBezTo>
                    <a:cubicBezTo>
                      <a:pt x="237" y="1132"/>
                      <a:pt x="0" y="862"/>
                      <a:pt x="21" y="550"/>
                    </a:cubicBezTo>
                    <a:cubicBezTo>
                      <a:pt x="42" y="237"/>
                      <a:pt x="311" y="1"/>
                      <a:pt x="626" y="1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37" name="Google Shape;937;p54"/>
          <p:cNvSpPr/>
          <p:nvPr/>
        </p:nvSpPr>
        <p:spPr>
          <a:xfrm>
            <a:off x="441892" y="4334348"/>
            <a:ext cx="649752" cy="649871"/>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8" name="Google Shape;938;p54"/>
          <p:cNvGrpSpPr/>
          <p:nvPr/>
        </p:nvGrpSpPr>
        <p:grpSpPr>
          <a:xfrm rot="585029">
            <a:off x="1392974" y="4072531"/>
            <a:ext cx="1045017" cy="1021596"/>
            <a:chOff x="7499398" y="624507"/>
            <a:chExt cx="1440046" cy="1407772"/>
          </a:xfrm>
        </p:grpSpPr>
        <p:sp>
          <p:nvSpPr>
            <p:cNvPr id="939" name="Google Shape;939;p54"/>
            <p:cNvSpPr/>
            <p:nvPr/>
          </p:nvSpPr>
          <p:spPr>
            <a:xfrm rot="-497753">
              <a:off x="7734887" y="799728"/>
              <a:ext cx="1129014" cy="1129014"/>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0" name="Google Shape;940;p54"/>
            <p:cNvGrpSpPr/>
            <p:nvPr/>
          </p:nvGrpSpPr>
          <p:grpSpPr>
            <a:xfrm rot="-1343739">
              <a:off x="7664174" y="789203"/>
              <a:ext cx="1078029" cy="1078380"/>
              <a:chOff x="5759760" y="3433415"/>
              <a:chExt cx="583422" cy="583612"/>
            </a:xfrm>
          </p:grpSpPr>
          <p:sp>
            <p:nvSpPr>
              <p:cNvPr id="941" name="Google Shape;941;p54"/>
              <p:cNvSpPr/>
              <p:nvPr/>
            </p:nvSpPr>
            <p:spPr>
              <a:xfrm>
                <a:off x="5759760" y="3433415"/>
                <a:ext cx="583422" cy="583612"/>
              </a:xfrm>
              <a:custGeom>
                <a:rect b="b" l="l" r="r" t="t"/>
                <a:pathLst>
                  <a:path extrusionOk="0" h="12306" w="12302">
                    <a:moveTo>
                      <a:pt x="6540" y="217"/>
                    </a:moveTo>
                    <a:cubicBezTo>
                      <a:pt x="9818" y="430"/>
                      <a:pt x="12302" y="3262"/>
                      <a:pt x="12090" y="6542"/>
                    </a:cubicBezTo>
                    <a:cubicBezTo>
                      <a:pt x="11876" y="9820"/>
                      <a:pt x="9042" y="12306"/>
                      <a:pt x="5762" y="12092"/>
                    </a:cubicBezTo>
                    <a:cubicBezTo>
                      <a:pt x="2487" y="11878"/>
                      <a:pt x="1" y="9047"/>
                      <a:pt x="214" y="5767"/>
                    </a:cubicBezTo>
                    <a:cubicBezTo>
                      <a:pt x="426" y="2487"/>
                      <a:pt x="3260" y="1"/>
                      <a:pt x="6540" y="217"/>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54"/>
              <p:cNvSpPr/>
              <p:nvPr/>
            </p:nvSpPr>
            <p:spPr>
              <a:xfrm>
                <a:off x="5834360" y="3463578"/>
                <a:ext cx="315613" cy="339421"/>
              </a:xfrm>
              <a:custGeom>
                <a:rect b="b" l="l" r="r" t="t"/>
                <a:pathLst>
                  <a:path extrusionOk="0" h="7157" w="6655">
                    <a:moveTo>
                      <a:pt x="5732" y="251"/>
                    </a:moveTo>
                    <a:cubicBezTo>
                      <a:pt x="5999" y="269"/>
                      <a:pt x="6233" y="393"/>
                      <a:pt x="6398" y="580"/>
                    </a:cubicBezTo>
                    <a:cubicBezTo>
                      <a:pt x="6562" y="769"/>
                      <a:pt x="6655" y="1016"/>
                      <a:pt x="6636" y="1283"/>
                    </a:cubicBezTo>
                    <a:cubicBezTo>
                      <a:pt x="6620" y="1551"/>
                      <a:pt x="6497" y="1783"/>
                      <a:pt x="6307" y="1947"/>
                    </a:cubicBezTo>
                    <a:cubicBezTo>
                      <a:pt x="6122" y="2112"/>
                      <a:pt x="5874" y="2205"/>
                      <a:pt x="5606" y="2188"/>
                    </a:cubicBezTo>
                    <a:cubicBezTo>
                      <a:pt x="5339" y="2170"/>
                      <a:pt x="5104" y="2046"/>
                      <a:pt x="4940" y="1859"/>
                    </a:cubicBezTo>
                    <a:cubicBezTo>
                      <a:pt x="4775" y="1674"/>
                      <a:pt x="4683" y="1423"/>
                      <a:pt x="4701" y="1156"/>
                    </a:cubicBezTo>
                    <a:cubicBezTo>
                      <a:pt x="4720" y="888"/>
                      <a:pt x="4843" y="656"/>
                      <a:pt x="5030" y="492"/>
                    </a:cubicBezTo>
                    <a:cubicBezTo>
                      <a:pt x="5216" y="329"/>
                      <a:pt x="5464" y="237"/>
                      <a:pt x="5732" y="251"/>
                    </a:cubicBezTo>
                    <a:close/>
                    <a:moveTo>
                      <a:pt x="1535" y="4298"/>
                    </a:moveTo>
                    <a:cubicBezTo>
                      <a:pt x="1925" y="4323"/>
                      <a:pt x="2271" y="4506"/>
                      <a:pt x="2509" y="4777"/>
                    </a:cubicBezTo>
                    <a:cubicBezTo>
                      <a:pt x="2748" y="5051"/>
                      <a:pt x="2884" y="5417"/>
                      <a:pt x="2859" y="5805"/>
                    </a:cubicBezTo>
                    <a:cubicBezTo>
                      <a:pt x="2832" y="6196"/>
                      <a:pt x="2651" y="6541"/>
                      <a:pt x="2378" y="6780"/>
                    </a:cubicBezTo>
                    <a:cubicBezTo>
                      <a:pt x="2106" y="7018"/>
                      <a:pt x="1740" y="7156"/>
                      <a:pt x="1350" y="7129"/>
                    </a:cubicBezTo>
                    <a:cubicBezTo>
                      <a:pt x="959" y="7105"/>
                      <a:pt x="616" y="6922"/>
                      <a:pt x="375" y="6650"/>
                    </a:cubicBezTo>
                    <a:cubicBezTo>
                      <a:pt x="136" y="6377"/>
                      <a:pt x="1" y="6009"/>
                      <a:pt x="25" y="5622"/>
                    </a:cubicBezTo>
                    <a:cubicBezTo>
                      <a:pt x="52" y="5231"/>
                      <a:pt x="235" y="4886"/>
                      <a:pt x="507" y="4647"/>
                    </a:cubicBezTo>
                    <a:cubicBezTo>
                      <a:pt x="780" y="4409"/>
                      <a:pt x="1144" y="4271"/>
                      <a:pt x="1535" y="4298"/>
                    </a:cubicBezTo>
                    <a:close/>
                    <a:moveTo>
                      <a:pt x="2333" y="4937"/>
                    </a:moveTo>
                    <a:cubicBezTo>
                      <a:pt x="2133" y="4711"/>
                      <a:pt x="1845" y="4559"/>
                      <a:pt x="1522" y="4538"/>
                    </a:cubicBezTo>
                    <a:cubicBezTo>
                      <a:pt x="1195" y="4518"/>
                      <a:pt x="893" y="4629"/>
                      <a:pt x="667" y="4830"/>
                    </a:cubicBezTo>
                    <a:cubicBezTo>
                      <a:pt x="441" y="5028"/>
                      <a:pt x="289" y="5316"/>
                      <a:pt x="268" y="5639"/>
                    </a:cubicBezTo>
                    <a:cubicBezTo>
                      <a:pt x="247" y="5966"/>
                      <a:pt x="358" y="6270"/>
                      <a:pt x="558" y="6496"/>
                    </a:cubicBezTo>
                    <a:cubicBezTo>
                      <a:pt x="759" y="6722"/>
                      <a:pt x="1043" y="6872"/>
                      <a:pt x="1368" y="6893"/>
                    </a:cubicBezTo>
                    <a:cubicBezTo>
                      <a:pt x="1695" y="6914"/>
                      <a:pt x="1997" y="6805"/>
                      <a:pt x="2224" y="6603"/>
                    </a:cubicBezTo>
                    <a:cubicBezTo>
                      <a:pt x="2452" y="6406"/>
                      <a:pt x="2602" y="6118"/>
                      <a:pt x="2622" y="5793"/>
                    </a:cubicBezTo>
                    <a:cubicBezTo>
                      <a:pt x="2643" y="5468"/>
                      <a:pt x="2530" y="5164"/>
                      <a:pt x="2333" y="4937"/>
                    </a:cubicBezTo>
                    <a:close/>
                    <a:moveTo>
                      <a:pt x="3468" y="12"/>
                    </a:moveTo>
                    <a:cubicBezTo>
                      <a:pt x="3638" y="23"/>
                      <a:pt x="3788" y="103"/>
                      <a:pt x="3891" y="220"/>
                    </a:cubicBezTo>
                    <a:cubicBezTo>
                      <a:pt x="3998" y="339"/>
                      <a:pt x="4056" y="498"/>
                      <a:pt x="4043" y="668"/>
                    </a:cubicBezTo>
                    <a:cubicBezTo>
                      <a:pt x="4033" y="837"/>
                      <a:pt x="3953" y="987"/>
                      <a:pt x="3836" y="1092"/>
                    </a:cubicBezTo>
                    <a:cubicBezTo>
                      <a:pt x="3716" y="1197"/>
                      <a:pt x="3558" y="1257"/>
                      <a:pt x="3387" y="1244"/>
                    </a:cubicBezTo>
                    <a:cubicBezTo>
                      <a:pt x="3219" y="1234"/>
                      <a:pt x="3069" y="1154"/>
                      <a:pt x="2964" y="1034"/>
                    </a:cubicBezTo>
                    <a:cubicBezTo>
                      <a:pt x="2859" y="917"/>
                      <a:pt x="2799" y="757"/>
                      <a:pt x="2812" y="588"/>
                    </a:cubicBezTo>
                    <a:cubicBezTo>
                      <a:pt x="2826" y="420"/>
                      <a:pt x="2902" y="269"/>
                      <a:pt x="3021" y="165"/>
                    </a:cubicBezTo>
                    <a:cubicBezTo>
                      <a:pt x="3139" y="60"/>
                      <a:pt x="3299" y="0"/>
                      <a:pt x="3468" y="12"/>
                    </a:cubicBezTo>
                    <a:close/>
                    <a:moveTo>
                      <a:pt x="3756" y="339"/>
                    </a:moveTo>
                    <a:cubicBezTo>
                      <a:pt x="3682" y="253"/>
                      <a:pt x="3577" y="198"/>
                      <a:pt x="3455" y="193"/>
                    </a:cubicBezTo>
                    <a:cubicBezTo>
                      <a:pt x="3334" y="185"/>
                      <a:pt x="3221" y="226"/>
                      <a:pt x="3139" y="300"/>
                    </a:cubicBezTo>
                    <a:cubicBezTo>
                      <a:pt x="3054" y="374"/>
                      <a:pt x="2997" y="481"/>
                      <a:pt x="2993" y="601"/>
                    </a:cubicBezTo>
                    <a:cubicBezTo>
                      <a:pt x="2984" y="722"/>
                      <a:pt x="3026" y="835"/>
                      <a:pt x="3100" y="917"/>
                    </a:cubicBezTo>
                    <a:cubicBezTo>
                      <a:pt x="3176" y="1002"/>
                      <a:pt x="3281" y="1055"/>
                      <a:pt x="3402" y="1063"/>
                    </a:cubicBezTo>
                    <a:cubicBezTo>
                      <a:pt x="3521" y="1071"/>
                      <a:pt x="3634" y="1030"/>
                      <a:pt x="3716" y="956"/>
                    </a:cubicBezTo>
                    <a:cubicBezTo>
                      <a:pt x="3803" y="882"/>
                      <a:pt x="3856" y="775"/>
                      <a:pt x="3865" y="656"/>
                    </a:cubicBezTo>
                    <a:cubicBezTo>
                      <a:pt x="3871" y="537"/>
                      <a:pt x="3830" y="424"/>
                      <a:pt x="3756" y="339"/>
                    </a:cubicBezTo>
                    <a:close/>
                    <a:moveTo>
                      <a:pt x="5719" y="432"/>
                    </a:moveTo>
                    <a:cubicBezTo>
                      <a:pt x="5503" y="415"/>
                      <a:pt x="5300" y="492"/>
                      <a:pt x="5150" y="627"/>
                    </a:cubicBezTo>
                    <a:cubicBezTo>
                      <a:pt x="4998" y="761"/>
                      <a:pt x="4895" y="950"/>
                      <a:pt x="4882" y="1170"/>
                    </a:cubicBezTo>
                    <a:cubicBezTo>
                      <a:pt x="4866" y="1386"/>
                      <a:pt x="4944" y="1588"/>
                      <a:pt x="5078" y="1740"/>
                    </a:cubicBezTo>
                    <a:cubicBezTo>
                      <a:pt x="5211" y="1892"/>
                      <a:pt x="5401" y="1995"/>
                      <a:pt x="5619" y="2007"/>
                    </a:cubicBezTo>
                    <a:cubicBezTo>
                      <a:pt x="5834" y="2024"/>
                      <a:pt x="6038" y="1945"/>
                      <a:pt x="6190" y="1812"/>
                    </a:cubicBezTo>
                    <a:cubicBezTo>
                      <a:pt x="6342" y="1678"/>
                      <a:pt x="6445" y="1487"/>
                      <a:pt x="6458" y="1269"/>
                    </a:cubicBezTo>
                    <a:cubicBezTo>
                      <a:pt x="6486" y="835"/>
                      <a:pt x="6157" y="459"/>
                      <a:pt x="5719" y="43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54"/>
              <p:cNvSpPr/>
              <p:nvPr/>
            </p:nvSpPr>
            <p:spPr>
              <a:xfrm>
                <a:off x="5815058" y="3536707"/>
                <a:ext cx="519161" cy="470788"/>
              </a:xfrm>
              <a:custGeom>
                <a:rect b="b" l="l" r="r" t="t"/>
                <a:pathLst>
                  <a:path extrusionOk="0" h="9927" w="10947">
                    <a:moveTo>
                      <a:pt x="9412" y="0"/>
                    </a:moveTo>
                    <a:cubicBezTo>
                      <a:pt x="10165" y="837"/>
                      <a:pt x="10679" y="1886"/>
                      <a:pt x="10860" y="3038"/>
                    </a:cubicBezTo>
                    <a:lnTo>
                      <a:pt x="10887" y="3219"/>
                    </a:lnTo>
                    <a:cubicBezTo>
                      <a:pt x="10934" y="3591"/>
                      <a:pt x="10946" y="3973"/>
                      <a:pt x="10922" y="4364"/>
                    </a:cubicBezTo>
                    <a:cubicBezTo>
                      <a:pt x="10899" y="4714"/>
                      <a:pt x="10848" y="5053"/>
                      <a:pt x="10768" y="5380"/>
                    </a:cubicBezTo>
                    <a:lnTo>
                      <a:pt x="10722" y="5555"/>
                    </a:lnTo>
                    <a:cubicBezTo>
                      <a:pt x="10054" y="7998"/>
                      <a:pt x="7878" y="9778"/>
                      <a:pt x="5316" y="9916"/>
                    </a:cubicBezTo>
                    <a:cubicBezTo>
                      <a:pt x="5324" y="9875"/>
                      <a:pt x="5326" y="9834"/>
                      <a:pt x="5328" y="9793"/>
                    </a:cubicBezTo>
                    <a:cubicBezTo>
                      <a:pt x="5355" y="9408"/>
                      <a:pt x="5222" y="9048"/>
                      <a:pt x="4985" y="8779"/>
                    </a:cubicBezTo>
                    <a:cubicBezTo>
                      <a:pt x="4749" y="8507"/>
                      <a:pt x="4409" y="8329"/>
                      <a:pt x="4023" y="8302"/>
                    </a:cubicBezTo>
                    <a:cubicBezTo>
                      <a:pt x="3638" y="8277"/>
                      <a:pt x="3278" y="8411"/>
                      <a:pt x="3009" y="8647"/>
                    </a:cubicBezTo>
                    <a:cubicBezTo>
                      <a:pt x="2785" y="8843"/>
                      <a:pt x="2626" y="9106"/>
                      <a:pt x="2561" y="9410"/>
                    </a:cubicBezTo>
                    <a:cubicBezTo>
                      <a:pt x="1508" y="8939"/>
                      <a:pt x="622" y="8174"/>
                      <a:pt x="0" y="7222"/>
                    </a:cubicBezTo>
                    <a:cubicBezTo>
                      <a:pt x="2532" y="7506"/>
                      <a:pt x="3509" y="7043"/>
                      <a:pt x="4434" y="5147"/>
                    </a:cubicBezTo>
                    <a:cubicBezTo>
                      <a:pt x="5417" y="3138"/>
                      <a:pt x="7218" y="5590"/>
                      <a:pt x="8004" y="2400"/>
                    </a:cubicBezTo>
                    <a:cubicBezTo>
                      <a:pt x="8370" y="893"/>
                      <a:pt x="8929" y="253"/>
                      <a:pt x="9412" y="0"/>
                    </a:cubicBezTo>
                    <a:close/>
                    <a:moveTo>
                      <a:pt x="5131" y="9922"/>
                    </a:moveTo>
                    <a:cubicBezTo>
                      <a:pt x="5139" y="9875"/>
                      <a:pt x="5148" y="9828"/>
                      <a:pt x="5150" y="9778"/>
                    </a:cubicBezTo>
                    <a:cubicBezTo>
                      <a:pt x="5170" y="9441"/>
                      <a:pt x="5055" y="9126"/>
                      <a:pt x="4849" y="8894"/>
                    </a:cubicBezTo>
                    <a:cubicBezTo>
                      <a:pt x="4644" y="8660"/>
                      <a:pt x="4348" y="8503"/>
                      <a:pt x="4010" y="8479"/>
                    </a:cubicBezTo>
                    <a:cubicBezTo>
                      <a:pt x="3673" y="8458"/>
                      <a:pt x="3361" y="8575"/>
                      <a:pt x="3124" y="8781"/>
                    </a:cubicBezTo>
                    <a:cubicBezTo>
                      <a:pt x="2921" y="8958"/>
                      <a:pt x="2777" y="9203"/>
                      <a:pt x="2729" y="9482"/>
                    </a:cubicBezTo>
                    <a:cubicBezTo>
                      <a:pt x="3309" y="9719"/>
                      <a:pt x="3936" y="9871"/>
                      <a:pt x="4594" y="9912"/>
                    </a:cubicBezTo>
                    <a:cubicBezTo>
                      <a:pt x="4777" y="9924"/>
                      <a:pt x="4954" y="9926"/>
                      <a:pt x="5131" y="992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54"/>
              <p:cNvSpPr/>
              <p:nvPr/>
            </p:nvSpPr>
            <p:spPr>
              <a:xfrm>
                <a:off x="6114357" y="3762165"/>
                <a:ext cx="55724" cy="55630"/>
              </a:xfrm>
              <a:custGeom>
                <a:rect b="b" l="l" r="r" t="t"/>
                <a:pathLst>
                  <a:path extrusionOk="0" h="1173" w="1175">
                    <a:moveTo>
                      <a:pt x="626" y="19"/>
                    </a:moveTo>
                    <a:cubicBezTo>
                      <a:pt x="936" y="40"/>
                      <a:pt x="1175" y="309"/>
                      <a:pt x="1154" y="624"/>
                    </a:cubicBezTo>
                    <a:cubicBezTo>
                      <a:pt x="1133" y="934"/>
                      <a:pt x="864" y="1173"/>
                      <a:pt x="552" y="1152"/>
                    </a:cubicBezTo>
                    <a:cubicBezTo>
                      <a:pt x="237" y="1132"/>
                      <a:pt x="0" y="862"/>
                      <a:pt x="21" y="550"/>
                    </a:cubicBezTo>
                    <a:cubicBezTo>
                      <a:pt x="42" y="237"/>
                      <a:pt x="311" y="1"/>
                      <a:pt x="626" y="1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45" name="Google Shape;945;p54"/>
          <p:cNvSpPr/>
          <p:nvPr/>
        </p:nvSpPr>
        <p:spPr>
          <a:xfrm>
            <a:off x="2586619" y="4361947"/>
            <a:ext cx="168275" cy="168302"/>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54"/>
          <p:cNvSpPr/>
          <p:nvPr/>
        </p:nvSpPr>
        <p:spPr>
          <a:xfrm>
            <a:off x="717614" y="2624730"/>
            <a:ext cx="98328" cy="98344"/>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mc:AlternateContent>
    <mc:Choice Requires="p14">
      <p:transition spd="slow" p14:dur="1200">
        <p14:prism dir="l"/>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50" name="Shape 950"/>
        <p:cNvGrpSpPr/>
        <p:nvPr/>
      </p:nvGrpSpPr>
      <p:grpSpPr>
        <a:xfrm>
          <a:off x="0" y="0"/>
          <a:ext cx="0" cy="0"/>
          <a:chOff x="0" y="0"/>
          <a:chExt cx="0" cy="0"/>
        </a:xfrm>
      </p:grpSpPr>
      <p:sp>
        <p:nvSpPr>
          <p:cNvPr id="951" name="Google Shape;951;p55"/>
          <p:cNvSpPr/>
          <p:nvPr/>
        </p:nvSpPr>
        <p:spPr>
          <a:xfrm>
            <a:off x="381100" y="1422450"/>
            <a:ext cx="3070200" cy="2298600"/>
          </a:xfrm>
          <a:prstGeom prst="roundRect">
            <a:avLst>
              <a:gd fmla="val 6976"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55"/>
          <p:cNvSpPr/>
          <p:nvPr/>
        </p:nvSpPr>
        <p:spPr>
          <a:xfrm>
            <a:off x="477750" y="1469200"/>
            <a:ext cx="2878966" cy="2134539"/>
          </a:xfrm>
          <a:custGeom>
            <a:rect b="b" l="l" r="r" t="t"/>
            <a:pathLst>
              <a:path extrusionOk="0" h="14291" w="13231">
                <a:moveTo>
                  <a:pt x="368" y="1054"/>
                </a:moveTo>
                <a:cubicBezTo>
                  <a:pt x="368" y="1054"/>
                  <a:pt x="0" y="13182"/>
                  <a:pt x="685" y="13708"/>
                </a:cubicBezTo>
                <a:cubicBezTo>
                  <a:pt x="1368" y="14237"/>
                  <a:pt x="12496" y="14290"/>
                  <a:pt x="12863" y="13499"/>
                </a:cubicBezTo>
                <a:cubicBezTo>
                  <a:pt x="13231" y="12707"/>
                  <a:pt x="13128" y="683"/>
                  <a:pt x="12071" y="581"/>
                </a:cubicBezTo>
                <a:cubicBezTo>
                  <a:pt x="11018" y="474"/>
                  <a:pt x="578" y="1"/>
                  <a:pt x="368" y="105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55"/>
          <p:cNvSpPr txBox="1"/>
          <p:nvPr>
            <p:ph type="title"/>
          </p:nvPr>
        </p:nvSpPr>
        <p:spPr>
          <a:xfrm>
            <a:off x="713800" y="1654950"/>
            <a:ext cx="2404800" cy="183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n" sz="2200">
                <a:solidFill>
                  <a:schemeClr val="lt1"/>
                </a:solidFill>
              </a:rPr>
              <a:t>Technology</a:t>
            </a:r>
            <a:br>
              <a:rPr b="0" lang="en" sz="2200">
                <a:solidFill>
                  <a:schemeClr val="lt1"/>
                </a:solidFill>
              </a:rPr>
            </a:br>
            <a:r>
              <a:rPr b="0" lang="en" sz="2200">
                <a:solidFill>
                  <a:schemeClr val="lt1"/>
                </a:solidFill>
              </a:rPr>
              <a:t>agnostic Space Edge clustered Kubernetes architecture</a:t>
            </a:r>
            <a:endParaRPr b="0" sz="2200">
              <a:solidFill>
                <a:schemeClr val="lt1"/>
              </a:solidFill>
            </a:endParaRPr>
          </a:p>
        </p:txBody>
      </p:sp>
      <p:pic>
        <p:nvPicPr>
          <p:cNvPr id="954" name="Google Shape;954;p55" title="space_edge_clustered_architecture.png"/>
          <p:cNvPicPr preferRelativeResize="0"/>
          <p:nvPr/>
        </p:nvPicPr>
        <p:blipFill>
          <a:blip r:embed="rId3">
            <a:alphaModFix/>
          </a:blip>
          <a:stretch>
            <a:fillRect/>
          </a:stretch>
        </p:blipFill>
        <p:spPr>
          <a:xfrm>
            <a:off x="3935000" y="85500"/>
            <a:ext cx="5005449" cy="4972524"/>
          </a:xfrm>
          <a:prstGeom prst="rect">
            <a:avLst/>
          </a:prstGeom>
          <a:noFill/>
          <a:ln>
            <a:noFill/>
          </a:ln>
          <a:effectLst>
            <a:outerShdw blurRad="57150" rotWithShape="0" algn="bl" dir="2100000" dist="95250">
              <a:srgbClr val="000000">
                <a:alpha val="50000"/>
              </a:srgbClr>
            </a:outerShdw>
          </a:effectLst>
        </p:spPr>
      </p:pic>
      <p:sp>
        <p:nvSpPr>
          <p:cNvPr id="955" name="Google Shape;955;p55"/>
          <p:cNvSpPr/>
          <p:nvPr/>
        </p:nvSpPr>
        <p:spPr>
          <a:xfrm>
            <a:off x="1358552" y="4631250"/>
            <a:ext cx="269120" cy="279249"/>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6" name="Google Shape;956;p55"/>
          <p:cNvGrpSpPr/>
          <p:nvPr/>
        </p:nvGrpSpPr>
        <p:grpSpPr>
          <a:xfrm>
            <a:off x="1099364" y="4008027"/>
            <a:ext cx="587871" cy="512373"/>
            <a:chOff x="6000100" y="3076250"/>
            <a:chExt cx="587871" cy="512373"/>
          </a:xfrm>
        </p:grpSpPr>
        <p:sp>
          <p:nvSpPr>
            <p:cNvPr id="957" name="Google Shape;957;p55"/>
            <p:cNvSpPr/>
            <p:nvPr/>
          </p:nvSpPr>
          <p:spPr>
            <a:xfrm>
              <a:off x="6000100" y="3076250"/>
              <a:ext cx="587871" cy="512373"/>
            </a:xfrm>
            <a:custGeom>
              <a:rect b="b" l="l" r="r" t="t"/>
              <a:pathLst>
                <a:path extrusionOk="0" h="88838" w="101884">
                  <a:moveTo>
                    <a:pt x="50272" y="0"/>
                  </a:moveTo>
                  <a:cubicBezTo>
                    <a:pt x="31897" y="0"/>
                    <a:pt x="14791" y="11087"/>
                    <a:pt x="8322" y="29000"/>
                  </a:cubicBezTo>
                  <a:cubicBezTo>
                    <a:pt x="1" y="51995"/>
                    <a:pt x="12332" y="77546"/>
                    <a:pt x="35878" y="86063"/>
                  </a:cubicBezTo>
                  <a:cubicBezTo>
                    <a:pt x="41078" y="87945"/>
                    <a:pt x="46391" y="88838"/>
                    <a:pt x="51602" y="88838"/>
                  </a:cubicBezTo>
                  <a:cubicBezTo>
                    <a:pt x="69970" y="88838"/>
                    <a:pt x="87079" y="77751"/>
                    <a:pt x="93562" y="59838"/>
                  </a:cubicBezTo>
                  <a:cubicBezTo>
                    <a:pt x="101883" y="36843"/>
                    <a:pt x="89534" y="11292"/>
                    <a:pt x="66006" y="2775"/>
                  </a:cubicBezTo>
                  <a:cubicBezTo>
                    <a:pt x="60802" y="893"/>
                    <a:pt x="55486" y="0"/>
                    <a:pt x="50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8" name="Google Shape;958;p55"/>
            <p:cNvGrpSpPr/>
            <p:nvPr/>
          </p:nvGrpSpPr>
          <p:grpSpPr>
            <a:xfrm>
              <a:off x="6031360" y="3076713"/>
              <a:ext cx="539107" cy="480965"/>
              <a:chOff x="6031360" y="3076713"/>
              <a:chExt cx="539107" cy="480965"/>
            </a:xfrm>
          </p:grpSpPr>
          <p:sp>
            <p:nvSpPr>
              <p:cNvPr id="959" name="Google Shape;959;p55"/>
              <p:cNvSpPr/>
              <p:nvPr/>
            </p:nvSpPr>
            <p:spPr>
              <a:xfrm>
                <a:off x="6160232" y="3107767"/>
                <a:ext cx="410235" cy="449911"/>
              </a:xfrm>
              <a:custGeom>
                <a:rect b="b" l="l" r="r" t="t"/>
                <a:pathLst>
                  <a:path extrusionOk="0" h="78008" w="71098">
                    <a:moveTo>
                      <a:pt x="36108" y="3531"/>
                    </a:moveTo>
                    <a:lnTo>
                      <a:pt x="36835" y="4631"/>
                    </a:lnTo>
                    <a:cubicBezTo>
                      <a:pt x="36551" y="4826"/>
                      <a:pt x="36268" y="5039"/>
                      <a:pt x="35948" y="5217"/>
                    </a:cubicBezTo>
                    <a:cubicBezTo>
                      <a:pt x="35043" y="5749"/>
                      <a:pt x="34635" y="6459"/>
                      <a:pt x="35132" y="7488"/>
                    </a:cubicBezTo>
                    <a:cubicBezTo>
                      <a:pt x="35486" y="8208"/>
                      <a:pt x="35984" y="8561"/>
                      <a:pt x="36635" y="8561"/>
                    </a:cubicBezTo>
                    <a:cubicBezTo>
                      <a:pt x="36866" y="8561"/>
                      <a:pt x="37116" y="8517"/>
                      <a:pt x="37385" y="8428"/>
                    </a:cubicBezTo>
                    <a:cubicBezTo>
                      <a:pt x="37776" y="8304"/>
                      <a:pt x="38184" y="8198"/>
                      <a:pt x="38752" y="8056"/>
                    </a:cubicBezTo>
                    <a:lnTo>
                      <a:pt x="38752" y="8056"/>
                    </a:lnTo>
                    <a:cubicBezTo>
                      <a:pt x="38412" y="9075"/>
                      <a:pt x="37909" y="9331"/>
                      <a:pt x="37373" y="9331"/>
                    </a:cubicBezTo>
                    <a:cubicBezTo>
                      <a:pt x="36833" y="9331"/>
                      <a:pt x="36258" y="9072"/>
                      <a:pt x="35779" y="9072"/>
                    </a:cubicBezTo>
                    <a:cubicBezTo>
                      <a:pt x="35690" y="9072"/>
                      <a:pt x="35604" y="9081"/>
                      <a:pt x="35522" y="9102"/>
                    </a:cubicBezTo>
                    <a:lnTo>
                      <a:pt x="33162" y="11977"/>
                    </a:lnTo>
                    <a:lnTo>
                      <a:pt x="28585" y="11037"/>
                    </a:lnTo>
                    <a:lnTo>
                      <a:pt x="31832" y="10238"/>
                    </a:lnTo>
                    <a:cubicBezTo>
                      <a:pt x="32825" y="8162"/>
                      <a:pt x="33127" y="7062"/>
                      <a:pt x="32914" y="6228"/>
                    </a:cubicBezTo>
                    <a:lnTo>
                      <a:pt x="36108" y="3531"/>
                    </a:lnTo>
                    <a:close/>
                    <a:moveTo>
                      <a:pt x="38947" y="36232"/>
                    </a:moveTo>
                    <a:lnTo>
                      <a:pt x="38947" y="36232"/>
                    </a:lnTo>
                    <a:cubicBezTo>
                      <a:pt x="40402" y="36374"/>
                      <a:pt x="40561" y="37705"/>
                      <a:pt x="41253" y="38486"/>
                    </a:cubicBezTo>
                    <a:cubicBezTo>
                      <a:pt x="40278" y="40029"/>
                      <a:pt x="42194" y="41076"/>
                      <a:pt x="41963" y="42673"/>
                    </a:cubicBezTo>
                    <a:cubicBezTo>
                      <a:pt x="41786" y="43862"/>
                      <a:pt x="42833" y="45264"/>
                      <a:pt x="43241" y="46648"/>
                    </a:cubicBezTo>
                    <a:cubicBezTo>
                      <a:pt x="43560" y="47641"/>
                      <a:pt x="43507" y="48741"/>
                      <a:pt x="43046" y="49699"/>
                    </a:cubicBezTo>
                    <a:lnTo>
                      <a:pt x="40473" y="45760"/>
                    </a:lnTo>
                    <a:cubicBezTo>
                      <a:pt x="41449" y="42726"/>
                      <a:pt x="39160" y="39728"/>
                      <a:pt x="38947" y="36232"/>
                    </a:cubicBezTo>
                    <a:close/>
                    <a:moveTo>
                      <a:pt x="36430" y="1"/>
                    </a:moveTo>
                    <a:cubicBezTo>
                      <a:pt x="35873" y="1"/>
                      <a:pt x="35316" y="87"/>
                      <a:pt x="34759" y="284"/>
                    </a:cubicBezTo>
                    <a:cubicBezTo>
                      <a:pt x="33659" y="657"/>
                      <a:pt x="32346" y="870"/>
                      <a:pt x="31885" y="2005"/>
                    </a:cubicBezTo>
                    <a:cubicBezTo>
                      <a:pt x="31264" y="3567"/>
                      <a:pt x="29809" y="3549"/>
                      <a:pt x="28656" y="3992"/>
                    </a:cubicBezTo>
                    <a:cubicBezTo>
                      <a:pt x="26331" y="4826"/>
                      <a:pt x="26012" y="5465"/>
                      <a:pt x="27006" y="7683"/>
                    </a:cubicBezTo>
                    <a:lnTo>
                      <a:pt x="29791" y="7736"/>
                    </a:lnTo>
                    <a:lnTo>
                      <a:pt x="29046" y="10327"/>
                    </a:lnTo>
                    <a:lnTo>
                      <a:pt x="28425" y="7736"/>
                    </a:lnTo>
                    <a:lnTo>
                      <a:pt x="26633" y="11143"/>
                    </a:lnTo>
                    <a:cubicBezTo>
                      <a:pt x="25746" y="11374"/>
                      <a:pt x="24734" y="11391"/>
                      <a:pt x="24113" y="11870"/>
                    </a:cubicBezTo>
                    <a:cubicBezTo>
                      <a:pt x="22960" y="12775"/>
                      <a:pt x="21328" y="12509"/>
                      <a:pt x="20352" y="13680"/>
                    </a:cubicBezTo>
                    <a:lnTo>
                      <a:pt x="19695" y="12900"/>
                    </a:lnTo>
                    <a:lnTo>
                      <a:pt x="18808" y="14106"/>
                    </a:lnTo>
                    <a:cubicBezTo>
                      <a:pt x="18523" y="13971"/>
                      <a:pt x="18518" y="13452"/>
                      <a:pt x="18160" y="13452"/>
                    </a:cubicBezTo>
                    <a:cubicBezTo>
                      <a:pt x="18049" y="13452"/>
                      <a:pt x="17905" y="13501"/>
                      <a:pt x="17708" y="13627"/>
                    </a:cubicBezTo>
                    <a:lnTo>
                      <a:pt x="18560" y="17193"/>
                    </a:lnTo>
                    <a:cubicBezTo>
                      <a:pt x="17972" y="17718"/>
                      <a:pt x="17385" y="18062"/>
                      <a:pt x="16823" y="18062"/>
                    </a:cubicBezTo>
                    <a:cubicBezTo>
                      <a:pt x="16435" y="18062"/>
                      <a:pt x="16059" y="17897"/>
                      <a:pt x="15703" y="17513"/>
                    </a:cubicBezTo>
                    <a:cubicBezTo>
                      <a:pt x="14869" y="16626"/>
                      <a:pt x="13929" y="16750"/>
                      <a:pt x="13112" y="16643"/>
                    </a:cubicBezTo>
                    <a:lnTo>
                      <a:pt x="11196" y="21381"/>
                    </a:lnTo>
                    <a:cubicBezTo>
                      <a:pt x="11922" y="22616"/>
                      <a:pt x="12753" y="22986"/>
                      <a:pt x="13632" y="22986"/>
                    </a:cubicBezTo>
                    <a:cubicBezTo>
                      <a:pt x="14835" y="22986"/>
                      <a:pt x="16130" y="22292"/>
                      <a:pt x="17371" y="22179"/>
                    </a:cubicBezTo>
                    <a:lnTo>
                      <a:pt x="17868" y="20618"/>
                    </a:lnTo>
                    <a:cubicBezTo>
                      <a:pt x="19961" y="20600"/>
                      <a:pt x="19961" y="20600"/>
                      <a:pt x="21594" y="18879"/>
                    </a:cubicBezTo>
                    <a:lnTo>
                      <a:pt x="22587" y="19784"/>
                    </a:lnTo>
                    <a:lnTo>
                      <a:pt x="24646" y="19181"/>
                    </a:lnTo>
                    <a:lnTo>
                      <a:pt x="28762" y="24788"/>
                    </a:lnTo>
                    <a:lnTo>
                      <a:pt x="24930" y="23971"/>
                    </a:lnTo>
                    <a:lnTo>
                      <a:pt x="24930" y="23971"/>
                    </a:lnTo>
                    <a:lnTo>
                      <a:pt x="26544" y="25746"/>
                    </a:lnTo>
                    <a:cubicBezTo>
                      <a:pt x="28177" y="25604"/>
                      <a:pt x="29507" y="24930"/>
                      <a:pt x="30182" y="23209"/>
                    </a:cubicBezTo>
                    <a:cubicBezTo>
                      <a:pt x="29738" y="22747"/>
                      <a:pt x="29365" y="22321"/>
                      <a:pt x="28957" y="21949"/>
                    </a:cubicBezTo>
                    <a:cubicBezTo>
                      <a:pt x="28017" y="21150"/>
                      <a:pt x="27165" y="20352"/>
                      <a:pt x="27502" y="18400"/>
                    </a:cubicBezTo>
                    <a:lnTo>
                      <a:pt x="27502" y="18400"/>
                    </a:lnTo>
                    <a:cubicBezTo>
                      <a:pt x="28336" y="19678"/>
                      <a:pt x="28709" y="20902"/>
                      <a:pt x="29472" y="21239"/>
                    </a:cubicBezTo>
                    <a:cubicBezTo>
                      <a:pt x="30678" y="21771"/>
                      <a:pt x="30785" y="22641"/>
                      <a:pt x="30927" y="23617"/>
                    </a:cubicBezTo>
                    <a:cubicBezTo>
                      <a:pt x="31016" y="24255"/>
                      <a:pt x="30874" y="24965"/>
                      <a:pt x="31087" y="25551"/>
                    </a:cubicBezTo>
                    <a:cubicBezTo>
                      <a:pt x="31282" y="26083"/>
                      <a:pt x="31832" y="26473"/>
                      <a:pt x="32187" y="26952"/>
                    </a:cubicBezTo>
                    <a:cubicBezTo>
                      <a:pt x="32275" y="27077"/>
                      <a:pt x="32329" y="27236"/>
                      <a:pt x="32329" y="27396"/>
                    </a:cubicBezTo>
                    <a:lnTo>
                      <a:pt x="34369" y="26225"/>
                    </a:lnTo>
                    <a:cubicBezTo>
                      <a:pt x="33860" y="25322"/>
                      <a:pt x="33670" y="24632"/>
                      <a:pt x="34867" y="24632"/>
                    </a:cubicBezTo>
                    <a:cubicBezTo>
                      <a:pt x="34964" y="24632"/>
                      <a:pt x="35070" y="24636"/>
                      <a:pt x="35185" y="24646"/>
                    </a:cubicBezTo>
                    <a:cubicBezTo>
                      <a:pt x="35416" y="25462"/>
                      <a:pt x="35718" y="26189"/>
                      <a:pt x="35753" y="26917"/>
                    </a:cubicBezTo>
                    <a:cubicBezTo>
                      <a:pt x="35859" y="28390"/>
                      <a:pt x="37013" y="29011"/>
                      <a:pt x="38024" y="29224"/>
                    </a:cubicBezTo>
                    <a:cubicBezTo>
                      <a:pt x="38126" y="29247"/>
                      <a:pt x="38227" y="29254"/>
                      <a:pt x="38330" y="29254"/>
                    </a:cubicBezTo>
                    <a:cubicBezTo>
                      <a:pt x="38476" y="29254"/>
                      <a:pt x="38623" y="29240"/>
                      <a:pt x="38773" y="29240"/>
                    </a:cubicBezTo>
                    <a:cubicBezTo>
                      <a:pt x="39073" y="29240"/>
                      <a:pt x="39384" y="29296"/>
                      <a:pt x="39710" y="29632"/>
                    </a:cubicBezTo>
                    <a:cubicBezTo>
                      <a:pt x="39812" y="29734"/>
                      <a:pt x="39986" y="29769"/>
                      <a:pt x="40202" y="29769"/>
                    </a:cubicBezTo>
                    <a:cubicBezTo>
                      <a:pt x="40620" y="29769"/>
                      <a:pt x="41193" y="29637"/>
                      <a:pt x="41697" y="29614"/>
                    </a:cubicBezTo>
                    <a:lnTo>
                      <a:pt x="41697" y="29614"/>
                    </a:lnTo>
                    <a:cubicBezTo>
                      <a:pt x="41182" y="31175"/>
                      <a:pt x="41608" y="32825"/>
                      <a:pt x="39657" y="33517"/>
                    </a:cubicBezTo>
                    <a:cubicBezTo>
                      <a:pt x="37368" y="32683"/>
                      <a:pt x="34369" y="33198"/>
                      <a:pt x="32488" y="30608"/>
                    </a:cubicBezTo>
                    <a:cubicBezTo>
                      <a:pt x="32240" y="30253"/>
                      <a:pt x="31388" y="30306"/>
                      <a:pt x="30820" y="30217"/>
                    </a:cubicBezTo>
                    <a:cubicBezTo>
                      <a:pt x="30607" y="30217"/>
                      <a:pt x="30395" y="30270"/>
                      <a:pt x="30182" y="30324"/>
                    </a:cubicBezTo>
                    <a:lnTo>
                      <a:pt x="29507" y="32151"/>
                    </a:lnTo>
                    <a:cubicBezTo>
                      <a:pt x="27875" y="31246"/>
                      <a:pt x="26686" y="29969"/>
                      <a:pt x="25373" y="29259"/>
                    </a:cubicBezTo>
                    <a:cubicBezTo>
                      <a:pt x="23918" y="28496"/>
                      <a:pt x="23794" y="27431"/>
                      <a:pt x="23794" y="26456"/>
                    </a:cubicBezTo>
                    <a:cubicBezTo>
                      <a:pt x="23808" y="24745"/>
                      <a:pt x="23906" y="24354"/>
                      <a:pt x="23055" y="24354"/>
                    </a:cubicBezTo>
                    <a:cubicBezTo>
                      <a:pt x="22802" y="24354"/>
                      <a:pt x="22466" y="24388"/>
                      <a:pt x="22020" y="24433"/>
                    </a:cubicBezTo>
                    <a:cubicBezTo>
                      <a:pt x="21712" y="24458"/>
                      <a:pt x="21377" y="24558"/>
                      <a:pt x="21074" y="24558"/>
                    </a:cubicBezTo>
                    <a:cubicBezTo>
                      <a:pt x="20958" y="24558"/>
                      <a:pt x="20846" y="24543"/>
                      <a:pt x="20742" y="24504"/>
                    </a:cubicBezTo>
                    <a:cubicBezTo>
                      <a:pt x="20157" y="24291"/>
                      <a:pt x="19678" y="23670"/>
                      <a:pt x="19092" y="23546"/>
                    </a:cubicBezTo>
                    <a:cubicBezTo>
                      <a:pt x="19019" y="23530"/>
                      <a:pt x="18944" y="23524"/>
                      <a:pt x="18868" y="23524"/>
                    </a:cubicBezTo>
                    <a:cubicBezTo>
                      <a:pt x="18388" y="23524"/>
                      <a:pt x="17849" y="23788"/>
                      <a:pt x="17363" y="23788"/>
                    </a:cubicBezTo>
                    <a:cubicBezTo>
                      <a:pt x="17305" y="23788"/>
                      <a:pt x="17249" y="23784"/>
                      <a:pt x="17193" y="23776"/>
                    </a:cubicBezTo>
                    <a:cubicBezTo>
                      <a:pt x="17025" y="23751"/>
                      <a:pt x="16855" y="23741"/>
                      <a:pt x="16686" y="23741"/>
                    </a:cubicBezTo>
                    <a:cubicBezTo>
                      <a:pt x="15885" y="23741"/>
                      <a:pt x="15077" y="23971"/>
                      <a:pt x="14280" y="23971"/>
                    </a:cubicBezTo>
                    <a:cubicBezTo>
                      <a:pt x="13809" y="23971"/>
                      <a:pt x="13342" y="23890"/>
                      <a:pt x="12882" y="23634"/>
                    </a:cubicBezTo>
                    <a:cubicBezTo>
                      <a:pt x="12688" y="23891"/>
                      <a:pt x="12389" y="23939"/>
                      <a:pt x="12067" y="23939"/>
                    </a:cubicBezTo>
                    <a:cubicBezTo>
                      <a:pt x="11878" y="23939"/>
                      <a:pt x="11682" y="23923"/>
                      <a:pt x="11494" y="23923"/>
                    </a:cubicBezTo>
                    <a:cubicBezTo>
                      <a:pt x="11005" y="23923"/>
                      <a:pt x="10573" y="24032"/>
                      <a:pt x="10486" y="24823"/>
                    </a:cubicBezTo>
                    <a:cubicBezTo>
                      <a:pt x="8943" y="25125"/>
                      <a:pt x="8925" y="26935"/>
                      <a:pt x="7594" y="27644"/>
                    </a:cubicBezTo>
                    <a:cubicBezTo>
                      <a:pt x="6636" y="28159"/>
                      <a:pt x="5270" y="28461"/>
                      <a:pt x="4720" y="29365"/>
                    </a:cubicBezTo>
                    <a:cubicBezTo>
                      <a:pt x="3992" y="30554"/>
                      <a:pt x="2733" y="30874"/>
                      <a:pt x="1899" y="31779"/>
                    </a:cubicBezTo>
                    <a:cubicBezTo>
                      <a:pt x="1420" y="32311"/>
                      <a:pt x="1100" y="33021"/>
                      <a:pt x="692" y="33695"/>
                    </a:cubicBezTo>
                    <a:lnTo>
                      <a:pt x="2058" y="34529"/>
                    </a:lnTo>
                    <a:lnTo>
                      <a:pt x="0" y="40331"/>
                    </a:lnTo>
                    <a:cubicBezTo>
                      <a:pt x="568" y="41839"/>
                      <a:pt x="1828" y="42460"/>
                      <a:pt x="1579" y="43844"/>
                    </a:cubicBezTo>
                    <a:cubicBezTo>
                      <a:pt x="1526" y="44093"/>
                      <a:pt x="4542" y="47659"/>
                      <a:pt x="4720" y="47677"/>
                    </a:cubicBezTo>
                    <a:cubicBezTo>
                      <a:pt x="6407" y="47823"/>
                      <a:pt x="7973" y="48589"/>
                      <a:pt x="9698" y="48589"/>
                    </a:cubicBezTo>
                    <a:cubicBezTo>
                      <a:pt x="10059" y="48589"/>
                      <a:pt x="10428" y="48555"/>
                      <a:pt x="10806" y="48475"/>
                    </a:cubicBezTo>
                    <a:cubicBezTo>
                      <a:pt x="10987" y="48438"/>
                      <a:pt x="11194" y="48420"/>
                      <a:pt x="11413" y="48420"/>
                    </a:cubicBezTo>
                    <a:cubicBezTo>
                      <a:pt x="12352" y="48420"/>
                      <a:pt x="13516" y="48748"/>
                      <a:pt x="13875" y="49309"/>
                    </a:cubicBezTo>
                    <a:cubicBezTo>
                      <a:pt x="14692" y="50587"/>
                      <a:pt x="15916" y="50622"/>
                      <a:pt x="17140" y="51048"/>
                    </a:cubicBezTo>
                    <a:lnTo>
                      <a:pt x="16076" y="56140"/>
                    </a:lnTo>
                    <a:cubicBezTo>
                      <a:pt x="17477" y="57542"/>
                      <a:pt x="16874" y="59405"/>
                      <a:pt x="17513" y="60896"/>
                    </a:cubicBezTo>
                    <a:cubicBezTo>
                      <a:pt x="17939" y="61907"/>
                      <a:pt x="17566" y="62439"/>
                      <a:pt x="17105" y="63291"/>
                    </a:cubicBezTo>
                    <a:cubicBezTo>
                      <a:pt x="16484" y="64409"/>
                      <a:pt x="14922" y="65544"/>
                      <a:pt x="15526" y="66751"/>
                    </a:cubicBezTo>
                    <a:cubicBezTo>
                      <a:pt x="16359" y="68454"/>
                      <a:pt x="16218" y="70264"/>
                      <a:pt x="16218" y="71879"/>
                    </a:cubicBezTo>
                    <a:cubicBezTo>
                      <a:pt x="16218" y="73795"/>
                      <a:pt x="17726" y="75427"/>
                      <a:pt x="16697" y="77361"/>
                    </a:cubicBezTo>
                    <a:cubicBezTo>
                      <a:pt x="17566" y="77539"/>
                      <a:pt x="18134" y="77610"/>
                      <a:pt x="18684" y="77787"/>
                    </a:cubicBezTo>
                    <a:cubicBezTo>
                      <a:pt x="19160" y="77941"/>
                      <a:pt x="19615" y="78007"/>
                      <a:pt x="20054" y="78007"/>
                    </a:cubicBezTo>
                    <a:cubicBezTo>
                      <a:pt x="21942" y="78007"/>
                      <a:pt x="23543" y="76798"/>
                      <a:pt x="25284" y="76208"/>
                    </a:cubicBezTo>
                    <a:cubicBezTo>
                      <a:pt x="25497" y="74416"/>
                      <a:pt x="27183" y="74310"/>
                      <a:pt x="28336" y="73671"/>
                    </a:cubicBezTo>
                    <a:cubicBezTo>
                      <a:pt x="29472" y="73032"/>
                      <a:pt x="29064" y="71826"/>
                      <a:pt x="29436" y="71240"/>
                    </a:cubicBezTo>
                    <a:cubicBezTo>
                      <a:pt x="30359" y="70814"/>
                      <a:pt x="31051" y="70495"/>
                      <a:pt x="31761" y="70175"/>
                    </a:cubicBezTo>
                    <a:cubicBezTo>
                      <a:pt x="32701" y="69750"/>
                      <a:pt x="34032" y="69998"/>
                      <a:pt x="34351" y="68472"/>
                    </a:cubicBezTo>
                    <a:cubicBezTo>
                      <a:pt x="34564" y="67407"/>
                      <a:pt x="35593" y="66680"/>
                      <a:pt x="35682" y="65456"/>
                    </a:cubicBezTo>
                    <a:cubicBezTo>
                      <a:pt x="35789" y="64196"/>
                      <a:pt x="36179" y="62972"/>
                      <a:pt x="36427" y="61783"/>
                    </a:cubicBezTo>
                    <a:cubicBezTo>
                      <a:pt x="38255" y="60576"/>
                      <a:pt x="39869" y="58979"/>
                      <a:pt x="41786" y="58376"/>
                    </a:cubicBezTo>
                    <a:cubicBezTo>
                      <a:pt x="44997" y="57365"/>
                      <a:pt x="46843" y="55306"/>
                      <a:pt x="48156" y="52432"/>
                    </a:cubicBezTo>
                    <a:cubicBezTo>
                      <a:pt x="47847" y="52304"/>
                      <a:pt x="47534" y="52259"/>
                      <a:pt x="47221" y="52259"/>
                    </a:cubicBezTo>
                    <a:cubicBezTo>
                      <a:pt x="46487" y="52259"/>
                      <a:pt x="45750" y="52505"/>
                      <a:pt x="45050" y="52505"/>
                    </a:cubicBezTo>
                    <a:cubicBezTo>
                      <a:pt x="44519" y="52505"/>
                      <a:pt x="44011" y="52363"/>
                      <a:pt x="43542" y="51864"/>
                    </a:cubicBezTo>
                    <a:cubicBezTo>
                      <a:pt x="44838" y="50108"/>
                      <a:pt x="44909" y="50037"/>
                      <a:pt x="46293" y="49859"/>
                    </a:cubicBezTo>
                    <a:cubicBezTo>
                      <a:pt x="49646" y="49451"/>
                      <a:pt x="52822" y="48599"/>
                      <a:pt x="55395" y="46222"/>
                    </a:cubicBezTo>
                    <a:cubicBezTo>
                      <a:pt x="55484" y="45760"/>
                      <a:pt x="55697" y="45281"/>
                      <a:pt x="55643" y="44838"/>
                    </a:cubicBezTo>
                    <a:cubicBezTo>
                      <a:pt x="55519" y="44022"/>
                      <a:pt x="55359" y="43205"/>
                      <a:pt x="55164" y="42389"/>
                    </a:cubicBezTo>
                    <a:lnTo>
                      <a:pt x="54224" y="42886"/>
                    </a:lnTo>
                    <a:lnTo>
                      <a:pt x="53887" y="41254"/>
                    </a:lnTo>
                    <a:lnTo>
                      <a:pt x="53017" y="42655"/>
                    </a:lnTo>
                    <a:cubicBezTo>
                      <a:pt x="51775" y="40810"/>
                      <a:pt x="49327" y="39763"/>
                      <a:pt x="49735" y="36906"/>
                    </a:cubicBezTo>
                    <a:lnTo>
                      <a:pt x="49735" y="36906"/>
                    </a:lnTo>
                    <a:cubicBezTo>
                      <a:pt x="51738" y="37643"/>
                      <a:pt x="51709" y="40841"/>
                      <a:pt x="54224" y="40841"/>
                    </a:cubicBezTo>
                    <a:cubicBezTo>
                      <a:pt x="54315" y="40841"/>
                      <a:pt x="54410" y="40836"/>
                      <a:pt x="54508" y="40828"/>
                    </a:cubicBezTo>
                    <a:cubicBezTo>
                      <a:pt x="55927" y="42620"/>
                      <a:pt x="57968" y="43134"/>
                      <a:pt x="59831" y="43365"/>
                    </a:cubicBezTo>
                    <a:lnTo>
                      <a:pt x="61091" y="47286"/>
                    </a:lnTo>
                    <a:lnTo>
                      <a:pt x="62244" y="46683"/>
                    </a:lnTo>
                    <a:lnTo>
                      <a:pt x="61215" y="57010"/>
                    </a:lnTo>
                    <a:cubicBezTo>
                      <a:pt x="61641" y="57382"/>
                      <a:pt x="62102" y="57613"/>
                      <a:pt x="62208" y="57950"/>
                    </a:cubicBezTo>
                    <a:cubicBezTo>
                      <a:pt x="62350" y="58411"/>
                      <a:pt x="62226" y="58944"/>
                      <a:pt x="62226" y="59547"/>
                    </a:cubicBezTo>
                    <a:cubicBezTo>
                      <a:pt x="64054" y="58323"/>
                      <a:pt x="61783" y="56531"/>
                      <a:pt x="63397" y="55164"/>
                    </a:cubicBezTo>
                    <a:cubicBezTo>
                      <a:pt x="64338" y="54348"/>
                      <a:pt x="63894" y="52503"/>
                      <a:pt x="65420" y="51421"/>
                    </a:cubicBezTo>
                    <a:cubicBezTo>
                      <a:pt x="66236" y="50835"/>
                      <a:pt x="66627" y="49575"/>
                      <a:pt x="67407" y="48670"/>
                    </a:cubicBezTo>
                    <a:cubicBezTo>
                      <a:pt x="71098" y="31370"/>
                      <a:pt x="63805" y="13556"/>
                      <a:pt x="49451" y="3265"/>
                    </a:cubicBezTo>
                    <a:lnTo>
                      <a:pt x="47836" y="4223"/>
                    </a:lnTo>
                    <a:lnTo>
                      <a:pt x="47286" y="3425"/>
                    </a:lnTo>
                    <a:lnTo>
                      <a:pt x="45068" y="5465"/>
                    </a:lnTo>
                    <a:lnTo>
                      <a:pt x="44802" y="2963"/>
                    </a:lnTo>
                    <a:cubicBezTo>
                      <a:pt x="44483" y="4383"/>
                      <a:pt x="44412" y="5554"/>
                      <a:pt x="43383" y="6193"/>
                    </a:cubicBezTo>
                    <a:lnTo>
                      <a:pt x="41094" y="4844"/>
                    </a:lnTo>
                    <a:lnTo>
                      <a:pt x="41253" y="4702"/>
                    </a:lnTo>
                    <a:lnTo>
                      <a:pt x="43436" y="4525"/>
                    </a:lnTo>
                    <a:cubicBezTo>
                      <a:pt x="43312" y="3975"/>
                      <a:pt x="43329" y="3673"/>
                      <a:pt x="43205" y="3567"/>
                    </a:cubicBezTo>
                    <a:cubicBezTo>
                      <a:pt x="41857" y="2502"/>
                      <a:pt x="40153" y="1934"/>
                      <a:pt x="38929" y="657"/>
                    </a:cubicBezTo>
                    <a:cubicBezTo>
                      <a:pt x="38787" y="497"/>
                      <a:pt x="38592" y="390"/>
                      <a:pt x="38379" y="319"/>
                    </a:cubicBezTo>
                    <a:cubicBezTo>
                      <a:pt x="37729" y="119"/>
                      <a:pt x="37080" y="1"/>
                      <a:pt x="3643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55"/>
              <p:cNvSpPr/>
              <p:nvPr/>
            </p:nvSpPr>
            <p:spPr>
              <a:xfrm>
                <a:off x="6031360" y="3319580"/>
                <a:ext cx="62149" cy="151155"/>
              </a:xfrm>
              <a:custGeom>
                <a:rect b="b" l="l" r="r" t="t"/>
                <a:pathLst>
                  <a:path extrusionOk="0" h="26208" w="10771">
                    <a:moveTo>
                      <a:pt x="266" y="1"/>
                    </a:moveTo>
                    <a:lnTo>
                      <a:pt x="266" y="1"/>
                    </a:lnTo>
                    <a:cubicBezTo>
                      <a:pt x="0" y="9316"/>
                      <a:pt x="2679" y="18489"/>
                      <a:pt x="7914" y="26208"/>
                    </a:cubicBezTo>
                    <a:lnTo>
                      <a:pt x="9014" y="25995"/>
                    </a:lnTo>
                    <a:cubicBezTo>
                      <a:pt x="9954" y="24078"/>
                      <a:pt x="9617" y="22073"/>
                      <a:pt x="9475" y="20068"/>
                    </a:cubicBezTo>
                    <a:cubicBezTo>
                      <a:pt x="9422" y="19412"/>
                      <a:pt x="9120" y="18347"/>
                      <a:pt x="9386" y="18188"/>
                    </a:cubicBezTo>
                    <a:cubicBezTo>
                      <a:pt x="10753" y="17336"/>
                      <a:pt x="10274" y="15881"/>
                      <a:pt x="10770" y="14834"/>
                    </a:cubicBezTo>
                    <a:cubicBezTo>
                      <a:pt x="9777" y="13415"/>
                      <a:pt x="8890" y="12137"/>
                      <a:pt x="7328" y="11161"/>
                    </a:cubicBezTo>
                    <a:cubicBezTo>
                      <a:pt x="5270" y="9901"/>
                      <a:pt x="3194" y="8216"/>
                      <a:pt x="3247" y="5235"/>
                    </a:cubicBezTo>
                    <a:cubicBezTo>
                      <a:pt x="3265" y="4649"/>
                      <a:pt x="2999" y="3709"/>
                      <a:pt x="2591" y="3514"/>
                    </a:cubicBezTo>
                    <a:cubicBezTo>
                      <a:pt x="1295" y="2893"/>
                      <a:pt x="479" y="1562"/>
                      <a:pt x="408" y="604"/>
                    </a:cubicBezTo>
                    <a:cubicBezTo>
                      <a:pt x="373" y="391"/>
                      <a:pt x="337" y="196"/>
                      <a:pt x="26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55"/>
              <p:cNvSpPr/>
              <p:nvPr/>
            </p:nvSpPr>
            <p:spPr>
              <a:xfrm>
                <a:off x="6189159" y="3076713"/>
                <a:ext cx="117131" cy="35868"/>
              </a:xfrm>
              <a:custGeom>
                <a:rect b="b" l="l" r="r" t="t"/>
                <a:pathLst>
                  <a:path extrusionOk="0" h="6219" w="20300">
                    <a:moveTo>
                      <a:pt x="17629" y="0"/>
                    </a:moveTo>
                    <a:cubicBezTo>
                      <a:pt x="12187" y="0"/>
                      <a:pt x="6775" y="976"/>
                      <a:pt x="1651" y="2882"/>
                    </a:cubicBezTo>
                    <a:cubicBezTo>
                      <a:pt x="1207" y="3344"/>
                      <a:pt x="764" y="3823"/>
                      <a:pt x="302" y="4266"/>
                    </a:cubicBezTo>
                    <a:cubicBezTo>
                      <a:pt x="1" y="4568"/>
                      <a:pt x="231" y="5402"/>
                      <a:pt x="214" y="6218"/>
                    </a:cubicBezTo>
                    <a:cubicBezTo>
                      <a:pt x="1402" y="5473"/>
                      <a:pt x="2201" y="4834"/>
                      <a:pt x="3141" y="4408"/>
                    </a:cubicBezTo>
                    <a:cubicBezTo>
                      <a:pt x="5525" y="3347"/>
                      <a:pt x="8003" y="2632"/>
                      <a:pt x="10607" y="2632"/>
                    </a:cubicBezTo>
                    <a:cubicBezTo>
                      <a:pt x="11182" y="2632"/>
                      <a:pt x="11763" y="2666"/>
                      <a:pt x="12350" y="2740"/>
                    </a:cubicBezTo>
                    <a:cubicBezTo>
                      <a:pt x="12586" y="2362"/>
                      <a:pt x="12876" y="2257"/>
                      <a:pt x="13186" y="2257"/>
                    </a:cubicBezTo>
                    <a:cubicBezTo>
                      <a:pt x="13571" y="2257"/>
                      <a:pt x="13986" y="2419"/>
                      <a:pt x="14364" y="2419"/>
                    </a:cubicBezTo>
                    <a:cubicBezTo>
                      <a:pt x="14550" y="2419"/>
                      <a:pt x="14727" y="2379"/>
                      <a:pt x="14887" y="2261"/>
                    </a:cubicBezTo>
                    <a:cubicBezTo>
                      <a:pt x="16502" y="1072"/>
                      <a:pt x="18472" y="718"/>
                      <a:pt x="20299" y="79"/>
                    </a:cubicBezTo>
                    <a:cubicBezTo>
                      <a:pt x="19409" y="26"/>
                      <a:pt x="18519" y="0"/>
                      <a:pt x="1762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55"/>
              <p:cNvSpPr/>
              <p:nvPr/>
            </p:nvSpPr>
            <p:spPr>
              <a:xfrm>
                <a:off x="6350006" y="3503923"/>
                <a:ext cx="45156" cy="42581"/>
              </a:xfrm>
              <a:custGeom>
                <a:rect b="b" l="l" r="r" t="t"/>
                <a:pathLst>
                  <a:path extrusionOk="0" h="7383" w="7826">
                    <a:moveTo>
                      <a:pt x="7648" y="1"/>
                    </a:moveTo>
                    <a:lnTo>
                      <a:pt x="7648" y="1"/>
                    </a:lnTo>
                    <a:cubicBezTo>
                      <a:pt x="6488" y="417"/>
                      <a:pt x="5728" y="1543"/>
                      <a:pt x="4541" y="1543"/>
                    </a:cubicBezTo>
                    <a:cubicBezTo>
                      <a:pt x="4311" y="1543"/>
                      <a:pt x="4065" y="1501"/>
                      <a:pt x="3797" y="1403"/>
                    </a:cubicBezTo>
                    <a:cubicBezTo>
                      <a:pt x="3766" y="1397"/>
                      <a:pt x="3735" y="1395"/>
                      <a:pt x="3704" y="1395"/>
                    </a:cubicBezTo>
                    <a:cubicBezTo>
                      <a:pt x="3523" y="1395"/>
                      <a:pt x="3348" y="1482"/>
                      <a:pt x="3212" y="1633"/>
                    </a:cubicBezTo>
                    <a:cubicBezTo>
                      <a:pt x="2520" y="3567"/>
                      <a:pt x="142" y="4490"/>
                      <a:pt x="0" y="7045"/>
                    </a:cubicBezTo>
                    <a:lnTo>
                      <a:pt x="1633" y="7382"/>
                    </a:lnTo>
                    <a:cubicBezTo>
                      <a:pt x="2662" y="6353"/>
                      <a:pt x="3655" y="5306"/>
                      <a:pt x="4844" y="4419"/>
                    </a:cubicBezTo>
                    <a:cubicBezTo>
                      <a:pt x="6211" y="3390"/>
                      <a:pt x="7825" y="2219"/>
                      <a:pt x="764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55"/>
              <p:cNvSpPr/>
              <p:nvPr/>
            </p:nvSpPr>
            <p:spPr>
              <a:xfrm>
                <a:off x="6262180" y="3141947"/>
                <a:ext cx="28469" cy="38688"/>
              </a:xfrm>
              <a:custGeom>
                <a:rect b="b" l="l" r="r" t="t"/>
                <a:pathLst>
                  <a:path extrusionOk="0" h="6708" w="4934">
                    <a:moveTo>
                      <a:pt x="2094" y="0"/>
                    </a:moveTo>
                    <a:lnTo>
                      <a:pt x="2094" y="0"/>
                    </a:lnTo>
                    <a:cubicBezTo>
                      <a:pt x="0" y="1420"/>
                      <a:pt x="3052" y="2467"/>
                      <a:pt x="1988" y="4454"/>
                    </a:cubicBezTo>
                    <a:lnTo>
                      <a:pt x="817" y="4756"/>
                    </a:lnTo>
                    <a:cubicBezTo>
                      <a:pt x="1243" y="6707"/>
                      <a:pt x="2822" y="6228"/>
                      <a:pt x="3851" y="6619"/>
                    </a:cubicBezTo>
                    <a:lnTo>
                      <a:pt x="4933" y="5430"/>
                    </a:lnTo>
                    <a:cubicBezTo>
                      <a:pt x="4685" y="3993"/>
                      <a:pt x="2768" y="2875"/>
                      <a:pt x="4206" y="1207"/>
                    </a:cubicBezTo>
                    <a:cubicBezTo>
                      <a:pt x="3883" y="979"/>
                      <a:pt x="3846" y="221"/>
                      <a:pt x="3400" y="221"/>
                    </a:cubicBezTo>
                    <a:cubicBezTo>
                      <a:pt x="3257" y="221"/>
                      <a:pt x="3072" y="299"/>
                      <a:pt x="2822" y="497"/>
                    </a:cubicBezTo>
                    <a:cubicBezTo>
                      <a:pt x="2815" y="502"/>
                      <a:pt x="2807" y="505"/>
                      <a:pt x="2796" y="505"/>
                    </a:cubicBezTo>
                    <a:cubicBezTo>
                      <a:pt x="2667" y="505"/>
                      <a:pt x="2259" y="115"/>
                      <a:pt x="209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55"/>
              <p:cNvSpPr/>
              <p:nvPr/>
            </p:nvSpPr>
            <p:spPr>
              <a:xfrm>
                <a:off x="6251907" y="3101042"/>
                <a:ext cx="26011" cy="13686"/>
              </a:xfrm>
              <a:custGeom>
                <a:rect b="b" l="l" r="r" t="t"/>
                <a:pathLst>
                  <a:path extrusionOk="0" h="2373" w="4508">
                    <a:moveTo>
                      <a:pt x="1606" y="0"/>
                    </a:moveTo>
                    <a:cubicBezTo>
                      <a:pt x="1091" y="0"/>
                      <a:pt x="558" y="171"/>
                      <a:pt x="0" y="723"/>
                    </a:cubicBezTo>
                    <a:cubicBezTo>
                      <a:pt x="430" y="1555"/>
                      <a:pt x="972" y="2195"/>
                      <a:pt x="1679" y="2195"/>
                    </a:cubicBezTo>
                    <a:cubicBezTo>
                      <a:pt x="1906" y="2195"/>
                      <a:pt x="2151" y="2129"/>
                      <a:pt x="2414" y="1982"/>
                    </a:cubicBezTo>
                    <a:cubicBezTo>
                      <a:pt x="2981" y="1663"/>
                      <a:pt x="4507" y="2373"/>
                      <a:pt x="4064" y="456"/>
                    </a:cubicBezTo>
                    <a:lnTo>
                      <a:pt x="4064" y="456"/>
                    </a:lnTo>
                    <a:cubicBezTo>
                      <a:pt x="4046" y="457"/>
                      <a:pt x="4028" y="457"/>
                      <a:pt x="4010" y="457"/>
                    </a:cubicBezTo>
                    <a:cubicBezTo>
                      <a:pt x="3239" y="457"/>
                      <a:pt x="2447" y="0"/>
                      <a:pt x="160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55"/>
              <p:cNvSpPr/>
              <p:nvPr/>
            </p:nvSpPr>
            <p:spPr>
              <a:xfrm>
                <a:off x="6250613" y="3155645"/>
                <a:ext cx="21609" cy="17008"/>
              </a:xfrm>
              <a:custGeom>
                <a:rect b="b" l="l" r="r" t="t"/>
                <a:pathLst>
                  <a:path extrusionOk="0" h="2949" w="3745">
                    <a:moveTo>
                      <a:pt x="1345" y="1"/>
                    </a:moveTo>
                    <a:cubicBezTo>
                      <a:pt x="985" y="1"/>
                      <a:pt x="770" y="142"/>
                      <a:pt x="568" y="429"/>
                    </a:cubicBezTo>
                    <a:cubicBezTo>
                      <a:pt x="213" y="943"/>
                      <a:pt x="249" y="1706"/>
                      <a:pt x="0" y="2948"/>
                    </a:cubicBezTo>
                    <a:lnTo>
                      <a:pt x="3744" y="695"/>
                    </a:lnTo>
                    <a:cubicBezTo>
                      <a:pt x="2515" y="235"/>
                      <a:pt x="1810" y="1"/>
                      <a:pt x="134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66" name="Google Shape;966;p55"/>
          <p:cNvGrpSpPr/>
          <p:nvPr/>
        </p:nvGrpSpPr>
        <p:grpSpPr>
          <a:xfrm flipH="1">
            <a:off x="1494167" y="3902719"/>
            <a:ext cx="1240925" cy="1240783"/>
            <a:chOff x="277881" y="2901316"/>
            <a:chExt cx="1900344" cy="1900126"/>
          </a:xfrm>
        </p:grpSpPr>
        <p:sp>
          <p:nvSpPr>
            <p:cNvPr id="967" name="Google Shape;967;p55"/>
            <p:cNvSpPr/>
            <p:nvPr/>
          </p:nvSpPr>
          <p:spPr>
            <a:xfrm>
              <a:off x="402450" y="3248988"/>
              <a:ext cx="1354500" cy="1354500"/>
            </a:xfrm>
            <a:prstGeom prst="ellipse">
              <a:avLst/>
            </a:prstGeom>
            <a:solidFill>
              <a:srgbClr val="1B222D"/>
            </a:solidFill>
            <a:ln>
              <a:noFill/>
            </a:ln>
          </p:spPr>
          <p:txBody>
            <a:bodyPr anchorCtr="0" anchor="ctr" bIns="59725" lIns="59725" spcFirstLastPara="1" rIns="59725" wrap="square" tIns="59725">
              <a:noAutofit/>
            </a:bodyPr>
            <a:lstStyle/>
            <a:p>
              <a:pPr indent="0" lvl="0" marL="0" rtl="0" algn="l">
                <a:spcBef>
                  <a:spcPts val="0"/>
                </a:spcBef>
                <a:spcAft>
                  <a:spcPts val="0"/>
                </a:spcAft>
                <a:buNone/>
              </a:pPr>
              <a:r>
                <a:t/>
              </a:r>
              <a:endParaRPr/>
            </a:p>
          </p:txBody>
        </p:sp>
        <p:grpSp>
          <p:nvGrpSpPr>
            <p:cNvPr id="968" name="Google Shape;968;p55"/>
            <p:cNvGrpSpPr/>
            <p:nvPr/>
          </p:nvGrpSpPr>
          <p:grpSpPr>
            <a:xfrm rot="2322109">
              <a:off x="551788" y="3175815"/>
              <a:ext cx="1352529" cy="1351128"/>
              <a:chOff x="200055" y="3556746"/>
              <a:chExt cx="869964" cy="869063"/>
            </a:xfrm>
          </p:grpSpPr>
          <p:sp>
            <p:nvSpPr>
              <p:cNvPr id="969" name="Google Shape;969;p55"/>
              <p:cNvSpPr/>
              <p:nvPr/>
            </p:nvSpPr>
            <p:spPr>
              <a:xfrm>
                <a:off x="200055" y="3556746"/>
                <a:ext cx="868968" cy="868968"/>
              </a:xfrm>
              <a:custGeom>
                <a:rect b="b" l="l" r="r" t="t"/>
                <a:pathLst>
                  <a:path extrusionOk="0" h="18323" w="18323">
                    <a:moveTo>
                      <a:pt x="15639" y="2684"/>
                    </a:moveTo>
                    <a:cubicBezTo>
                      <a:pt x="17358" y="4401"/>
                      <a:pt x="18323" y="6731"/>
                      <a:pt x="18323" y="9162"/>
                    </a:cubicBezTo>
                    <a:cubicBezTo>
                      <a:pt x="18323" y="11590"/>
                      <a:pt x="17358" y="13920"/>
                      <a:pt x="15639" y="15639"/>
                    </a:cubicBezTo>
                    <a:cubicBezTo>
                      <a:pt x="13922" y="17356"/>
                      <a:pt x="11592" y="18323"/>
                      <a:pt x="9162" y="18323"/>
                    </a:cubicBezTo>
                    <a:cubicBezTo>
                      <a:pt x="6733" y="18323"/>
                      <a:pt x="4403" y="17356"/>
                      <a:pt x="2684" y="15639"/>
                    </a:cubicBezTo>
                    <a:cubicBezTo>
                      <a:pt x="967" y="13920"/>
                      <a:pt x="1" y="11590"/>
                      <a:pt x="1" y="9162"/>
                    </a:cubicBezTo>
                    <a:cubicBezTo>
                      <a:pt x="1" y="6731"/>
                      <a:pt x="967" y="4401"/>
                      <a:pt x="2684" y="2684"/>
                    </a:cubicBezTo>
                    <a:cubicBezTo>
                      <a:pt x="4403" y="965"/>
                      <a:pt x="6733" y="1"/>
                      <a:pt x="9162" y="1"/>
                    </a:cubicBezTo>
                    <a:cubicBezTo>
                      <a:pt x="11592" y="1"/>
                      <a:pt x="13922" y="965"/>
                      <a:pt x="15639" y="2684"/>
                    </a:cubicBezTo>
                    <a:close/>
                  </a:path>
                </a:pathLst>
              </a:custGeom>
              <a:solidFill>
                <a:srgbClr val="EB5358"/>
              </a:solidFill>
              <a:ln>
                <a:noFill/>
              </a:ln>
            </p:spPr>
            <p:txBody>
              <a:bodyPr anchorCtr="0" anchor="ctr" bIns="59725" lIns="59725" spcFirstLastPara="1" rIns="59725" wrap="square" tIns="59725">
                <a:noAutofit/>
              </a:bodyPr>
              <a:lstStyle/>
              <a:p>
                <a:pPr indent="0" lvl="0" marL="0" rtl="0" algn="l">
                  <a:spcBef>
                    <a:spcPts val="0"/>
                  </a:spcBef>
                  <a:spcAft>
                    <a:spcPts val="0"/>
                  </a:spcAft>
                  <a:buNone/>
                </a:pPr>
                <a:r>
                  <a:t/>
                </a:r>
                <a:endParaRPr sz="1296"/>
              </a:p>
            </p:txBody>
          </p:sp>
          <p:sp>
            <p:nvSpPr>
              <p:cNvPr id="970" name="Google Shape;970;p55"/>
              <p:cNvSpPr/>
              <p:nvPr/>
            </p:nvSpPr>
            <p:spPr>
              <a:xfrm>
                <a:off x="311314" y="3605499"/>
                <a:ext cx="474914" cy="486723"/>
              </a:xfrm>
              <a:custGeom>
                <a:rect b="b" l="l" r="r" t="t"/>
                <a:pathLst>
                  <a:path extrusionOk="0" h="10263" w="10014">
                    <a:moveTo>
                      <a:pt x="8596" y="30"/>
                    </a:moveTo>
                    <a:cubicBezTo>
                      <a:pt x="9008" y="54"/>
                      <a:pt x="9368" y="246"/>
                      <a:pt x="9620" y="536"/>
                    </a:cubicBezTo>
                    <a:cubicBezTo>
                      <a:pt x="9871" y="823"/>
                      <a:pt x="10013" y="1206"/>
                      <a:pt x="9986" y="1617"/>
                    </a:cubicBezTo>
                    <a:cubicBezTo>
                      <a:pt x="9962" y="2028"/>
                      <a:pt x="9769" y="2388"/>
                      <a:pt x="9481" y="2641"/>
                    </a:cubicBezTo>
                    <a:cubicBezTo>
                      <a:pt x="9193" y="2892"/>
                      <a:pt x="8810" y="3034"/>
                      <a:pt x="8401" y="3009"/>
                    </a:cubicBezTo>
                    <a:cubicBezTo>
                      <a:pt x="7990" y="2983"/>
                      <a:pt x="7630" y="2789"/>
                      <a:pt x="7379" y="2501"/>
                    </a:cubicBezTo>
                    <a:cubicBezTo>
                      <a:pt x="7126" y="2214"/>
                      <a:pt x="6984" y="1831"/>
                      <a:pt x="7011" y="1420"/>
                    </a:cubicBezTo>
                    <a:cubicBezTo>
                      <a:pt x="7036" y="1009"/>
                      <a:pt x="7229" y="649"/>
                      <a:pt x="7517" y="398"/>
                    </a:cubicBezTo>
                    <a:cubicBezTo>
                      <a:pt x="7805" y="145"/>
                      <a:pt x="8187" y="1"/>
                      <a:pt x="8596" y="30"/>
                    </a:cubicBezTo>
                    <a:close/>
                    <a:moveTo>
                      <a:pt x="3032" y="6968"/>
                    </a:moveTo>
                    <a:cubicBezTo>
                      <a:pt x="3482" y="6995"/>
                      <a:pt x="3879" y="7206"/>
                      <a:pt x="4155" y="7519"/>
                    </a:cubicBezTo>
                    <a:cubicBezTo>
                      <a:pt x="4432" y="7836"/>
                      <a:pt x="4587" y="8255"/>
                      <a:pt x="4558" y="8707"/>
                    </a:cubicBezTo>
                    <a:cubicBezTo>
                      <a:pt x="4531" y="9158"/>
                      <a:pt x="4319" y="9555"/>
                      <a:pt x="4007" y="9830"/>
                    </a:cubicBezTo>
                    <a:cubicBezTo>
                      <a:pt x="3690" y="10108"/>
                      <a:pt x="3270" y="10262"/>
                      <a:pt x="2818" y="10233"/>
                    </a:cubicBezTo>
                    <a:cubicBezTo>
                      <a:pt x="2368" y="10205"/>
                      <a:pt x="1971" y="9995"/>
                      <a:pt x="1695" y="9680"/>
                    </a:cubicBezTo>
                    <a:cubicBezTo>
                      <a:pt x="1418" y="9366"/>
                      <a:pt x="1263" y="8946"/>
                      <a:pt x="1292" y="8496"/>
                    </a:cubicBezTo>
                    <a:cubicBezTo>
                      <a:pt x="1319" y="8045"/>
                      <a:pt x="1531" y="7648"/>
                      <a:pt x="1843" y="7373"/>
                    </a:cubicBezTo>
                    <a:cubicBezTo>
                      <a:pt x="2160" y="7093"/>
                      <a:pt x="2582" y="6937"/>
                      <a:pt x="3032" y="6968"/>
                    </a:cubicBezTo>
                    <a:close/>
                    <a:moveTo>
                      <a:pt x="3949" y="7702"/>
                    </a:moveTo>
                    <a:cubicBezTo>
                      <a:pt x="3721" y="7441"/>
                      <a:pt x="3392" y="7268"/>
                      <a:pt x="3015" y="7241"/>
                    </a:cubicBezTo>
                    <a:cubicBezTo>
                      <a:pt x="2641" y="7217"/>
                      <a:pt x="2292" y="7348"/>
                      <a:pt x="2033" y="7576"/>
                    </a:cubicBezTo>
                    <a:cubicBezTo>
                      <a:pt x="1769" y="7805"/>
                      <a:pt x="1597" y="8134"/>
                      <a:pt x="1572" y="8510"/>
                    </a:cubicBezTo>
                    <a:cubicBezTo>
                      <a:pt x="1545" y="8884"/>
                      <a:pt x="1677" y="9234"/>
                      <a:pt x="1905" y="9493"/>
                    </a:cubicBezTo>
                    <a:cubicBezTo>
                      <a:pt x="2135" y="9756"/>
                      <a:pt x="2464" y="9929"/>
                      <a:pt x="2839" y="9954"/>
                    </a:cubicBezTo>
                    <a:cubicBezTo>
                      <a:pt x="3215" y="9980"/>
                      <a:pt x="3565" y="9849"/>
                      <a:pt x="3824" y="9621"/>
                    </a:cubicBezTo>
                    <a:cubicBezTo>
                      <a:pt x="4085" y="9390"/>
                      <a:pt x="4258" y="9061"/>
                      <a:pt x="4284" y="8687"/>
                    </a:cubicBezTo>
                    <a:cubicBezTo>
                      <a:pt x="4307" y="8313"/>
                      <a:pt x="4177" y="7965"/>
                      <a:pt x="3949" y="7702"/>
                    </a:cubicBezTo>
                    <a:close/>
                    <a:moveTo>
                      <a:pt x="1027" y="4124"/>
                    </a:moveTo>
                    <a:cubicBezTo>
                      <a:pt x="1288" y="4142"/>
                      <a:pt x="1518" y="4262"/>
                      <a:pt x="1679" y="4445"/>
                    </a:cubicBezTo>
                    <a:cubicBezTo>
                      <a:pt x="1841" y="4628"/>
                      <a:pt x="1932" y="4872"/>
                      <a:pt x="1913" y="5134"/>
                    </a:cubicBezTo>
                    <a:cubicBezTo>
                      <a:pt x="1895" y="5397"/>
                      <a:pt x="1776" y="5625"/>
                      <a:pt x="1592" y="5787"/>
                    </a:cubicBezTo>
                    <a:cubicBezTo>
                      <a:pt x="1409" y="5946"/>
                      <a:pt x="1165" y="6038"/>
                      <a:pt x="904" y="6022"/>
                    </a:cubicBezTo>
                    <a:cubicBezTo>
                      <a:pt x="640" y="6003"/>
                      <a:pt x="412" y="5882"/>
                      <a:pt x="254" y="5699"/>
                    </a:cubicBezTo>
                    <a:cubicBezTo>
                      <a:pt x="91" y="5516"/>
                      <a:pt x="1" y="5273"/>
                      <a:pt x="19" y="5010"/>
                    </a:cubicBezTo>
                    <a:cubicBezTo>
                      <a:pt x="36" y="4749"/>
                      <a:pt x="157" y="4519"/>
                      <a:pt x="340" y="4360"/>
                    </a:cubicBezTo>
                    <a:cubicBezTo>
                      <a:pt x="523" y="4196"/>
                      <a:pt x="768" y="4105"/>
                      <a:pt x="1027" y="4124"/>
                    </a:cubicBezTo>
                    <a:close/>
                    <a:moveTo>
                      <a:pt x="1471" y="4628"/>
                    </a:moveTo>
                    <a:cubicBezTo>
                      <a:pt x="1358" y="4496"/>
                      <a:pt x="1196" y="4412"/>
                      <a:pt x="1008" y="4399"/>
                    </a:cubicBezTo>
                    <a:cubicBezTo>
                      <a:pt x="823" y="4387"/>
                      <a:pt x="651" y="4451"/>
                      <a:pt x="521" y="4566"/>
                    </a:cubicBezTo>
                    <a:cubicBezTo>
                      <a:pt x="390" y="4679"/>
                      <a:pt x="305" y="4842"/>
                      <a:pt x="291" y="5029"/>
                    </a:cubicBezTo>
                    <a:cubicBezTo>
                      <a:pt x="278" y="5214"/>
                      <a:pt x="342" y="5389"/>
                      <a:pt x="455" y="5518"/>
                    </a:cubicBezTo>
                    <a:cubicBezTo>
                      <a:pt x="568" y="5646"/>
                      <a:pt x="733" y="5734"/>
                      <a:pt x="918" y="5746"/>
                    </a:cubicBezTo>
                    <a:cubicBezTo>
                      <a:pt x="1103" y="5759"/>
                      <a:pt x="1278" y="5695"/>
                      <a:pt x="1407" y="5582"/>
                    </a:cubicBezTo>
                    <a:cubicBezTo>
                      <a:pt x="1535" y="5469"/>
                      <a:pt x="1623" y="5304"/>
                      <a:pt x="1636" y="5119"/>
                    </a:cubicBezTo>
                    <a:cubicBezTo>
                      <a:pt x="1648" y="4928"/>
                      <a:pt x="1584" y="4757"/>
                      <a:pt x="1471" y="4628"/>
                    </a:cubicBezTo>
                    <a:close/>
                    <a:moveTo>
                      <a:pt x="8578" y="305"/>
                    </a:moveTo>
                    <a:cubicBezTo>
                      <a:pt x="8245" y="285"/>
                      <a:pt x="7930" y="400"/>
                      <a:pt x="7700" y="603"/>
                    </a:cubicBezTo>
                    <a:cubicBezTo>
                      <a:pt x="7465" y="809"/>
                      <a:pt x="7311" y="1101"/>
                      <a:pt x="7289" y="1436"/>
                    </a:cubicBezTo>
                    <a:cubicBezTo>
                      <a:pt x="7268" y="1769"/>
                      <a:pt x="7383" y="2080"/>
                      <a:pt x="7587" y="2314"/>
                    </a:cubicBezTo>
                    <a:cubicBezTo>
                      <a:pt x="7790" y="2549"/>
                      <a:pt x="8084" y="2703"/>
                      <a:pt x="8420" y="2726"/>
                    </a:cubicBezTo>
                    <a:cubicBezTo>
                      <a:pt x="8753" y="2746"/>
                      <a:pt x="9065" y="2631"/>
                      <a:pt x="9298" y="2427"/>
                    </a:cubicBezTo>
                    <a:cubicBezTo>
                      <a:pt x="9532" y="2224"/>
                      <a:pt x="9686" y="1930"/>
                      <a:pt x="9709" y="1595"/>
                    </a:cubicBezTo>
                    <a:cubicBezTo>
                      <a:pt x="9756" y="926"/>
                      <a:pt x="9250" y="348"/>
                      <a:pt x="8578" y="305"/>
                    </a:cubicBezTo>
                    <a:close/>
                  </a:path>
                </a:pathLst>
              </a:custGeom>
              <a:solidFill>
                <a:srgbClr val="FF9BDA"/>
              </a:solidFill>
              <a:ln>
                <a:noFill/>
              </a:ln>
            </p:spPr>
            <p:txBody>
              <a:bodyPr anchorCtr="0" anchor="ctr" bIns="59725" lIns="59725" spcFirstLastPara="1" rIns="59725" wrap="square" tIns="59725">
                <a:noAutofit/>
              </a:bodyPr>
              <a:lstStyle/>
              <a:p>
                <a:pPr indent="0" lvl="0" marL="0" rtl="0" algn="l">
                  <a:spcBef>
                    <a:spcPts val="0"/>
                  </a:spcBef>
                  <a:spcAft>
                    <a:spcPts val="0"/>
                  </a:spcAft>
                  <a:buNone/>
                </a:pPr>
                <a:r>
                  <a:t/>
                </a:r>
                <a:endParaRPr/>
              </a:p>
            </p:txBody>
          </p:sp>
          <p:sp>
            <p:nvSpPr>
              <p:cNvPr id="971" name="Google Shape;971;p55"/>
              <p:cNvSpPr/>
              <p:nvPr/>
            </p:nvSpPr>
            <p:spPr>
              <a:xfrm>
                <a:off x="270576" y="3701013"/>
                <a:ext cx="799443" cy="724796"/>
              </a:xfrm>
              <a:custGeom>
                <a:rect b="b" l="l" r="r" t="t"/>
                <a:pathLst>
                  <a:path extrusionOk="0" h="15283" w="16857">
                    <a:moveTo>
                      <a:pt x="14493" y="0"/>
                    </a:moveTo>
                    <a:cubicBezTo>
                      <a:pt x="15653" y="1289"/>
                      <a:pt x="16445" y="2904"/>
                      <a:pt x="16725" y="4676"/>
                    </a:cubicBezTo>
                    <a:cubicBezTo>
                      <a:pt x="16272" y="4697"/>
                      <a:pt x="15859" y="4874"/>
                      <a:pt x="15534" y="5159"/>
                    </a:cubicBezTo>
                    <a:cubicBezTo>
                      <a:pt x="15160" y="5488"/>
                      <a:pt x="14911" y="5961"/>
                      <a:pt x="14874" y="6498"/>
                    </a:cubicBezTo>
                    <a:cubicBezTo>
                      <a:pt x="14839" y="7035"/>
                      <a:pt x="15026" y="7537"/>
                      <a:pt x="15355" y="7911"/>
                    </a:cubicBezTo>
                    <a:cubicBezTo>
                      <a:pt x="15645" y="8244"/>
                      <a:pt x="16048" y="8476"/>
                      <a:pt x="16509" y="8552"/>
                    </a:cubicBezTo>
                    <a:cubicBezTo>
                      <a:pt x="15478" y="12311"/>
                      <a:pt x="12131" y="15053"/>
                      <a:pt x="8187" y="15266"/>
                    </a:cubicBezTo>
                    <a:cubicBezTo>
                      <a:pt x="8195" y="15201"/>
                      <a:pt x="8201" y="15139"/>
                      <a:pt x="8207" y="15075"/>
                    </a:cubicBezTo>
                    <a:cubicBezTo>
                      <a:pt x="8244" y="14479"/>
                      <a:pt x="8039" y="13926"/>
                      <a:pt x="7677" y="13510"/>
                    </a:cubicBezTo>
                    <a:cubicBezTo>
                      <a:pt x="7313" y="13093"/>
                      <a:pt x="6790" y="12819"/>
                      <a:pt x="6196" y="12780"/>
                    </a:cubicBezTo>
                    <a:cubicBezTo>
                      <a:pt x="5602" y="12741"/>
                      <a:pt x="5047" y="12947"/>
                      <a:pt x="4631" y="13309"/>
                    </a:cubicBezTo>
                    <a:cubicBezTo>
                      <a:pt x="4288" y="13611"/>
                      <a:pt x="4043" y="14016"/>
                      <a:pt x="3942" y="14485"/>
                    </a:cubicBezTo>
                    <a:cubicBezTo>
                      <a:pt x="2320" y="13759"/>
                      <a:pt x="954" y="12583"/>
                      <a:pt x="0" y="11117"/>
                    </a:cubicBezTo>
                    <a:cubicBezTo>
                      <a:pt x="3899" y="11551"/>
                      <a:pt x="5402" y="10839"/>
                      <a:pt x="6829" y="7921"/>
                    </a:cubicBezTo>
                    <a:cubicBezTo>
                      <a:pt x="8343" y="4826"/>
                      <a:pt x="11113" y="8604"/>
                      <a:pt x="12322" y="3691"/>
                    </a:cubicBezTo>
                    <a:cubicBezTo>
                      <a:pt x="12892" y="1372"/>
                      <a:pt x="13749" y="391"/>
                      <a:pt x="14493" y="0"/>
                    </a:cubicBezTo>
                    <a:close/>
                    <a:moveTo>
                      <a:pt x="16764" y="4954"/>
                    </a:moveTo>
                    <a:cubicBezTo>
                      <a:pt x="16365" y="4966"/>
                      <a:pt x="16001" y="5120"/>
                      <a:pt x="15717" y="5367"/>
                    </a:cubicBezTo>
                    <a:cubicBezTo>
                      <a:pt x="15396" y="5649"/>
                      <a:pt x="15180" y="6056"/>
                      <a:pt x="15151" y="6513"/>
                    </a:cubicBezTo>
                    <a:cubicBezTo>
                      <a:pt x="15123" y="6973"/>
                      <a:pt x="15283" y="7403"/>
                      <a:pt x="15563" y="7724"/>
                    </a:cubicBezTo>
                    <a:cubicBezTo>
                      <a:pt x="15818" y="8014"/>
                      <a:pt x="16171" y="8217"/>
                      <a:pt x="16579" y="8277"/>
                    </a:cubicBezTo>
                    <a:cubicBezTo>
                      <a:pt x="16700" y="7771"/>
                      <a:pt x="16782" y="7251"/>
                      <a:pt x="16815" y="6714"/>
                    </a:cubicBezTo>
                    <a:cubicBezTo>
                      <a:pt x="16856" y="6118"/>
                      <a:pt x="16838" y="5528"/>
                      <a:pt x="16764" y="4954"/>
                    </a:cubicBezTo>
                    <a:close/>
                    <a:moveTo>
                      <a:pt x="7905" y="15277"/>
                    </a:moveTo>
                    <a:cubicBezTo>
                      <a:pt x="7919" y="15205"/>
                      <a:pt x="7930" y="15133"/>
                      <a:pt x="7932" y="15055"/>
                    </a:cubicBezTo>
                    <a:cubicBezTo>
                      <a:pt x="7965" y="14536"/>
                      <a:pt x="7786" y="14053"/>
                      <a:pt x="7469" y="13693"/>
                    </a:cubicBezTo>
                    <a:cubicBezTo>
                      <a:pt x="7150" y="13329"/>
                      <a:pt x="6696" y="13091"/>
                      <a:pt x="6178" y="13056"/>
                    </a:cubicBezTo>
                    <a:cubicBezTo>
                      <a:pt x="5659" y="13021"/>
                      <a:pt x="5176" y="13200"/>
                      <a:pt x="4816" y="13518"/>
                    </a:cubicBezTo>
                    <a:cubicBezTo>
                      <a:pt x="4506" y="13790"/>
                      <a:pt x="4284" y="14164"/>
                      <a:pt x="4208" y="14594"/>
                    </a:cubicBezTo>
                    <a:cubicBezTo>
                      <a:pt x="5098" y="14960"/>
                      <a:pt x="6064" y="15190"/>
                      <a:pt x="7082" y="15258"/>
                    </a:cubicBezTo>
                    <a:cubicBezTo>
                      <a:pt x="7358" y="15279"/>
                      <a:pt x="7633" y="15283"/>
                      <a:pt x="7905" y="15277"/>
                    </a:cubicBezTo>
                    <a:close/>
                  </a:path>
                </a:pathLst>
              </a:custGeom>
              <a:solidFill>
                <a:srgbClr val="FF9BDA"/>
              </a:solidFill>
              <a:ln>
                <a:noFill/>
              </a:ln>
            </p:spPr>
            <p:txBody>
              <a:bodyPr anchorCtr="0" anchor="ctr" bIns="59725" lIns="59725" spcFirstLastPara="1" rIns="59725" wrap="square" tIns="59725">
                <a:noAutofit/>
              </a:bodyPr>
              <a:lstStyle/>
              <a:p>
                <a:pPr indent="0" lvl="0" marL="0" rtl="0" algn="l">
                  <a:spcBef>
                    <a:spcPts val="0"/>
                  </a:spcBef>
                  <a:spcAft>
                    <a:spcPts val="0"/>
                  </a:spcAft>
                  <a:buNone/>
                </a:pPr>
                <a:r>
                  <a:t/>
                </a:r>
                <a:endParaRPr/>
              </a:p>
            </p:txBody>
          </p:sp>
          <p:sp>
            <p:nvSpPr>
              <p:cNvPr id="972" name="Google Shape;972;p55"/>
              <p:cNvSpPr/>
              <p:nvPr/>
            </p:nvSpPr>
            <p:spPr>
              <a:xfrm>
                <a:off x="731547" y="4048069"/>
                <a:ext cx="85887" cy="85697"/>
              </a:xfrm>
              <a:custGeom>
                <a:rect b="b" l="l" r="r" t="t"/>
                <a:pathLst>
                  <a:path extrusionOk="0" h="1807" w="1811">
                    <a:moveTo>
                      <a:pt x="961" y="31"/>
                    </a:moveTo>
                    <a:cubicBezTo>
                      <a:pt x="1442" y="64"/>
                      <a:pt x="1810" y="478"/>
                      <a:pt x="1777" y="959"/>
                    </a:cubicBezTo>
                    <a:cubicBezTo>
                      <a:pt x="1747" y="1440"/>
                      <a:pt x="1329" y="1806"/>
                      <a:pt x="848" y="1773"/>
                    </a:cubicBezTo>
                    <a:cubicBezTo>
                      <a:pt x="369" y="1740"/>
                      <a:pt x="1" y="1327"/>
                      <a:pt x="34" y="846"/>
                    </a:cubicBezTo>
                    <a:cubicBezTo>
                      <a:pt x="64" y="365"/>
                      <a:pt x="482" y="1"/>
                      <a:pt x="961" y="31"/>
                    </a:cubicBezTo>
                    <a:close/>
                  </a:path>
                </a:pathLst>
              </a:custGeom>
              <a:solidFill>
                <a:srgbClr val="FFFFFF"/>
              </a:solidFill>
              <a:ln>
                <a:noFill/>
              </a:ln>
            </p:spPr>
            <p:txBody>
              <a:bodyPr anchorCtr="0" anchor="ctr" bIns="59725" lIns="59725" spcFirstLastPara="1" rIns="59725" wrap="square" tIns="59725">
                <a:noAutofit/>
              </a:bodyPr>
              <a:lstStyle/>
              <a:p>
                <a:pPr indent="0" lvl="0" marL="0" rtl="0" algn="l">
                  <a:spcBef>
                    <a:spcPts val="0"/>
                  </a:spcBef>
                  <a:spcAft>
                    <a:spcPts val="0"/>
                  </a:spcAft>
                  <a:buNone/>
                </a:pPr>
                <a:r>
                  <a:t/>
                </a:r>
                <a:endParaRPr/>
              </a:p>
            </p:txBody>
          </p:sp>
        </p:gr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976" name="Shape 976"/>
        <p:cNvGrpSpPr/>
        <p:nvPr/>
      </p:nvGrpSpPr>
      <p:grpSpPr>
        <a:xfrm>
          <a:off x="0" y="0"/>
          <a:ext cx="0" cy="0"/>
          <a:chOff x="0" y="0"/>
          <a:chExt cx="0" cy="0"/>
        </a:xfrm>
      </p:grpSpPr>
      <p:pic>
        <p:nvPicPr>
          <p:cNvPr id="977" name="Google Shape;977;p56" title="jvm_virtualization_vs_container.jpg"/>
          <p:cNvPicPr preferRelativeResize="0"/>
          <p:nvPr/>
        </p:nvPicPr>
        <p:blipFill>
          <a:blip r:embed="rId3">
            <a:alphaModFix/>
          </a:blip>
          <a:stretch>
            <a:fillRect/>
          </a:stretch>
        </p:blipFill>
        <p:spPr>
          <a:xfrm>
            <a:off x="247625" y="356325"/>
            <a:ext cx="5734051" cy="4430849"/>
          </a:xfrm>
          <a:prstGeom prst="rect">
            <a:avLst/>
          </a:prstGeom>
          <a:noFill/>
          <a:ln>
            <a:noFill/>
          </a:ln>
        </p:spPr>
      </p:pic>
      <p:sp>
        <p:nvSpPr>
          <p:cNvPr id="978" name="Google Shape;978;p56"/>
          <p:cNvSpPr/>
          <p:nvPr/>
        </p:nvSpPr>
        <p:spPr>
          <a:xfrm>
            <a:off x="5725650" y="1422450"/>
            <a:ext cx="3070200" cy="2298600"/>
          </a:xfrm>
          <a:prstGeom prst="roundRect">
            <a:avLst>
              <a:gd fmla="val 6976"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56"/>
          <p:cNvSpPr/>
          <p:nvPr/>
        </p:nvSpPr>
        <p:spPr>
          <a:xfrm>
            <a:off x="5822300" y="1469200"/>
            <a:ext cx="2878966" cy="2134539"/>
          </a:xfrm>
          <a:custGeom>
            <a:rect b="b" l="l" r="r" t="t"/>
            <a:pathLst>
              <a:path extrusionOk="0" h="14291" w="13231">
                <a:moveTo>
                  <a:pt x="368" y="1054"/>
                </a:moveTo>
                <a:cubicBezTo>
                  <a:pt x="368" y="1054"/>
                  <a:pt x="0" y="13182"/>
                  <a:pt x="685" y="13708"/>
                </a:cubicBezTo>
                <a:cubicBezTo>
                  <a:pt x="1368" y="14237"/>
                  <a:pt x="12496" y="14290"/>
                  <a:pt x="12863" y="13499"/>
                </a:cubicBezTo>
                <a:cubicBezTo>
                  <a:pt x="13231" y="12707"/>
                  <a:pt x="13128" y="683"/>
                  <a:pt x="12071" y="581"/>
                </a:cubicBezTo>
                <a:cubicBezTo>
                  <a:pt x="11018" y="474"/>
                  <a:pt x="578" y="1"/>
                  <a:pt x="368" y="105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56"/>
          <p:cNvSpPr txBox="1"/>
          <p:nvPr>
            <p:ph type="title"/>
          </p:nvPr>
        </p:nvSpPr>
        <p:spPr>
          <a:xfrm>
            <a:off x="6058350" y="1654950"/>
            <a:ext cx="2404800" cy="183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n" sz="2200">
                <a:solidFill>
                  <a:schemeClr val="lt1"/>
                </a:solidFill>
              </a:rPr>
              <a:t>Single JVM &amp; Container Virtualization Comparison</a:t>
            </a:r>
            <a:endParaRPr b="0" sz="2200">
              <a:solidFill>
                <a:schemeClr val="lt1"/>
              </a:solidFill>
            </a:endParaRPr>
          </a:p>
        </p:txBody>
      </p:sp>
      <p:sp>
        <p:nvSpPr>
          <p:cNvPr id="981" name="Google Shape;981;p56"/>
          <p:cNvSpPr/>
          <p:nvPr/>
        </p:nvSpPr>
        <p:spPr>
          <a:xfrm>
            <a:off x="6703102" y="841300"/>
            <a:ext cx="269120" cy="279249"/>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82" name="Google Shape;982;p56"/>
          <p:cNvGrpSpPr/>
          <p:nvPr/>
        </p:nvGrpSpPr>
        <p:grpSpPr>
          <a:xfrm flipH="1">
            <a:off x="6838717" y="112769"/>
            <a:ext cx="1240925" cy="1240783"/>
            <a:chOff x="277881" y="2901316"/>
            <a:chExt cx="1900344" cy="1900126"/>
          </a:xfrm>
        </p:grpSpPr>
        <p:sp>
          <p:nvSpPr>
            <p:cNvPr id="983" name="Google Shape;983;p56"/>
            <p:cNvSpPr/>
            <p:nvPr/>
          </p:nvSpPr>
          <p:spPr>
            <a:xfrm>
              <a:off x="402450" y="3248988"/>
              <a:ext cx="1354500" cy="1354500"/>
            </a:xfrm>
            <a:prstGeom prst="ellipse">
              <a:avLst/>
            </a:prstGeom>
            <a:solidFill>
              <a:srgbClr val="1B222D"/>
            </a:solidFill>
            <a:ln>
              <a:noFill/>
            </a:ln>
          </p:spPr>
          <p:txBody>
            <a:bodyPr anchorCtr="0" anchor="ctr" bIns="59725" lIns="59725" spcFirstLastPara="1" rIns="59725" wrap="square" tIns="59725">
              <a:noAutofit/>
            </a:bodyPr>
            <a:lstStyle/>
            <a:p>
              <a:pPr indent="0" lvl="0" marL="0" rtl="0" algn="l">
                <a:spcBef>
                  <a:spcPts val="0"/>
                </a:spcBef>
                <a:spcAft>
                  <a:spcPts val="0"/>
                </a:spcAft>
                <a:buNone/>
              </a:pPr>
              <a:r>
                <a:t/>
              </a:r>
              <a:endParaRPr/>
            </a:p>
          </p:txBody>
        </p:sp>
        <p:grpSp>
          <p:nvGrpSpPr>
            <p:cNvPr id="984" name="Google Shape;984;p56"/>
            <p:cNvGrpSpPr/>
            <p:nvPr/>
          </p:nvGrpSpPr>
          <p:grpSpPr>
            <a:xfrm rot="2322109">
              <a:off x="551788" y="3175815"/>
              <a:ext cx="1352529" cy="1351128"/>
              <a:chOff x="200055" y="3556746"/>
              <a:chExt cx="869964" cy="869063"/>
            </a:xfrm>
          </p:grpSpPr>
          <p:sp>
            <p:nvSpPr>
              <p:cNvPr id="985" name="Google Shape;985;p56"/>
              <p:cNvSpPr/>
              <p:nvPr/>
            </p:nvSpPr>
            <p:spPr>
              <a:xfrm>
                <a:off x="200055" y="3556746"/>
                <a:ext cx="868968" cy="868968"/>
              </a:xfrm>
              <a:custGeom>
                <a:rect b="b" l="l" r="r" t="t"/>
                <a:pathLst>
                  <a:path extrusionOk="0" h="18323" w="18323">
                    <a:moveTo>
                      <a:pt x="15639" y="2684"/>
                    </a:moveTo>
                    <a:cubicBezTo>
                      <a:pt x="17358" y="4401"/>
                      <a:pt x="18323" y="6731"/>
                      <a:pt x="18323" y="9162"/>
                    </a:cubicBezTo>
                    <a:cubicBezTo>
                      <a:pt x="18323" y="11590"/>
                      <a:pt x="17358" y="13920"/>
                      <a:pt x="15639" y="15639"/>
                    </a:cubicBezTo>
                    <a:cubicBezTo>
                      <a:pt x="13922" y="17356"/>
                      <a:pt x="11592" y="18323"/>
                      <a:pt x="9162" y="18323"/>
                    </a:cubicBezTo>
                    <a:cubicBezTo>
                      <a:pt x="6733" y="18323"/>
                      <a:pt x="4403" y="17356"/>
                      <a:pt x="2684" y="15639"/>
                    </a:cubicBezTo>
                    <a:cubicBezTo>
                      <a:pt x="967" y="13920"/>
                      <a:pt x="1" y="11590"/>
                      <a:pt x="1" y="9162"/>
                    </a:cubicBezTo>
                    <a:cubicBezTo>
                      <a:pt x="1" y="6731"/>
                      <a:pt x="967" y="4401"/>
                      <a:pt x="2684" y="2684"/>
                    </a:cubicBezTo>
                    <a:cubicBezTo>
                      <a:pt x="4403" y="965"/>
                      <a:pt x="6733" y="1"/>
                      <a:pt x="9162" y="1"/>
                    </a:cubicBezTo>
                    <a:cubicBezTo>
                      <a:pt x="11592" y="1"/>
                      <a:pt x="13922" y="965"/>
                      <a:pt x="15639" y="2684"/>
                    </a:cubicBezTo>
                    <a:close/>
                  </a:path>
                </a:pathLst>
              </a:custGeom>
              <a:solidFill>
                <a:srgbClr val="EB5358"/>
              </a:solidFill>
              <a:ln>
                <a:noFill/>
              </a:ln>
            </p:spPr>
            <p:txBody>
              <a:bodyPr anchorCtr="0" anchor="ctr" bIns="59725" lIns="59725" spcFirstLastPara="1" rIns="59725" wrap="square" tIns="59725">
                <a:noAutofit/>
              </a:bodyPr>
              <a:lstStyle/>
              <a:p>
                <a:pPr indent="0" lvl="0" marL="0" rtl="0" algn="l">
                  <a:spcBef>
                    <a:spcPts val="0"/>
                  </a:spcBef>
                  <a:spcAft>
                    <a:spcPts val="0"/>
                  </a:spcAft>
                  <a:buNone/>
                </a:pPr>
                <a:r>
                  <a:t/>
                </a:r>
                <a:endParaRPr sz="1296"/>
              </a:p>
            </p:txBody>
          </p:sp>
          <p:sp>
            <p:nvSpPr>
              <p:cNvPr id="986" name="Google Shape;986;p56"/>
              <p:cNvSpPr/>
              <p:nvPr/>
            </p:nvSpPr>
            <p:spPr>
              <a:xfrm>
                <a:off x="311314" y="3605499"/>
                <a:ext cx="474914" cy="486723"/>
              </a:xfrm>
              <a:custGeom>
                <a:rect b="b" l="l" r="r" t="t"/>
                <a:pathLst>
                  <a:path extrusionOk="0" h="10263" w="10014">
                    <a:moveTo>
                      <a:pt x="8596" y="30"/>
                    </a:moveTo>
                    <a:cubicBezTo>
                      <a:pt x="9008" y="54"/>
                      <a:pt x="9368" y="246"/>
                      <a:pt x="9620" y="536"/>
                    </a:cubicBezTo>
                    <a:cubicBezTo>
                      <a:pt x="9871" y="823"/>
                      <a:pt x="10013" y="1206"/>
                      <a:pt x="9986" y="1617"/>
                    </a:cubicBezTo>
                    <a:cubicBezTo>
                      <a:pt x="9962" y="2028"/>
                      <a:pt x="9769" y="2388"/>
                      <a:pt x="9481" y="2641"/>
                    </a:cubicBezTo>
                    <a:cubicBezTo>
                      <a:pt x="9193" y="2892"/>
                      <a:pt x="8810" y="3034"/>
                      <a:pt x="8401" y="3009"/>
                    </a:cubicBezTo>
                    <a:cubicBezTo>
                      <a:pt x="7990" y="2983"/>
                      <a:pt x="7630" y="2789"/>
                      <a:pt x="7379" y="2501"/>
                    </a:cubicBezTo>
                    <a:cubicBezTo>
                      <a:pt x="7126" y="2214"/>
                      <a:pt x="6984" y="1831"/>
                      <a:pt x="7011" y="1420"/>
                    </a:cubicBezTo>
                    <a:cubicBezTo>
                      <a:pt x="7036" y="1009"/>
                      <a:pt x="7229" y="649"/>
                      <a:pt x="7517" y="398"/>
                    </a:cubicBezTo>
                    <a:cubicBezTo>
                      <a:pt x="7805" y="145"/>
                      <a:pt x="8187" y="1"/>
                      <a:pt x="8596" y="30"/>
                    </a:cubicBezTo>
                    <a:close/>
                    <a:moveTo>
                      <a:pt x="3032" y="6968"/>
                    </a:moveTo>
                    <a:cubicBezTo>
                      <a:pt x="3482" y="6995"/>
                      <a:pt x="3879" y="7206"/>
                      <a:pt x="4155" y="7519"/>
                    </a:cubicBezTo>
                    <a:cubicBezTo>
                      <a:pt x="4432" y="7836"/>
                      <a:pt x="4587" y="8255"/>
                      <a:pt x="4558" y="8707"/>
                    </a:cubicBezTo>
                    <a:cubicBezTo>
                      <a:pt x="4531" y="9158"/>
                      <a:pt x="4319" y="9555"/>
                      <a:pt x="4007" y="9830"/>
                    </a:cubicBezTo>
                    <a:cubicBezTo>
                      <a:pt x="3690" y="10108"/>
                      <a:pt x="3270" y="10262"/>
                      <a:pt x="2818" y="10233"/>
                    </a:cubicBezTo>
                    <a:cubicBezTo>
                      <a:pt x="2368" y="10205"/>
                      <a:pt x="1971" y="9995"/>
                      <a:pt x="1695" y="9680"/>
                    </a:cubicBezTo>
                    <a:cubicBezTo>
                      <a:pt x="1418" y="9366"/>
                      <a:pt x="1263" y="8946"/>
                      <a:pt x="1292" y="8496"/>
                    </a:cubicBezTo>
                    <a:cubicBezTo>
                      <a:pt x="1319" y="8045"/>
                      <a:pt x="1531" y="7648"/>
                      <a:pt x="1843" y="7373"/>
                    </a:cubicBezTo>
                    <a:cubicBezTo>
                      <a:pt x="2160" y="7093"/>
                      <a:pt x="2582" y="6937"/>
                      <a:pt x="3032" y="6968"/>
                    </a:cubicBezTo>
                    <a:close/>
                    <a:moveTo>
                      <a:pt x="3949" y="7702"/>
                    </a:moveTo>
                    <a:cubicBezTo>
                      <a:pt x="3721" y="7441"/>
                      <a:pt x="3392" y="7268"/>
                      <a:pt x="3015" y="7241"/>
                    </a:cubicBezTo>
                    <a:cubicBezTo>
                      <a:pt x="2641" y="7217"/>
                      <a:pt x="2292" y="7348"/>
                      <a:pt x="2033" y="7576"/>
                    </a:cubicBezTo>
                    <a:cubicBezTo>
                      <a:pt x="1769" y="7805"/>
                      <a:pt x="1597" y="8134"/>
                      <a:pt x="1572" y="8510"/>
                    </a:cubicBezTo>
                    <a:cubicBezTo>
                      <a:pt x="1545" y="8884"/>
                      <a:pt x="1677" y="9234"/>
                      <a:pt x="1905" y="9493"/>
                    </a:cubicBezTo>
                    <a:cubicBezTo>
                      <a:pt x="2135" y="9756"/>
                      <a:pt x="2464" y="9929"/>
                      <a:pt x="2839" y="9954"/>
                    </a:cubicBezTo>
                    <a:cubicBezTo>
                      <a:pt x="3215" y="9980"/>
                      <a:pt x="3565" y="9849"/>
                      <a:pt x="3824" y="9621"/>
                    </a:cubicBezTo>
                    <a:cubicBezTo>
                      <a:pt x="4085" y="9390"/>
                      <a:pt x="4258" y="9061"/>
                      <a:pt x="4284" y="8687"/>
                    </a:cubicBezTo>
                    <a:cubicBezTo>
                      <a:pt x="4307" y="8313"/>
                      <a:pt x="4177" y="7965"/>
                      <a:pt x="3949" y="7702"/>
                    </a:cubicBezTo>
                    <a:close/>
                    <a:moveTo>
                      <a:pt x="1027" y="4124"/>
                    </a:moveTo>
                    <a:cubicBezTo>
                      <a:pt x="1288" y="4142"/>
                      <a:pt x="1518" y="4262"/>
                      <a:pt x="1679" y="4445"/>
                    </a:cubicBezTo>
                    <a:cubicBezTo>
                      <a:pt x="1841" y="4628"/>
                      <a:pt x="1932" y="4872"/>
                      <a:pt x="1913" y="5134"/>
                    </a:cubicBezTo>
                    <a:cubicBezTo>
                      <a:pt x="1895" y="5397"/>
                      <a:pt x="1776" y="5625"/>
                      <a:pt x="1592" y="5787"/>
                    </a:cubicBezTo>
                    <a:cubicBezTo>
                      <a:pt x="1409" y="5946"/>
                      <a:pt x="1165" y="6038"/>
                      <a:pt x="904" y="6022"/>
                    </a:cubicBezTo>
                    <a:cubicBezTo>
                      <a:pt x="640" y="6003"/>
                      <a:pt x="412" y="5882"/>
                      <a:pt x="254" y="5699"/>
                    </a:cubicBezTo>
                    <a:cubicBezTo>
                      <a:pt x="91" y="5516"/>
                      <a:pt x="1" y="5273"/>
                      <a:pt x="19" y="5010"/>
                    </a:cubicBezTo>
                    <a:cubicBezTo>
                      <a:pt x="36" y="4749"/>
                      <a:pt x="157" y="4519"/>
                      <a:pt x="340" y="4360"/>
                    </a:cubicBezTo>
                    <a:cubicBezTo>
                      <a:pt x="523" y="4196"/>
                      <a:pt x="768" y="4105"/>
                      <a:pt x="1027" y="4124"/>
                    </a:cubicBezTo>
                    <a:close/>
                    <a:moveTo>
                      <a:pt x="1471" y="4628"/>
                    </a:moveTo>
                    <a:cubicBezTo>
                      <a:pt x="1358" y="4496"/>
                      <a:pt x="1196" y="4412"/>
                      <a:pt x="1008" y="4399"/>
                    </a:cubicBezTo>
                    <a:cubicBezTo>
                      <a:pt x="823" y="4387"/>
                      <a:pt x="651" y="4451"/>
                      <a:pt x="521" y="4566"/>
                    </a:cubicBezTo>
                    <a:cubicBezTo>
                      <a:pt x="390" y="4679"/>
                      <a:pt x="305" y="4842"/>
                      <a:pt x="291" y="5029"/>
                    </a:cubicBezTo>
                    <a:cubicBezTo>
                      <a:pt x="278" y="5214"/>
                      <a:pt x="342" y="5389"/>
                      <a:pt x="455" y="5518"/>
                    </a:cubicBezTo>
                    <a:cubicBezTo>
                      <a:pt x="568" y="5646"/>
                      <a:pt x="733" y="5734"/>
                      <a:pt x="918" y="5746"/>
                    </a:cubicBezTo>
                    <a:cubicBezTo>
                      <a:pt x="1103" y="5759"/>
                      <a:pt x="1278" y="5695"/>
                      <a:pt x="1407" y="5582"/>
                    </a:cubicBezTo>
                    <a:cubicBezTo>
                      <a:pt x="1535" y="5469"/>
                      <a:pt x="1623" y="5304"/>
                      <a:pt x="1636" y="5119"/>
                    </a:cubicBezTo>
                    <a:cubicBezTo>
                      <a:pt x="1648" y="4928"/>
                      <a:pt x="1584" y="4757"/>
                      <a:pt x="1471" y="4628"/>
                    </a:cubicBezTo>
                    <a:close/>
                    <a:moveTo>
                      <a:pt x="8578" y="305"/>
                    </a:moveTo>
                    <a:cubicBezTo>
                      <a:pt x="8245" y="285"/>
                      <a:pt x="7930" y="400"/>
                      <a:pt x="7700" y="603"/>
                    </a:cubicBezTo>
                    <a:cubicBezTo>
                      <a:pt x="7465" y="809"/>
                      <a:pt x="7311" y="1101"/>
                      <a:pt x="7289" y="1436"/>
                    </a:cubicBezTo>
                    <a:cubicBezTo>
                      <a:pt x="7268" y="1769"/>
                      <a:pt x="7383" y="2080"/>
                      <a:pt x="7587" y="2314"/>
                    </a:cubicBezTo>
                    <a:cubicBezTo>
                      <a:pt x="7790" y="2549"/>
                      <a:pt x="8084" y="2703"/>
                      <a:pt x="8420" y="2726"/>
                    </a:cubicBezTo>
                    <a:cubicBezTo>
                      <a:pt x="8753" y="2746"/>
                      <a:pt x="9065" y="2631"/>
                      <a:pt x="9298" y="2427"/>
                    </a:cubicBezTo>
                    <a:cubicBezTo>
                      <a:pt x="9532" y="2224"/>
                      <a:pt x="9686" y="1930"/>
                      <a:pt x="9709" y="1595"/>
                    </a:cubicBezTo>
                    <a:cubicBezTo>
                      <a:pt x="9756" y="926"/>
                      <a:pt x="9250" y="348"/>
                      <a:pt x="8578" y="305"/>
                    </a:cubicBezTo>
                    <a:close/>
                  </a:path>
                </a:pathLst>
              </a:custGeom>
              <a:solidFill>
                <a:srgbClr val="FF9BDA"/>
              </a:solidFill>
              <a:ln>
                <a:noFill/>
              </a:ln>
            </p:spPr>
            <p:txBody>
              <a:bodyPr anchorCtr="0" anchor="ctr" bIns="59725" lIns="59725" spcFirstLastPara="1" rIns="59725" wrap="square" tIns="59725">
                <a:noAutofit/>
              </a:bodyPr>
              <a:lstStyle/>
              <a:p>
                <a:pPr indent="0" lvl="0" marL="0" rtl="0" algn="l">
                  <a:spcBef>
                    <a:spcPts val="0"/>
                  </a:spcBef>
                  <a:spcAft>
                    <a:spcPts val="0"/>
                  </a:spcAft>
                  <a:buNone/>
                </a:pPr>
                <a:r>
                  <a:t/>
                </a:r>
                <a:endParaRPr/>
              </a:p>
            </p:txBody>
          </p:sp>
          <p:sp>
            <p:nvSpPr>
              <p:cNvPr id="987" name="Google Shape;987;p56"/>
              <p:cNvSpPr/>
              <p:nvPr/>
            </p:nvSpPr>
            <p:spPr>
              <a:xfrm>
                <a:off x="270576" y="3701013"/>
                <a:ext cx="799443" cy="724796"/>
              </a:xfrm>
              <a:custGeom>
                <a:rect b="b" l="l" r="r" t="t"/>
                <a:pathLst>
                  <a:path extrusionOk="0" h="15283" w="16857">
                    <a:moveTo>
                      <a:pt x="14493" y="0"/>
                    </a:moveTo>
                    <a:cubicBezTo>
                      <a:pt x="15653" y="1289"/>
                      <a:pt x="16445" y="2904"/>
                      <a:pt x="16725" y="4676"/>
                    </a:cubicBezTo>
                    <a:cubicBezTo>
                      <a:pt x="16272" y="4697"/>
                      <a:pt x="15859" y="4874"/>
                      <a:pt x="15534" y="5159"/>
                    </a:cubicBezTo>
                    <a:cubicBezTo>
                      <a:pt x="15160" y="5488"/>
                      <a:pt x="14911" y="5961"/>
                      <a:pt x="14874" y="6498"/>
                    </a:cubicBezTo>
                    <a:cubicBezTo>
                      <a:pt x="14839" y="7035"/>
                      <a:pt x="15026" y="7537"/>
                      <a:pt x="15355" y="7911"/>
                    </a:cubicBezTo>
                    <a:cubicBezTo>
                      <a:pt x="15645" y="8244"/>
                      <a:pt x="16048" y="8476"/>
                      <a:pt x="16509" y="8552"/>
                    </a:cubicBezTo>
                    <a:cubicBezTo>
                      <a:pt x="15478" y="12311"/>
                      <a:pt x="12131" y="15053"/>
                      <a:pt x="8187" y="15266"/>
                    </a:cubicBezTo>
                    <a:cubicBezTo>
                      <a:pt x="8195" y="15201"/>
                      <a:pt x="8201" y="15139"/>
                      <a:pt x="8207" y="15075"/>
                    </a:cubicBezTo>
                    <a:cubicBezTo>
                      <a:pt x="8244" y="14479"/>
                      <a:pt x="8039" y="13926"/>
                      <a:pt x="7677" y="13510"/>
                    </a:cubicBezTo>
                    <a:cubicBezTo>
                      <a:pt x="7313" y="13093"/>
                      <a:pt x="6790" y="12819"/>
                      <a:pt x="6196" y="12780"/>
                    </a:cubicBezTo>
                    <a:cubicBezTo>
                      <a:pt x="5602" y="12741"/>
                      <a:pt x="5047" y="12947"/>
                      <a:pt x="4631" y="13309"/>
                    </a:cubicBezTo>
                    <a:cubicBezTo>
                      <a:pt x="4288" y="13611"/>
                      <a:pt x="4043" y="14016"/>
                      <a:pt x="3942" y="14485"/>
                    </a:cubicBezTo>
                    <a:cubicBezTo>
                      <a:pt x="2320" y="13759"/>
                      <a:pt x="954" y="12583"/>
                      <a:pt x="0" y="11117"/>
                    </a:cubicBezTo>
                    <a:cubicBezTo>
                      <a:pt x="3899" y="11551"/>
                      <a:pt x="5402" y="10839"/>
                      <a:pt x="6829" y="7921"/>
                    </a:cubicBezTo>
                    <a:cubicBezTo>
                      <a:pt x="8343" y="4826"/>
                      <a:pt x="11113" y="8604"/>
                      <a:pt x="12322" y="3691"/>
                    </a:cubicBezTo>
                    <a:cubicBezTo>
                      <a:pt x="12892" y="1372"/>
                      <a:pt x="13749" y="391"/>
                      <a:pt x="14493" y="0"/>
                    </a:cubicBezTo>
                    <a:close/>
                    <a:moveTo>
                      <a:pt x="16764" y="4954"/>
                    </a:moveTo>
                    <a:cubicBezTo>
                      <a:pt x="16365" y="4966"/>
                      <a:pt x="16001" y="5120"/>
                      <a:pt x="15717" y="5367"/>
                    </a:cubicBezTo>
                    <a:cubicBezTo>
                      <a:pt x="15396" y="5649"/>
                      <a:pt x="15180" y="6056"/>
                      <a:pt x="15151" y="6513"/>
                    </a:cubicBezTo>
                    <a:cubicBezTo>
                      <a:pt x="15123" y="6973"/>
                      <a:pt x="15283" y="7403"/>
                      <a:pt x="15563" y="7724"/>
                    </a:cubicBezTo>
                    <a:cubicBezTo>
                      <a:pt x="15818" y="8014"/>
                      <a:pt x="16171" y="8217"/>
                      <a:pt x="16579" y="8277"/>
                    </a:cubicBezTo>
                    <a:cubicBezTo>
                      <a:pt x="16700" y="7771"/>
                      <a:pt x="16782" y="7251"/>
                      <a:pt x="16815" y="6714"/>
                    </a:cubicBezTo>
                    <a:cubicBezTo>
                      <a:pt x="16856" y="6118"/>
                      <a:pt x="16838" y="5528"/>
                      <a:pt x="16764" y="4954"/>
                    </a:cubicBezTo>
                    <a:close/>
                    <a:moveTo>
                      <a:pt x="7905" y="15277"/>
                    </a:moveTo>
                    <a:cubicBezTo>
                      <a:pt x="7919" y="15205"/>
                      <a:pt x="7930" y="15133"/>
                      <a:pt x="7932" y="15055"/>
                    </a:cubicBezTo>
                    <a:cubicBezTo>
                      <a:pt x="7965" y="14536"/>
                      <a:pt x="7786" y="14053"/>
                      <a:pt x="7469" y="13693"/>
                    </a:cubicBezTo>
                    <a:cubicBezTo>
                      <a:pt x="7150" y="13329"/>
                      <a:pt x="6696" y="13091"/>
                      <a:pt x="6178" y="13056"/>
                    </a:cubicBezTo>
                    <a:cubicBezTo>
                      <a:pt x="5659" y="13021"/>
                      <a:pt x="5176" y="13200"/>
                      <a:pt x="4816" y="13518"/>
                    </a:cubicBezTo>
                    <a:cubicBezTo>
                      <a:pt x="4506" y="13790"/>
                      <a:pt x="4284" y="14164"/>
                      <a:pt x="4208" y="14594"/>
                    </a:cubicBezTo>
                    <a:cubicBezTo>
                      <a:pt x="5098" y="14960"/>
                      <a:pt x="6064" y="15190"/>
                      <a:pt x="7082" y="15258"/>
                    </a:cubicBezTo>
                    <a:cubicBezTo>
                      <a:pt x="7358" y="15279"/>
                      <a:pt x="7633" y="15283"/>
                      <a:pt x="7905" y="15277"/>
                    </a:cubicBezTo>
                    <a:close/>
                  </a:path>
                </a:pathLst>
              </a:custGeom>
              <a:solidFill>
                <a:srgbClr val="FF9BDA"/>
              </a:solidFill>
              <a:ln>
                <a:noFill/>
              </a:ln>
            </p:spPr>
            <p:txBody>
              <a:bodyPr anchorCtr="0" anchor="ctr" bIns="59725" lIns="59725" spcFirstLastPara="1" rIns="59725" wrap="square" tIns="59725">
                <a:noAutofit/>
              </a:bodyPr>
              <a:lstStyle/>
              <a:p>
                <a:pPr indent="0" lvl="0" marL="0" rtl="0" algn="l">
                  <a:spcBef>
                    <a:spcPts val="0"/>
                  </a:spcBef>
                  <a:spcAft>
                    <a:spcPts val="0"/>
                  </a:spcAft>
                  <a:buNone/>
                </a:pPr>
                <a:r>
                  <a:t/>
                </a:r>
                <a:endParaRPr/>
              </a:p>
            </p:txBody>
          </p:sp>
          <p:sp>
            <p:nvSpPr>
              <p:cNvPr id="988" name="Google Shape;988;p56"/>
              <p:cNvSpPr/>
              <p:nvPr/>
            </p:nvSpPr>
            <p:spPr>
              <a:xfrm>
                <a:off x="731547" y="4048069"/>
                <a:ext cx="85887" cy="85697"/>
              </a:xfrm>
              <a:custGeom>
                <a:rect b="b" l="l" r="r" t="t"/>
                <a:pathLst>
                  <a:path extrusionOk="0" h="1807" w="1811">
                    <a:moveTo>
                      <a:pt x="961" y="31"/>
                    </a:moveTo>
                    <a:cubicBezTo>
                      <a:pt x="1442" y="64"/>
                      <a:pt x="1810" y="478"/>
                      <a:pt x="1777" y="959"/>
                    </a:cubicBezTo>
                    <a:cubicBezTo>
                      <a:pt x="1747" y="1440"/>
                      <a:pt x="1329" y="1806"/>
                      <a:pt x="848" y="1773"/>
                    </a:cubicBezTo>
                    <a:cubicBezTo>
                      <a:pt x="369" y="1740"/>
                      <a:pt x="1" y="1327"/>
                      <a:pt x="34" y="846"/>
                    </a:cubicBezTo>
                    <a:cubicBezTo>
                      <a:pt x="64" y="365"/>
                      <a:pt x="482" y="1"/>
                      <a:pt x="961" y="31"/>
                    </a:cubicBezTo>
                    <a:close/>
                  </a:path>
                </a:pathLst>
              </a:custGeom>
              <a:solidFill>
                <a:srgbClr val="FFFFFF"/>
              </a:solidFill>
              <a:ln>
                <a:noFill/>
              </a:ln>
            </p:spPr>
            <p:txBody>
              <a:bodyPr anchorCtr="0" anchor="ctr" bIns="59725" lIns="59725" spcFirstLastPara="1" rIns="59725" wrap="square" tIns="59725">
                <a:noAutofit/>
              </a:bodyPr>
              <a:lstStyle/>
              <a:p>
                <a:pPr indent="0" lvl="0" marL="0" rtl="0" algn="l">
                  <a:spcBef>
                    <a:spcPts val="0"/>
                  </a:spcBef>
                  <a:spcAft>
                    <a:spcPts val="0"/>
                  </a:spcAft>
                  <a:buNone/>
                </a:pPr>
                <a:r>
                  <a:t/>
                </a:r>
                <a:endParaRPr/>
              </a:p>
            </p:txBody>
          </p:sp>
        </p:grpSp>
      </p:grpSp>
      <p:grpSp>
        <p:nvGrpSpPr>
          <p:cNvPr id="989" name="Google Shape;989;p56"/>
          <p:cNvGrpSpPr/>
          <p:nvPr/>
        </p:nvGrpSpPr>
        <p:grpSpPr>
          <a:xfrm>
            <a:off x="6446517" y="172030"/>
            <a:ext cx="576302" cy="511871"/>
            <a:chOff x="6644304" y="3073628"/>
            <a:chExt cx="576302" cy="511871"/>
          </a:xfrm>
        </p:grpSpPr>
        <p:sp>
          <p:nvSpPr>
            <p:cNvPr id="990" name="Google Shape;990;p56"/>
            <p:cNvSpPr/>
            <p:nvPr/>
          </p:nvSpPr>
          <p:spPr>
            <a:xfrm>
              <a:off x="6644304" y="3073628"/>
              <a:ext cx="576302" cy="511871"/>
            </a:xfrm>
            <a:custGeom>
              <a:rect b="b" l="l" r="r" t="t"/>
              <a:pathLst>
                <a:path extrusionOk="0" h="88751" w="99879">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1" name="Google Shape;991;p56"/>
            <p:cNvGrpSpPr/>
            <p:nvPr/>
          </p:nvGrpSpPr>
          <p:grpSpPr>
            <a:xfrm>
              <a:off x="6712169" y="3085440"/>
              <a:ext cx="481622" cy="494913"/>
              <a:chOff x="6712169" y="3085440"/>
              <a:chExt cx="481622" cy="494913"/>
            </a:xfrm>
          </p:grpSpPr>
          <p:sp>
            <p:nvSpPr>
              <p:cNvPr id="992" name="Google Shape;992;p56"/>
              <p:cNvSpPr/>
              <p:nvPr/>
            </p:nvSpPr>
            <p:spPr>
              <a:xfrm>
                <a:off x="6712169" y="3085440"/>
                <a:ext cx="238757" cy="315615"/>
              </a:xfrm>
              <a:custGeom>
                <a:rect b="b" l="l" r="r" t="t"/>
                <a:pathLst>
                  <a:path extrusionOk="0" h="54723" w="41379">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56"/>
              <p:cNvSpPr/>
              <p:nvPr/>
            </p:nvSpPr>
            <p:spPr>
              <a:xfrm>
                <a:off x="6913100" y="3367694"/>
                <a:ext cx="190537" cy="212659"/>
              </a:xfrm>
              <a:custGeom>
                <a:rect b="b" l="l" r="r" t="t"/>
                <a:pathLst>
                  <a:path extrusionOk="0" h="36872" w="33022">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56"/>
              <p:cNvSpPr/>
              <p:nvPr/>
            </p:nvSpPr>
            <p:spPr>
              <a:xfrm>
                <a:off x="7135734" y="3186037"/>
                <a:ext cx="58058" cy="152383"/>
              </a:xfrm>
              <a:custGeom>
                <a:rect b="b" l="l" r="r" t="t"/>
                <a:pathLst>
                  <a:path extrusionOk="0" h="26421" w="10062">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56"/>
              <p:cNvSpPr/>
              <p:nvPr/>
            </p:nvSpPr>
            <p:spPr>
              <a:xfrm>
                <a:off x="6870416" y="3332822"/>
                <a:ext cx="47510" cy="11685"/>
              </a:xfrm>
              <a:custGeom>
                <a:rect b="b" l="l" r="r" t="t"/>
                <a:pathLst>
                  <a:path extrusionOk="0" h="2026" w="8234">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56"/>
              <p:cNvSpPr/>
              <p:nvPr/>
            </p:nvSpPr>
            <p:spPr>
              <a:xfrm>
                <a:off x="6925590" y="3336277"/>
                <a:ext cx="38094" cy="14228"/>
              </a:xfrm>
              <a:custGeom>
                <a:rect b="b" l="l" r="r" t="t"/>
                <a:pathLst>
                  <a:path extrusionOk="0" h="2467" w="6602">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7" name="Google Shape;997;p56"/>
            <p:cNvSpPr/>
            <p:nvPr/>
          </p:nvSpPr>
          <p:spPr>
            <a:xfrm>
              <a:off x="6867451" y="3073651"/>
              <a:ext cx="102383" cy="56919"/>
            </a:xfrm>
            <a:custGeom>
              <a:rect b="b" l="l" r="r" t="t"/>
              <a:pathLst>
                <a:path extrusionOk="0" h="9869" w="17744">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56"/>
            <p:cNvSpPr/>
            <p:nvPr/>
          </p:nvSpPr>
          <p:spPr>
            <a:xfrm>
              <a:off x="7069097" y="3119476"/>
              <a:ext cx="78535" cy="76898"/>
            </a:xfrm>
            <a:custGeom>
              <a:rect b="b" l="l" r="r" t="t"/>
              <a:pathLst>
                <a:path extrusionOk="0" h="13333" w="13611">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56"/>
            <p:cNvSpPr/>
            <p:nvPr/>
          </p:nvSpPr>
          <p:spPr>
            <a:xfrm>
              <a:off x="6946266" y="3181844"/>
              <a:ext cx="21095" cy="14742"/>
            </a:xfrm>
            <a:custGeom>
              <a:rect b="b" l="l" r="r" t="t"/>
              <a:pathLst>
                <a:path extrusionOk="0" h="2556" w="3656">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alpha val="0"/>
          </a:srgbClr>
        </a:solidFill>
      </p:bgPr>
    </p:bg>
    <p:spTree>
      <p:nvGrpSpPr>
        <p:cNvPr id="1003" name="Shape 1003"/>
        <p:cNvGrpSpPr/>
        <p:nvPr/>
      </p:nvGrpSpPr>
      <p:grpSpPr>
        <a:xfrm>
          <a:off x="0" y="0"/>
          <a:ext cx="0" cy="0"/>
          <a:chOff x="0" y="0"/>
          <a:chExt cx="0" cy="0"/>
        </a:xfrm>
      </p:grpSpPr>
      <p:pic>
        <p:nvPicPr>
          <p:cNvPr id="1004" name="Google Shape;1004;p57" title="nmfsoa_vs_microservice.jpg"/>
          <p:cNvPicPr preferRelativeResize="0"/>
          <p:nvPr/>
        </p:nvPicPr>
        <p:blipFill>
          <a:blip r:embed="rId3">
            <a:alphaModFix/>
          </a:blip>
          <a:stretch>
            <a:fillRect/>
          </a:stretch>
        </p:blipFill>
        <p:spPr>
          <a:xfrm>
            <a:off x="3388475" y="355285"/>
            <a:ext cx="5645450" cy="4362389"/>
          </a:xfrm>
          <a:prstGeom prst="rect">
            <a:avLst/>
          </a:prstGeom>
          <a:noFill/>
          <a:ln>
            <a:noFill/>
          </a:ln>
        </p:spPr>
      </p:pic>
      <p:sp>
        <p:nvSpPr>
          <p:cNvPr id="1005" name="Google Shape;1005;p57"/>
          <p:cNvSpPr/>
          <p:nvPr/>
        </p:nvSpPr>
        <p:spPr>
          <a:xfrm>
            <a:off x="412850" y="1422450"/>
            <a:ext cx="3070200" cy="2298600"/>
          </a:xfrm>
          <a:prstGeom prst="roundRect">
            <a:avLst>
              <a:gd fmla="val 6976"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57"/>
          <p:cNvSpPr/>
          <p:nvPr/>
        </p:nvSpPr>
        <p:spPr>
          <a:xfrm>
            <a:off x="509500" y="1469200"/>
            <a:ext cx="2878966" cy="2134539"/>
          </a:xfrm>
          <a:custGeom>
            <a:rect b="b" l="l" r="r" t="t"/>
            <a:pathLst>
              <a:path extrusionOk="0" h="14291" w="13231">
                <a:moveTo>
                  <a:pt x="368" y="1054"/>
                </a:moveTo>
                <a:cubicBezTo>
                  <a:pt x="368" y="1054"/>
                  <a:pt x="0" y="13182"/>
                  <a:pt x="685" y="13708"/>
                </a:cubicBezTo>
                <a:cubicBezTo>
                  <a:pt x="1368" y="14237"/>
                  <a:pt x="12496" y="14290"/>
                  <a:pt x="12863" y="13499"/>
                </a:cubicBezTo>
                <a:cubicBezTo>
                  <a:pt x="13231" y="12707"/>
                  <a:pt x="13128" y="683"/>
                  <a:pt x="12071" y="581"/>
                </a:cubicBezTo>
                <a:cubicBezTo>
                  <a:pt x="11018" y="474"/>
                  <a:pt x="578" y="1"/>
                  <a:pt x="368" y="105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57"/>
          <p:cNvSpPr txBox="1"/>
          <p:nvPr>
            <p:ph type="title"/>
          </p:nvPr>
        </p:nvSpPr>
        <p:spPr>
          <a:xfrm>
            <a:off x="745550" y="1654950"/>
            <a:ext cx="2404800" cy="183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n" sz="2200">
                <a:solidFill>
                  <a:schemeClr val="lt1"/>
                </a:solidFill>
              </a:rPr>
              <a:t>NMF SOA &amp; Microservice Architecture Comparison</a:t>
            </a:r>
            <a:endParaRPr b="0" sz="2200">
              <a:solidFill>
                <a:schemeClr val="lt1"/>
              </a:solidFill>
            </a:endParaRPr>
          </a:p>
        </p:txBody>
      </p:sp>
      <p:sp>
        <p:nvSpPr>
          <p:cNvPr id="1008" name="Google Shape;1008;p57"/>
          <p:cNvSpPr/>
          <p:nvPr/>
        </p:nvSpPr>
        <p:spPr>
          <a:xfrm>
            <a:off x="1484069" y="4552776"/>
            <a:ext cx="223449" cy="231855"/>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accent4"/>
          </a:solidFill>
          <a:ln>
            <a:noFill/>
          </a:ln>
        </p:spPr>
        <p:txBody>
          <a:bodyPr anchorCtr="0" anchor="ctr" bIns="75900" lIns="75900" spcFirstLastPara="1" rIns="75900" wrap="square" tIns="75900">
            <a:noAutofit/>
          </a:bodyPr>
          <a:lstStyle/>
          <a:p>
            <a:pPr indent="0" lvl="0" marL="0" rtl="0" algn="l">
              <a:spcBef>
                <a:spcPts val="0"/>
              </a:spcBef>
              <a:spcAft>
                <a:spcPts val="0"/>
              </a:spcAft>
              <a:buNone/>
            </a:pPr>
            <a:r>
              <a:t/>
            </a:r>
            <a:endParaRPr sz="1162"/>
          </a:p>
        </p:txBody>
      </p:sp>
      <p:grpSp>
        <p:nvGrpSpPr>
          <p:cNvPr id="1009" name="Google Shape;1009;p57"/>
          <p:cNvGrpSpPr/>
          <p:nvPr/>
        </p:nvGrpSpPr>
        <p:grpSpPr>
          <a:xfrm flipH="1">
            <a:off x="1596655" y="3947911"/>
            <a:ext cx="1030366" cy="1030249"/>
            <a:chOff x="277881" y="2901316"/>
            <a:chExt cx="1900344" cy="1900126"/>
          </a:xfrm>
        </p:grpSpPr>
        <p:sp>
          <p:nvSpPr>
            <p:cNvPr id="1010" name="Google Shape;1010;p57"/>
            <p:cNvSpPr/>
            <p:nvPr/>
          </p:nvSpPr>
          <p:spPr>
            <a:xfrm>
              <a:off x="402450" y="3248988"/>
              <a:ext cx="1354500" cy="1354500"/>
            </a:xfrm>
            <a:prstGeom prst="ellipse">
              <a:avLst/>
            </a:prstGeom>
            <a:solidFill>
              <a:srgbClr val="1B222D"/>
            </a:solidFill>
            <a:ln>
              <a:noFill/>
            </a:ln>
          </p:spPr>
          <p:txBody>
            <a:bodyPr anchorCtr="0" anchor="ctr" bIns="49600" lIns="49600" spcFirstLastPara="1" rIns="49600" wrap="square" tIns="49600">
              <a:noAutofit/>
            </a:bodyPr>
            <a:lstStyle/>
            <a:p>
              <a:pPr indent="0" lvl="0" marL="0" rtl="0" algn="l">
                <a:spcBef>
                  <a:spcPts val="0"/>
                </a:spcBef>
                <a:spcAft>
                  <a:spcPts val="0"/>
                </a:spcAft>
                <a:buNone/>
              </a:pPr>
              <a:r>
                <a:t/>
              </a:r>
              <a:endParaRPr/>
            </a:p>
          </p:txBody>
        </p:sp>
        <p:grpSp>
          <p:nvGrpSpPr>
            <p:cNvPr id="1011" name="Google Shape;1011;p57"/>
            <p:cNvGrpSpPr/>
            <p:nvPr/>
          </p:nvGrpSpPr>
          <p:grpSpPr>
            <a:xfrm rot="2322109">
              <a:off x="551788" y="3175815"/>
              <a:ext cx="1352529" cy="1351128"/>
              <a:chOff x="200055" y="3556746"/>
              <a:chExt cx="869964" cy="869063"/>
            </a:xfrm>
          </p:grpSpPr>
          <p:sp>
            <p:nvSpPr>
              <p:cNvPr id="1012" name="Google Shape;1012;p57"/>
              <p:cNvSpPr/>
              <p:nvPr/>
            </p:nvSpPr>
            <p:spPr>
              <a:xfrm>
                <a:off x="200055" y="3556746"/>
                <a:ext cx="868968" cy="868968"/>
              </a:xfrm>
              <a:custGeom>
                <a:rect b="b" l="l" r="r" t="t"/>
                <a:pathLst>
                  <a:path extrusionOk="0" h="18323" w="18323">
                    <a:moveTo>
                      <a:pt x="15639" y="2684"/>
                    </a:moveTo>
                    <a:cubicBezTo>
                      <a:pt x="17358" y="4401"/>
                      <a:pt x="18323" y="6731"/>
                      <a:pt x="18323" y="9162"/>
                    </a:cubicBezTo>
                    <a:cubicBezTo>
                      <a:pt x="18323" y="11590"/>
                      <a:pt x="17358" y="13920"/>
                      <a:pt x="15639" y="15639"/>
                    </a:cubicBezTo>
                    <a:cubicBezTo>
                      <a:pt x="13922" y="17356"/>
                      <a:pt x="11592" y="18323"/>
                      <a:pt x="9162" y="18323"/>
                    </a:cubicBezTo>
                    <a:cubicBezTo>
                      <a:pt x="6733" y="18323"/>
                      <a:pt x="4403" y="17356"/>
                      <a:pt x="2684" y="15639"/>
                    </a:cubicBezTo>
                    <a:cubicBezTo>
                      <a:pt x="967" y="13920"/>
                      <a:pt x="1" y="11590"/>
                      <a:pt x="1" y="9162"/>
                    </a:cubicBezTo>
                    <a:cubicBezTo>
                      <a:pt x="1" y="6731"/>
                      <a:pt x="967" y="4401"/>
                      <a:pt x="2684" y="2684"/>
                    </a:cubicBezTo>
                    <a:cubicBezTo>
                      <a:pt x="4403" y="965"/>
                      <a:pt x="6733" y="1"/>
                      <a:pt x="9162" y="1"/>
                    </a:cubicBezTo>
                    <a:cubicBezTo>
                      <a:pt x="11592" y="1"/>
                      <a:pt x="13922" y="965"/>
                      <a:pt x="15639" y="2684"/>
                    </a:cubicBezTo>
                    <a:close/>
                  </a:path>
                </a:pathLst>
              </a:custGeom>
              <a:solidFill>
                <a:srgbClr val="EB5358"/>
              </a:solidFill>
              <a:ln>
                <a:noFill/>
              </a:ln>
            </p:spPr>
            <p:txBody>
              <a:bodyPr anchorCtr="0" anchor="ctr" bIns="49600" lIns="49600" spcFirstLastPara="1" rIns="49600" wrap="square" tIns="49600">
                <a:noAutofit/>
              </a:bodyPr>
              <a:lstStyle/>
              <a:p>
                <a:pPr indent="0" lvl="0" marL="0" rtl="0" algn="l">
                  <a:spcBef>
                    <a:spcPts val="0"/>
                  </a:spcBef>
                  <a:spcAft>
                    <a:spcPts val="0"/>
                  </a:spcAft>
                  <a:buNone/>
                </a:pPr>
                <a:r>
                  <a:t/>
                </a:r>
                <a:endParaRPr sz="1076"/>
              </a:p>
            </p:txBody>
          </p:sp>
          <p:sp>
            <p:nvSpPr>
              <p:cNvPr id="1013" name="Google Shape;1013;p57"/>
              <p:cNvSpPr/>
              <p:nvPr/>
            </p:nvSpPr>
            <p:spPr>
              <a:xfrm>
                <a:off x="311314" y="3605499"/>
                <a:ext cx="474914" cy="486723"/>
              </a:xfrm>
              <a:custGeom>
                <a:rect b="b" l="l" r="r" t="t"/>
                <a:pathLst>
                  <a:path extrusionOk="0" h="10263" w="10014">
                    <a:moveTo>
                      <a:pt x="8596" y="30"/>
                    </a:moveTo>
                    <a:cubicBezTo>
                      <a:pt x="9008" y="54"/>
                      <a:pt x="9368" y="246"/>
                      <a:pt x="9620" y="536"/>
                    </a:cubicBezTo>
                    <a:cubicBezTo>
                      <a:pt x="9871" y="823"/>
                      <a:pt x="10013" y="1206"/>
                      <a:pt x="9986" y="1617"/>
                    </a:cubicBezTo>
                    <a:cubicBezTo>
                      <a:pt x="9962" y="2028"/>
                      <a:pt x="9769" y="2388"/>
                      <a:pt x="9481" y="2641"/>
                    </a:cubicBezTo>
                    <a:cubicBezTo>
                      <a:pt x="9193" y="2892"/>
                      <a:pt x="8810" y="3034"/>
                      <a:pt x="8401" y="3009"/>
                    </a:cubicBezTo>
                    <a:cubicBezTo>
                      <a:pt x="7990" y="2983"/>
                      <a:pt x="7630" y="2789"/>
                      <a:pt x="7379" y="2501"/>
                    </a:cubicBezTo>
                    <a:cubicBezTo>
                      <a:pt x="7126" y="2214"/>
                      <a:pt x="6984" y="1831"/>
                      <a:pt x="7011" y="1420"/>
                    </a:cubicBezTo>
                    <a:cubicBezTo>
                      <a:pt x="7036" y="1009"/>
                      <a:pt x="7229" y="649"/>
                      <a:pt x="7517" y="398"/>
                    </a:cubicBezTo>
                    <a:cubicBezTo>
                      <a:pt x="7805" y="145"/>
                      <a:pt x="8187" y="1"/>
                      <a:pt x="8596" y="30"/>
                    </a:cubicBezTo>
                    <a:close/>
                    <a:moveTo>
                      <a:pt x="3032" y="6968"/>
                    </a:moveTo>
                    <a:cubicBezTo>
                      <a:pt x="3482" y="6995"/>
                      <a:pt x="3879" y="7206"/>
                      <a:pt x="4155" y="7519"/>
                    </a:cubicBezTo>
                    <a:cubicBezTo>
                      <a:pt x="4432" y="7836"/>
                      <a:pt x="4587" y="8255"/>
                      <a:pt x="4558" y="8707"/>
                    </a:cubicBezTo>
                    <a:cubicBezTo>
                      <a:pt x="4531" y="9158"/>
                      <a:pt x="4319" y="9555"/>
                      <a:pt x="4007" y="9830"/>
                    </a:cubicBezTo>
                    <a:cubicBezTo>
                      <a:pt x="3690" y="10108"/>
                      <a:pt x="3270" y="10262"/>
                      <a:pt x="2818" y="10233"/>
                    </a:cubicBezTo>
                    <a:cubicBezTo>
                      <a:pt x="2368" y="10205"/>
                      <a:pt x="1971" y="9995"/>
                      <a:pt x="1695" y="9680"/>
                    </a:cubicBezTo>
                    <a:cubicBezTo>
                      <a:pt x="1418" y="9366"/>
                      <a:pt x="1263" y="8946"/>
                      <a:pt x="1292" y="8496"/>
                    </a:cubicBezTo>
                    <a:cubicBezTo>
                      <a:pt x="1319" y="8045"/>
                      <a:pt x="1531" y="7648"/>
                      <a:pt x="1843" y="7373"/>
                    </a:cubicBezTo>
                    <a:cubicBezTo>
                      <a:pt x="2160" y="7093"/>
                      <a:pt x="2582" y="6937"/>
                      <a:pt x="3032" y="6968"/>
                    </a:cubicBezTo>
                    <a:close/>
                    <a:moveTo>
                      <a:pt x="3949" y="7702"/>
                    </a:moveTo>
                    <a:cubicBezTo>
                      <a:pt x="3721" y="7441"/>
                      <a:pt x="3392" y="7268"/>
                      <a:pt x="3015" y="7241"/>
                    </a:cubicBezTo>
                    <a:cubicBezTo>
                      <a:pt x="2641" y="7217"/>
                      <a:pt x="2292" y="7348"/>
                      <a:pt x="2033" y="7576"/>
                    </a:cubicBezTo>
                    <a:cubicBezTo>
                      <a:pt x="1769" y="7805"/>
                      <a:pt x="1597" y="8134"/>
                      <a:pt x="1572" y="8510"/>
                    </a:cubicBezTo>
                    <a:cubicBezTo>
                      <a:pt x="1545" y="8884"/>
                      <a:pt x="1677" y="9234"/>
                      <a:pt x="1905" y="9493"/>
                    </a:cubicBezTo>
                    <a:cubicBezTo>
                      <a:pt x="2135" y="9756"/>
                      <a:pt x="2464" y="9929"/>
                      <a:pt x="2839" y="9954"/>
                    </a:cubicBezTo>
                    <a:cubicBezTo>
                      <a:pt x="3215" y="9980"/>
                      <a:pt x="3565" y="9849"/>
                      <a:pt x="3824" y="9621"/>
                    </a:cubicBezTo>
                    <a:cubicBezTo>
                      <a:pt x="4085" y="9390"/>
                      <a:pt x="4258" y="9061"/>
                      <a:pt x="4284" y="8687"/>
                    </a:cubicBezTo>
                    <a:cubicBezTo>
                      <a:pt x="4307" y="8313"/>
                      <a:pt x="4177" y="7965"/>
                      <a:pt x="3949" y="7702"/>
                    </a:cubicBezTo>
                    <a:close/>
                    <a:moveTo>
                      <a:pt x="1027" y="4124"/>
                    </a:moveTo>
                    <a:cubicBezTo>
                      <a:pt x="1288" y="4142"/>
                      <a:pt x="1518" y="4262"/>
                      <a:pt x="1679" y="4445"/>
                    </a:cubicBezTo>
                    <a:cubicBezTo>
                      <a:pt x="1841" y="4628"/>
                      <a:pt x="1932" y="4872"/>
                      <a:pt x="1913" y="5134"/>
                    </a:cubicBezTo>
                    <a:cubicBezTo>
                      <a:pt x="1895" y="5397"/>
                      <a:pt x="1776" y="5625"/>
                      <a:pt x="1592" y="5787"/>
                    </a:cubicBezTo>
                    <a:cubicBezTo>
                      <a:pt x="1409" y="5946"/>
                      <a:pt x="1165" y="6038"/>
                      <a:pt x="904" y="6022"/>
                    </a:cubicBezTo>
                    <a:cubicBezTo>
                      <a:pt x="640" y="6003"/>
                      <a:pt x="412" y="5882"/>
                      <a:pt x="254" y="5699"/>
                    </a:cubicBezTo>
                    <a:cubicBezTo>
                      <a:pt x="91" y="5516"/>
                      <a:pt x="1" y="5273"/>
                      <a:pt x="19" y="5010"/>
                    </a:cubicBezTo>
                    <a:cubicBezTo>
                      <a:pt x="36" y="4749"/>
                      <a:pt x="157" y="4519"/>
                      <a:pt x="340" y="4360"/>
                    </a:cubicBezTo>
                    <a:cubicBezTo>
                      <a:pt x="523" y="4196"/>
                      <a:pt x="768" y="4105"/>
                      <a:pt x="1027" y="4124"/>
                    </a:cubicBezTo>
                    <a:close/>
                    <a:moveTo>
                      <a:pt x="1471" y="4628"/>
                    </a:moveTo>
                    <a:cubicBezTo>
                      <a:pt x="1358" y="4496"/>
                      <a:pt x="1196" y="4412"/>
                      <a:pt x="1008" y="4399"/>
                    </a:cubicBezTo>
                    <a:cubicBezTo>
                      <a:pt x="823" y="4387"/>
                      <a:pt x="651" y="4451"/>
                      <a:pt x="521" y="4566"/>
                    </a:cubicBezTo>
                    <a:cubicBezTo>
                      <a:pt x="390" y="4679"/>
                      <a:pt x="305" y="4842"/>
                      <a:pt x="291" y="5029"/>
                    </a:cubicBezTo>
                    <a:cubicBezTo>
                      <a:pt x="278" y="5214"/>
                      <a:pt x="342" y="5389"/>
                      <a:pt x="455" y="5518"/>
                    </a:cubicBezTo>
                    <a:cubicBezTo>
                      <a:pt x="568" y="5646"/>
                      <a:pt x="733" y="5734"/>
                      <a:pt x="918" y="5746"/>
                    </a:cubicBezTo>
                    <a:cubicBezTo>
                      <a:pt x="1103" y="5759"/>
                      <a:pt x="1278" y="5695"/>
                      <a:pt x="1407" y="5582"/>
                    </a:cubicBezTo>
                    <a:cubicBezTo>
                      <a:pt x="1535" y="5469"/>
                      <a:pt x="1623" y="5304"/>
                      <a:pt x="1636" y="5119"/>
                    </a:cubicBezTo>
                    <a:cubicBezTo>
                      <a:pt x="1648" y="4928"/>
                      <a:pt x="1584" y="4757"/>
                      <a:pt x="1471" y="4628"/>
                    </a:cubicBezTo>
                    <a:close/>
                    <a:moveTo>
                      <a:pt x="8578" y="305"/>
                    </a:moveTo>
                    <a:cubicBezTo>
                      <a:pt x="8245" y="285"/>
                      <a:pt x="7930" y="400"/>
                      <a:pt x="7700" y="603"/>
                    </a:cubicBezTo>
                    <a:cubicBezTo>
                      <a:pt x="7465" y="809"/>
                      <a:pt x="7311" y="1101"/>
                      <a:pt x="7289" y="1436"/>
                    </a:cubicBezTo>
                    <a:cubicBezTo>
                      <a:pt x="7268" y="1769"/>
                      <a:pt x="7383" y="2080"/>
                      <a:pt x="7587" y="2314"/>
                    </a:cubicBezTo>
                    <a:cubicBezTo>
                      <a:pt x="7790" y="2549"/>
                      <a:pt x="8084" y="2703"/>
                      <a:pt x="8420" y="2726"/>
                    </a:cubicBezTo>
                    <a:cubicBezTo>
                      <a:pt x="8753" y="2746"/>
                      <a:pt x="9065" y="2631"/>
                      <a:pt x="9298" y="2427"/>
                    </a:cubicBezTo>
                    <a:cubicBezTo>
                      <a:pt x="9532" y="2224"/>
                      <a:pt x="9686" y="1930"/>
                      <a:pt x="9709" y="1595"/>
                    </a:cubicBezTo>
                    <a:cubicBezTo>
                      <a:pt x="9756" y="926"/>
                      <a:pt x="9250" y="348"/>
                      <a:pt x="8578" y="305"/>
                    </a:cubicBezTo>
                    <a:close/>
                  </a:path>
                </a:pathLst>
              </a:custGeom>
              <a:solidFill>
                <a:srgbClr val="FF9BDA"/>
              </a:solidFill>
              <a:ln>
                <a:noFill/>
              </a:ln>
            </p:spPr>
            <p:txBody>
              <a:bodyPr anchorCtr="0" anchor="ctr" bIns="49600" lIns="49600" spcFirstLastPara="1" rIns="49600" wrap="square" tIns="49600">
                <a:noAutofit/>
              </a:bodyPr>
              <a:lstStyle/>
              <a:p>
                <a:pPr indent="0" lvl="0" marL="0" rtl="0" algn="l">
                  <a:spcBef>
                    <a:spcPts val="0"/>
                  </a:spcBef>
                  <a:spcAft>
                    <a:spcPts val="0"/>
                  </a:spcAft>
                  <a:buNone/>
                </a:pPr>
                <a:r>
                  <a:t/>
                </a:r>
                <a:endParaRPr/>
              </a:p>
            </p:txBody>
          </p:sp>
          <p:sp>
            <p:nvSpPr>
              <p:cNvPr id="1014" name="Google Shape;1014;p57"/>
              <p:cNvSpPr/>
              <p:nvPr/>
            </p:nvSpPr>
            <p:spPr>
              <a:xfrm>
                <a:off x="270576" y="3701013"/>
                <a:ext cx="799443" cy="724796"/>
              </a:xfrm>
              <a:custGeom>
                <a:rect b="b" l="l" r="r" t="t"/>
                <a:pathLst>
                  <a:path extrusionOk="0" h="15283" w="16857">
                    <a:moveTo>
                      <a:pt x="14493" y="0"/>
                    </a:moveTo>
                    <a:cubicBezTo>
                      <a:pt x="15653" y="1289"/>
                      <a:pt x="16445" y="2904"/>
                      <a:pt x="16725" y="4676"/>
                    </a:cubicBezTo>
                    <a:cubicBezTo>
                      <a:pt x="16272" y="4697"/>
                      <a:pt x="15859" y="4874"/>
                      <a:pt x="15534" y="5159"/>
                    </a:cubicBezTo>
                    <a:cubicBezTo>
                      <a:pt x="15160" y="5488"/>
                      <a:pt x="14911" y="5961"/>
                      <a:pt x="14874" y="6498"/>
                    </a:cubicBezTo>
                    <a:cubicBezTo>
                      <a:pt x="14839" y="7035"/>
                      <a:pt x="15026" y="7537"/>
                      <a:pt x="15355" y="7911"/>
                    </a:cubicBezTo>
                    <a:cubicBezTo>
                      <a:pt x="15645" y="8244"/>
                      <a:pt x="16048" y="8476"/>
                      <a:pt x="16509" y="8552"/>
                    </a:cubicBezTo>
                    <a:cubicBezTo>
                      <a:pt x="15478" y="12311"/>
                      <a:pt x="12131" y="15053"/>
                      <a:pt x="8187" y="15266"/>
                    </a:cubicBezTo>
                    <a:cubicBezTo>
                      <a:pt x="8195" y="15201"/>
                      <a:pt x="8201" y="15139"/>
                      <a:pt x="8207" y="15075"/>
                    </a:cubicBezTo>
                    <a:cubicBezTo>
                      <a:pt x="8244" y="14479"/>
                      <a:pt x="8039" y="13926"/>
                      <a:pt x="7677" y="13510"/>
                    </a:cubicBezTo>
                    <a:cubicBezTo>
                      <a:pt x="7313" y="13093"/>
                      <a:pt x="6790" y="12819"/>
                      <a:pt x="6196" y="12780"/>
                    </a:cubicBezTo>
                    <a:cubicBezTo>
                      <a:pt x="5602" y="12741"/>
                      <a:pt x="5047" y="12947"/>
                      <a:pt x="4631" y="13309"/>
                    </a:cubicBezTo>
                    <a:cubicBezTo>
                      <a:pt x="4288" y="13611"/>
                      <a:pt x="4043" y="14016"/>
                      <a:pt x="3942" y="14485"/>
                    </a:cubicBezTo>
                    <a:cubicBezTo>
                      <a:pt x="2320" y="13759"/>
                      <a:pt x="954" y="12583"/>
                      <a:pt x="0" y="11117"/>
                    </a:cubicBezTo>
                    <a:cubicBezTo>
                      <a:pt x="3899" y="11551"/>
                      <a:pt x="5402" y="10839"/>
                      <a:pt x="6829" y="7921"/>
                    </a:cubicBezTo>
                    <a:cubicBezTo>
                      <a:pt x="8343" y="4826"/>
                      <a:pt x="11113" y="8604"/>
                      <a:pt x="12322" y="3691"/>
                    </a:cubicBezTo>
                    <a:cubicBezTo>
                      <a:pt x="12892" y="1372"/>
                      <a:pt x="13749" y="391"/>
                      <a:pt x="14493" y="0"/>
                    </a:cubicBezTo>
                    <a:close/>
                    <a:moveTo>
                      <a:pt x="16764" y="4954"/>
                    </a:moveTo>
                    <a:cubicBezTo>
                      <a:pt x="16365" y="4966"/>
                      <a:pt x="16001" y="5120"/>
                      <a:pt x="15717" y="5367"/>
                    </a:cubicBezTo>
                    <a:cubicBezTo>
                      <a:pt x="15396" y="5649"/>
                      <a:pt x="15180" y="6056"/>
                      <a:pt x="15151" y="6513"/>
                    </a:cubicBezTo>
                    <a:cubicBezTo>
                      <a:pt x="15123" y="6973"/>
                      <a:pt x="15283" y="7403"/>
                      <a:pt x="15563" y="7724"/>
                    </a:cubicBezTo>
                    <a:cubicBezTo>
                      <a:pt x="15818" y="8014"/>
                      <a:pt x="16171" y="8217"/>
                      <a:pt x="16579" y="8277"/>
                    </a:cubicBezTo>
                    <a:cubicBezTo>
                      <a:pt x="16700" y="7771"/>
                      <a:pt x="16782" y="7251"/>
                      <a:pt x="16815" y="6714"/>
                    </a:cubicBezTo>
                    <a:cubicBezTo>
                      <a:pt x="16856" y="6118"/>
                      <a:pt x="16838" y="5528"/>
                      <a:pt x="16764" y="4954"/>
                    </a:cubicBezTo>
                    <a:close/>
                    <a:moveTo>
                      <a:pt x="7905" y="15277"/>
                    </a:moveTo>
                    <a:cubicBezTo>
                      <a:pt x="7919" y="15205"/>
                      <a:pt x="7930" y="15133"/>
                      <a:pt x="7932" y="15055"/>
                    </a:cubicBezTo>
                    <a:cubicBezTo>
                      <a:pt x="7965" y="14536"/>
                      <a:pt x="7786" y="14053"/>
                      <a:pt x="7469" y="13693"/>
                    </a:cubicBezTo>
                    <a:cubicBezTo>
                      <a:pt x="7150" y="13329"/>
                      <a:pt x="6696" y="13091"/>
                      <a:pt x="6178" y="13056"/>
                    </a:cubicBezTo>
                    <a:cubicBezTo>
                      <a:pt x="5659" y="13021"/>
                      <a:pt x="5176" y="13200"/>
                      <a:pt x="4816" y="13518"/>
                    </a:cubicBezTo>
                    <a:cubicBezTo>
                      <a:pt x="4506" y="13790"/>
                      <a:pt x="4284" y="14164"/>
                      <a:pt x="4208" y="14594"/>
                    </a:cubicBezTo>
                    <a:cubicBezTo>
                      <a:pt x="5098" y="14960"/>
                      <a:pt x="6064" y="15190"/>
                      <a:pt x="7082" y="15258"/>
                    </a:cubicBezTo>
                    <a:cubicBezTo>
                      <a:pt x="7358" y="15279"/>
                      <a:pt x="7633" y="15283"/>
                      <a:pt x="7905" y="15277"/>
                    </a:cubicBezTo>
                    <a:close/>
                  </a:path>
                </a:pathLst>
              </a:custGeom>
              <a:solidFill>
                <a:srgbClr val="FF9BDA"/>
              </a:solidFill>
              <a:ln>
                <a:noFill/>
              </a:ln>
            </p:spPr>
            <p:txBody>
              <a:bodyPr anchorCtr="0" anchor="ctr" bIns="49600" lIns="49600" spcFirstLastPara="1" rIns="49600" wrap="square" tIns="49600">
                <a:noAutofit/>
              </a:bodyPr>
              <a:lstStyle/>
              <a:p>
                <a:pPr indent="0" lvl="0" marL="0" rtl="0" algn="l">
                  <a:spcBef>
                    <a:spcPts val="0"/>
                  </a:spcBef>
                  <a:spcAft>
                    <a:spcPts val="0"/>
                  </a:spcAft>
                  <a:buNone/>
                </a:pPr>
                <a:r>
                  <a:t/>
                </a:r>
                <a:endParaRPr/>
              </a:p>
            </p:txBody>
          </p:sp>
          <p:sp>
            <p:nvSpPr>
              <p:cNvPr id="1015" name="Google Shape;1015;p57"/>
              <p:cNvSpPr/>
              <p:nvPr/>
            </p:nvSpPr>
            <p:spPr>
              <a:xfrm>
                <a:off x="731547" y="4048069"/>
                <a:ext cx="85887" cy="85697"/>
              </a:xfrm>
              <a:custGeom>
                <a:rect b="b" l="l" r="r" t="t"/>
                <a:pathLst>
                  <a:path extrusionOk="0" h="1807" w="1811">
                    <a:moveTo>
                      <a:pt x="961" y="31"/>
                    </a:moveTo>
                    <a:cubicBezTo>
                      <a:pt x="1442" y="64"/>
                      <a:pt x="1810" y="478"/>
                      <a:pt x="1777" y="959"/>
                    </a:cubicBezTo>
                    <a:cubicBezTo>
                      <a:pt x="1747" y="1440"/>
                      <a:pt x="1329" y="1806"/>
                      <a:pt x="848" y="1773"/>
                    </a:cubicBezTo>
                    <a:cubicBezTo>
                      <a:pt x="369" y="1740"/>
                      <a:pt x="1" y="1327"/>
                      <a:pt x="34" y="846"/>
                    </a:cubicBezTo>
                    <a:cubicBezTo>
                      <a:pt x="64" y="365"/>
                      <a:pt x="482" y="1"/>
                      <a:pt x="961" y="31"/>
                    </a:cubicBezTo>
                    <a:close/>
                  </a:path>
                </a:pathLst>
              </a:custGeom>
              <a:solidFill>
                <a:srgbClr val="FFFFFF"/>
              </a:solidFill>
              <a:ln>
                <a:noFill/>
              </a:ln>
            </p:spPr>
            <p:txBody>
              <a:bodyPr anchorCtr="0" anchor="ctr" bIns="49600" lIns="49600" spcFirstLastPara="1" rIns="49600" wrap="square" tIns="49600">
                <a:noAutofit/>
              </a:bodyPr>
              <a:lstStyle/>
              <a:p>
                <a:pPr indent="0" lvl="0" marL="0" rtl="0" algn="l">
                  <a:spcBef>
                    <a:spcPts val="0"/>
                  </a:spcBef>
                  <a:spcAft>
                    <a:spcPts val="0"/>
                  </a:spcAft>
                  <a:buNone/>
                </a:pPr>
                <a:r>
                  <a:t/>
                </a:r>
                <a:endParaRPr/>
              </a:p>
            </p:txBody>
          </p:sp>
        </p:grpSp>
      </p:grpSp>
      <p:grpSp>
        <p:nvGrpSpPr>
          <p:cNvPr id="1016" name="Google Shape;1016;p57"/>
          <p:cNvGrpSpPr/>
          <p:nvPr/>
        </p:nvGrpSpPr>
        <p:grpSpPr>
          <a:xfrm>
            <a:off x="1215532" y="3947911"/>
            <a:ext cx="557671" cy="511283"/>
            <a:chOff x="6015419" y="3716859"/>
            <a:chExt cx="557671" cy="511283"/>
          </a:xfrm>
        </p:grpSpPr>
        <p:sp>
          <p:nvSpPr>
            <p:cNvPr id="1017" name="Google Shape;1017;p57"/>
            <p:cNvSpPr/>
            <p:nvPr/>
          </p:nvSpPr>
          <p:spPr>
            <a:xfrm>
              <a:off x="6015419" y="3716859"/>
              <a:ext cx="557671" cy="511283"/>
            </a:xfrm>
            <a:custGeom>
              <a:rect b="b" l="l" r="r" t="t"/>
              <a:pathLst>
                <a:path extrusionOk="0" h="88649" w="96650">
                  <a:moveTo>
                    <a:pt x="48692" y="0"/>
                  </a:moveTo>
                  <a:cubicBezTo>
                    <a:pt x="46526" y="0"/>
                    <a:pt x="44332" y="152"/>
                    <a:pt x="42124" y="465"/>
                  </a:cubicBezTo>
                  <a:cubicBezTo>
                    <a:pt x="17336" y="3960"/>
                    <a:pt x="1" y="26441"/>
                    <a:pt x="3443" y="50679"/>
                  </a:cubicBezTo>
                  <a:cubicBezTo>
                    <a:pt x="6564" y="72751"/>
                    <a:pt x="25836" y="88649"/>
                    <a:pt x="48004" y="88649"/>
                  </a:cubicBezTo>
                  <a:cubicBezTo>
                    <a:pt x="50160" y="88649"/>
                    <a:pt x="52345" y="88498"/>
                    <a:pt x="54544" y="88188"/>
                  </a:cubicBezTo>
                  <a:cubicBezTo>
                    <a:pt x="79332" y="84675"/>
                    <a:pt x="96649" y="62194"/>
                    <a:pt x="93225" y="37975"/>
                  </a:cubicBezTo>
                  <a:cubicBezTo>
                    <a:pt x="90105" y="15895"/>
                    <a:pt x="70848" y="0"/>
                    <a:pt x="4869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8" name="Google Shape;1018;p57"/>
            <p:cNvGrpSpPr/>
            <p:nvPr/>
          </p:nvGrpSpPr>
          <p:grpSpPr>
            <a:xfrm>
              <a:off x="6036094" y="3716980"/>
              <a:ext cx="529860" cy="510468"/>
              <a:chOff x="6036094" y="3716980"/>
              <a:chExt cx="529860" cy="510468"/>
            </a:xfrm>
          </p:grpSpPr>
          <p:sp>
            <p:nvSpPr>
              <p:cNvPr id="1019" name="Google Shape;1019;p57"/>
              <p:cNvSpPr/>
              <p:nvPr/>
            </p:nvSpPr>
            <p:spPr>
              <a:xfrm>
                <a:off x="6220140" y="3716980"/>
                <a:ext cx="80065" cy="64273"/>
              </a:xfrm>
              <a:custGeom>
                <a:rect b="b" l="l" r="r" t="t"/>
                <a:pathLst>
                  <a:path extrusionOk="0" h="11144" w="13876">
                    <a:moveTo>
                      <a:pt x="11055" y="0"/>
                    </a:moveTo>
                    <a:cubicBezTo>
                      <a:pt x="9600" y="71"/>
                      <a:pt x="8127" y="213"/>
                      <a:pt x="6654" y="426"/>
                    </a:cubicBezTo>
                    <a:cubicBezTo>
                      <a:pt x="4401" y="746"/>
                      <a:pt x="2165" y="1225"/>
                      <a:pt x="1" y="1863"/>
                    </a:cubicBezTo>
                    <a:lnTo>
                      <a:pt x="54" y="2307"/>
                    </a:lnTo>
                    <a:lnTo>
                      <a:pt x="2165" y="2396"/>
                    </a:lnTo>
                    <a:lnTo>
                      <a:pt x="1739" y="4117"/>
                    </a:lnTo>
                    <a:lnTo>
                      <a:pt x="3194" y="4401"/>
                    </a:lnTo>
                    <a:lnTo>
                      <a:pt x="1828" y="5146"/>
                    </a:lnTo>
                    <a:cubicBezTo>
                      <a:pt x="2893" y="6015"/>
                      <a:pt x="1207" y="7417"/>
                      <a:pt x="2538" y="8393"/>
                    </a:cubicBezTo>
                    <a:cubicBezTo>
                      <a:pt x="3088" y="8783"/>
                      <a:pt x="3088" y="9937"/>
                      <a:pt x="3301" y="10611"/>
                    </a:cubicBezTo>
                    <a:lnTo>
                      <a:pt x="6335" y="11143"/>
                    </a:lnTo>
                    <a:cubicBezTo>
                      <a:pt x="6583" y="10611"/>
                      <a:pt x="6832" y="10061"/>
                      <a:pt x="7098" y="9493"/>
                    </a:cubicBezTo>
                    <a:cubicBezTo>
                      <a:pt x="7670" y="8245"/>
                      <a:pt x="7649" y="6456"/>
                      <a:pt x="9632" y="6456"/>
                    </a:cubicBezTo>
                    <a:cubicBezTo>
                      <a:pt x="9679" y="6456"/>
                      <a:pt x="9728" y="6457"/>
                      <a:pt x="9777" y="6459"/>
                    </a:cubicBezTo>
                    <a:cubicBezTo>
                      <a:pt x="10380" y="5217"/>
                      <a:pt x="11410" y="4791"/>
                      <a:pt x="12723" y="4685"/>
                    </a:cubicBezTo>
                    <a:cubicBezTo>
                      <a:pt x="13113" y="4649"/>
                      <a:pt x="13450" y="3939"/>
                      <a:pt x="13876" y="3443"/>
                    </a:cubicBezTo>
                    <a:cubicBezTo>
                      <a:pt x="13166" y="2378"/>
                      <a:pt x="12687" y="1012"/>
                      <a:pt x="11729" y="391"/>
                    </a:cubicBezTo>
                    <a:cubicBezTo>
                      <a:pt x="11516" y="249"/>
                      <a:pt x="11285" y="125"/>
                      <a:pt x="1105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57"/>
              <p:cNvSpPr/>
              <p:nvPr/>
            </p:nvSpPr>
            <p:spPr>
              <a:xfrm>
                <a:off x="6368562" y="3771936"/>
                <a:ext cx="39115" cy="36745"/>
              </a:xfrm>
              <a:custGeom>
                <a:rect b="b" l="l" r="r" t="t"/>
                <a:pathLst>
                  <a:path extrusionOk="0" h="6371" w="6779">
                    <a:moveTo>
                      <a:pt x="870" y="1"/>
                    </a:moveTo>
                    <a:lnTo>
                      <a:pt x="1" y="1154"/>
                    </a:lnTo>
                    <a:lnTo>
                      <a:pt x="1509" y="2698"/>
                    </a:lnTo>
                    <a:lnTo>
                      <a:pt x="2272" y="3283"/>
                    </a:lnTo>
                    <a:cubicBezTo>
                      <a:pt x="3567" y="3922"/>
                      <a:pt x="3301" y="5625"/>
                      <a:pt x="4436" y="6370"/>
                    </a:cubicBezTo>
                    <a:cubicBezTo>
                      <a:pt x="4880" y="5341"/>
                      <a:pt x="5838" y="5554"/>
                      <a:pt x="6654" y="5377"/>
                    </a:cubicBezTo>
                    <a:cubicBezTo>
                      <a:pt x="6778" y="4117"/>
                      <a:pt x="5732" y="3549"/>
                      <a:pt x="4933" y="3265"/>
                    </a:cubicBezTo>
                    <a:cubicBezTo>
                      <a:pt x="3762" y="2875"/>
                      <a:pt x="2928" y="2360"/>
                      <a:pt x="2325" y="1278"/>
                    </a:cubicBezTo>
                    <a:cubicBezTo>
                      <a:pt x="2023" y="746"/>
                      <a:pt x="1367" y="426"/>
                      <a:pt x="87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57"/>
              <p:cNvSpPr/>
              <p:nvPr/>
            </p:nvSpPr>
            <p:spPr>
              <a:xfrm>
                <a:off x="6304793" y="3747169"/>
                <a:ext cx="25088" cy="13311"/>
              </a:xfrm>
              <a:custGeom>
                <a:rect b="b" l="l" r="r" t="t"/>
                <a:pathLst>
                  <a:path extrusionOk="0" h="2308" w="4348">
                    <a:moveTo>
                      <a:pt x="3957" y="1"/>
                    </a:moveTo>
                    <a:cubicBezTo>
                      <a:pt x="2680" y="355"/>
                      <a:pt x="1296" y="143"/>
                      <a:pt x="0" y="906"/>
                    </a:cubicBezTo>
                    <a:cubicBezTo>
                      <a:pt x="728" y="1651"/>
                      <a:pt x="728" y="1615"/>
                      <a:pt x="1544" y="1757"/>
                    </a:cubicBezTo>
                    <a:cubicBezTo>
                      <a:pt x="2147" y="1917"/>
                      <a:pt x="2733" y="2094"/>
                      <a:pt x="3318" y="2307"/>
                    </a:cubicBezTo>
                    <a:lnTo>
                      <a:pt x="4348" y="639"/>
                    </a:lnTo>
                    <a:lnTo>
                      <a:pt x="3957"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57"/>
              <p:cNvSpPr/>
              <p:nvPr/>
            </p:nvSpPr>
            <p:spPr>
              <a:xfrm>
                <a:off x="6365182" y="3787492"/>
                <a:ext cx="18025" cy="16582"/>
              </a:xfrm>
              <a:custGeom>
                <a:rect b="b" l="l" r="r" t="t"/>
                <a:pathLst>
                  <a:path extrusionOk="0" h="2875" w="3124">
                    <a:moveTo>
                      <a:pt x="2095" y="1"/>
                    </a:moveTo>
                    <a:lnTo>
                      <a:pt x="1" y="1030"/>
                    </a:lnTo>
                    <a:cubicBezTo>
                      <a:pt x="498" y="1455"/>
                      <a:pt x="782" y="1615"/>
                      <a:pt x="941" y="1864"/>
                    </a:cubicBezTo>
                    <a:cubicBezTo>
                      <a:pt x="1119" y="2112"/>
                      <a:pt x="1154" y="2449"/>
                      <a:pt x="1279" y="2875"/>
                    </a:cubicBezTo>
                    <a:lnTo>
                      <a:pt x="3124" y="2467"/>
                    </a:lnTo>
                    <a:lnTo>
                      <a:pt x="2858" y="586"/>
                    </a:lnTo>
                    <a:lnTo>
                      <a:pt x="2095"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57"/>
              <p:cNvSpPr/>
              <p:nvPr/>
            </p:nvSpPr>
            <p:spPr>
              <a:xfrm>
                <a:off x="6367131" y="3727108"/>
                <a:ext cx="198823" cy="438001"/>
              </a:xfrm>
              <a:custGeom>
                <a:rect b="b" l="l" r="r" t="t"/>
                <a:pathLst>
                  <a:path extrusionOk="0" h="75943" w="34458">
                    <a:moveTo>
                      <a:pt x="8836" y="6211"/>
                    </a:moveTo>
                    <a:cubicBezTo>
                      <a:pt x="10061" y="6371"/>
                      <a:pt x="10061" y="6371"/>
                      <a:pt x="12438" y="9352"/>
                    </a:cubicBezTo>
                    <a:lnTo>
                      <a:pt x="10930" y="10416"/>
                    </a:lnTo>
                    <a:cubicBezTo>
                      <a:pt x="10646" y="10044"/>
                      <a:pt x="9244" y="10079"/>
                      <a:pt x="10309" y="8997"/>
                    </a:cubicBezTo>
                    <a:lnTo>
                      <a:pt x="8836" y="6211"/>
                    </a:lnTo>
                    <a:close/>
                    <a:moveTo>
                      <a:pt x="13237" y="17585"/>
                    </a:moveTo>
                    <a:cubicBezTo>
                      <a:pt x="14213" y="18330"/>
                      <a:pt x="14976" y="19235"/>
                      <a:pt x="15951" y="19572"/>
                    </a:cubicBezTo>
                    <a:cubicBezTo>
                      <a:pt x="17034" y="19945"/>
                      <a:pt x="17548" y="20761"/>
                      <a:pt x="18294" y="21506"/>
                    </a:cubicBezTo>
                    <a:lnTo>
                      <a:pt x="16892" y="22216"/>
                    </a:lnTo>
                    <a:lnTo>
                      <a:pt x="19092" y="23440"/>
                    </a:lnTo>
                    <a:lnTo>
                      <a:pt x="18826" y="19359"/>
                    </a:lnTo>
                    <a:lnTo>
                      <a:pt x="18826" y="19359"/>
                    </a:lnTo>
                    <a:cubicBezTo>
                      <a:pt x="19500" y="20264"/>
                      <a:pt x="19890" y="20867"/>
                      <a:pt x="20352" y="21382"/>
                    </a:cubicBezTo>
                    <a:cubicBezTo>
                      <a:pt x="20813" y="21914"/>
                      <a:pt x="21328" y="22340"/>
                      <a:pt x="22091" y="23050"/>
                    </a:cubicBezTo>
                    <a:lnTo>
                      <a:pt x="22587" y="21346"/>
                    </a:lnTo>
                    <a:lnTo>
                      <a:pt x="25267" y="23742"/>
                    </a:lnTo>
                    <a:lnTo>
                      <a:pt x="26402" y="22713"/>
                    </a:lnTo>
                    <a:lnTo>
                      <a:pt x="27999" y="26261"/>
                    </a:lnTo>
                    <a:cubicBezTo>
                      <a:pt x="27384" y="26597"/>
                      <a:pt x="26823" y="26720"/>
                      <a:pt x="26292" y="26720"/>
                    </a:cubicBezTo>
                    <a:cubicBezTo>
                      <a:pt x="24969" y="26720"/>
                      <a:pt x="23833" y="25957"/>
                      <a:pt x="22516" y="25818"/>
                    </a:cubicBezTo>
                    <a:cubicBezTo>
                      <a:pt x="22516" y="26527"/>
                      <a:pt x="22499" y="27131"/>
                      <a:pt x="22499" y="27787"/>
                    </a:cubicBezTo>
                    <a:cubicBezTo>
                      <a:pt x="22392" y="27787"/>
                      <a:pt x="22270" y="27819"/>
                      <a:pt x="22169" y="27819"/>
                    </a:cubicBezTo>
                    <a:cubicBezTo>
                      <a:pt x="22118" y="27819"/>
                      <a:pt x="22073" y="27811"/>
                      <a:pt x="22037" y="27787"/>
                    </a:cubicBezTo>
                    <a:cubicBezTo>
                      <a:pt x="21133" y="27288"/>
                      <a:pt x="20502" y="26308"/>
                      <a:pt x="19338" y="26308"/>
                    </a:cubicBezTo>
                    <a:cubicBezTo>
                      <a:pt x="19178" y="26308"/>
                      <a:pt x="19008" y="26327"/>
                      <a:pt x="18826" y="26368"/>
                    </a:cubicBezTo>
                    <a:cubicBezTo>
                      <a:pt x="18808" y="26372"/>
                      <a:pt x="18788" y="26375"/>
                      <a:pt x="18768" y="26375"/>
                    </a:cubicBezTo>
                    <a:cubicBezTo>
                      <a:pt x="18417" y="26375"/>
                      <a:pt x="17797" y="25667"/>
                      <a:pt x="17495" y="25197"/>
                    </a:cubicBezTo>
                    <a:cubicBezTo>
                      <a:pt x="16998" y="24416"/>
                      <a:pt x="16661" y="23529"/>
                      <a:pt x="16360" y="22925"/>
                    </a:cubicBezTo>
                    <a:cubicBezTo>
                      <a:pt x="16129" y="22764"/>
                      <a:pt x="15928" y="22701"/>
                      <a:pt x="15748" y="22701"/>
                    </a:cubicBezTo>
                    <a:cubicBezTo>
                      <a:pt x="15114" y="22701"/>
                      <a:pt x="14724" y="23479"/>
                      <a:pt x="14110" y="23479"/>
                    </a:cubicBezTo>
                    <a:cubicBezTo>
                      <a:pt x="13959" y="23479"/>
                      <a:pt x="13794" y="23432"/>
                      <a:pt x="13609" y="23316"/>
                    </a:cubicBezTo>
                    <a:cubicBezTo>
                      <a:pt x="13398" y="23182"/>
                      <a:pt x="13213" y="23127"/>
                      <a:pt x="13048" y="23127"/>
                    </a:cubicBezTo>
                    <a:cubicBezTo>
                      <a:pt x="12310" y="23127"/>
                      <a:pt x="11952" y="24236"/>
                      <a:pt x="11285" y="24540"/>
                    </a:cubicBezTo>
                    <a:cubicBezTo>
                      <a:pt x="10309" y="24984"/>
                      <a:pt x="9475" y="24913"/>
                      <a:pt x="8357" y="25126"/>
                    </a:cubicBezTo>
                    <a:cubicBezTo>
                      <a:pt x="8712" y="23440"/>
                      <a:pt x="10007" y="23263"/>
                      <a:pt x="10877" y="22588"/>
                    </a:cubicBezTo>
                    <a:cubicBezTo>
                      <a:pt x="9333" y="21453"/>
                      <a:pt x="11161" y="20583"/>
                      <a:pt x="11107" y="19732"/>
                    </a:cubicBezTo>
                    <a:cubicBezTo>
                      <a:pt x="10966" y="17815"/>
                      <a:pt x="13183" y="19075"/>
                      <a:pt x="13237" y="17585"/>
                    </a:cubicBezTo>
                    <a:close/>
                    <a:moveTo>
                      <a:pt x="444" y="1"/>
                    </a:moveTo>
                    <a:lnTo>
                      <a:pt x="444" y="1"/>
                    </a:lnTo>
                    <a:cubicBezTo>
                      <a:pt x="373" y="746"/>
                      <a:pt x="0" y="1438"/>
                      <a:pt x="1278" y="1758"/>
                    </a:cubicBezTo>
                    <a:cubicBezTo>
                      <a:pt x="2147" y="1953"/>
                      <a:pt x="2662" y="2929"/>
                      <a:pt x="2857" y="3869"/>
                    </a:cubicBezTo>
                    <a:cubicBezTo>
                      <a:pt x="3034" y="4756"/>
                      <a:pt x="3123" y="5643"/>
                      <a:pt x="3247" y="6530"/>
                    </a:cubicBezTo>
                    <a:lnTo>
                      <a:pt x="3549" y="6140"/>
                    </a:lnTo>
                    <a:lnTo>
                      <a:pt x="5412" y="8145"/>
                    </a:lnTo>
                    <a:lnTo>
                      <a:pt x="6654" y="6903"/>
                    </a:lnTo>
                    <a:lnTo>
                      <a:pt x="8393" y="10505"/>
                    </a:lnTo>
                    <a:lnTo>
                      <a:pt x="6654" y="14426"/>
                    </a:lnTo>
                    <a:lnTo>
                      <a:pt x="5944" y="14036"/>
                    </a:lnTo>
                    <a:cubicBezTo>
                      <a:pt x="5678" y="14338"/>
                      <a:pt x="5447" y="14657"/>
                      <a:pt x="5252" y="14976"/>
                    </a:cubicBezTo>
                    <a:cubicBezTo>
                      <a:pt x="5163" y="15154"/>
                      <a:pt x="5217" y="15402"/>
                      <a:pt x="5199" y="15615"/>
                    </a:cubicBezTo>
                    <a:cubicBezTo>
                      <a:pt x="7346" y="16591"/>
                      <a:pt x="7701" y="17017"/>
                      <a:pt x="8162" y="19004"/>
                    </a:cubicBezTo>
                    <a:lnTo>
                      <a:pt x="4471" y="18827"/>
                    </a:lnTo>
                    <a:lnTo>
                      <a:pt x="4471" y="18827"/>
                    </a:lnTo>
                    <a:cubicBezTo>
                      <a:pt x="4755" y="21754"/>
                      <a:pt x="5057" y="22606"/>
                      <a:pt x="6193" y="24114"/>
                    </a:cubicBezTo>
                    <a:lnTo>
                      <a:pt x="7754" y="24061"/>
                    </a:lnTo>
                    <a:lnTo>
                      <a:pt x="7754" y="24061"/>
                    </a:lnTo>
                    <a:cubicBezTo>
                      <a:pt x="8073" y="25480"/>
                      <a:pt x="7914" y="26740"/>
                      <a:pt x="6920" y="27379"/>
                    </a:cubicBezTo>
                    <a:cubicBezTo>
                      <a:pt x="5518" y="28319"/>
                      <a:pt x="7026" y="29703"/>
                      <a:pt x="5962" y="30857"/>
                    </a:cubicBezTo>
                    <a:cubicBezTo>
                      <a:pt x="4241" y="32720"/>
                      <a:pt x="3850" y="35399"/>
                      <a:pt x="2644" y="37812"/>
                    </a:cubicBezTo>
                    <a:lnTo>
                      <a:pt x="4471" y="38380"/>
                    </a:lnTo>
                    <a:cubicBezTo>
                      <a:pt x="4400" y="39161"/>
                      <a:pt x="4436" y="40012"/>
                      <a:pt x="4259" y="40829"/>
                    </a:cubicBezTo>
                    <a:cubicBezTo>
                      <a:pt x="3939" y="42319"/>
                      <a:pt x="4329" y="43579"/>
                      <a:pt x="5252" y="44732"/>
                    </a:cubicBezTo>
                    <a:cubicBezTo>
                      <a:pt x="5838" y="45460"/>
                      <a:pt x="6370" y="46240"/>
                      <a:pt x="7026" y="46932"/>
                    </a:cubicBezTo>
                    <a:cubicBezTo>
                      <a:pt x="7789" y="47731"/>
                      <a:pt x="9209" y="47678"/>
                      <a:pt x="9670" y="48920"/>
                    </a:cubicBezTo>
                    <a:cubicBezTo>
                      <a:pt x="9723" y="49026"/>
                      <a:pt x="9812" y="49097"/>
                      <a:pt x="9919" y="49132"/>
                    </a:cubicBezTo>
                    <a:cubicBezTo>
                      <a:pt x="10191" y="49213"/>
                      <a:pt x="10478" y="49350"/>
                      <a:pt x="10740" y="49350"/>
                    </a:cubicBezTo>
                    <a:cubicBezTo>
                      <a:pt x="10768" y="49350"/>
                      <a:pt x="10796" y="49349"/>
                      <a:pt x="10824" y="49345"/>
                    </a:cubicBezTo>
                    <a:cubicBezTo>
                      <a:pt x="11569" y="49257"/>
                      <a:pt x="12279" y="49257"/>
                      <a:pt x="12917" y="48547"/>
                    </a:cubicBezTo>
                    <a:cubicBezTo>
                      <a:pt x="12958" y="48500"/>
                      <a:pt x="13033" y="48481"/>
                      <a:pt x="13131" y="48481"/>
                    </a:cubicBezTo>
                    <a:cubicBezTo>
                      <a:pt x="13526" y="48481"/>
                      <a:pt x="14291" y="48790"/>
                      <a:pt x="14670" y="48790"/>
                    </a:cubicBezTo>
                    <a:cubicBezTo>
                      <a:pt x="14764" y="48790"/>
                      <a:pt x="14834" y="48771"/>
                      <a:pt x="14869" y="48724"/>
                    </a:cubicBezTo>
                    <a:cubicBezTo>
                      <a:pt x="15721" y="47642"/>
                      <a:pt x="16892" y="47944"/>
                      <a:pt x="17921" y="47695"/>
                    </a:cubicBezTo>
                    <a:cubicBezTo>
                      <a:pt x="17948" y="47687"/>
                      <a:pt x="17976" y="47684"/>
                      <a:pt x="18005" y="47684"/>
                    </a:cubicBezTo>
                    <a:cubicBezTo>
                      <a:pt x="18165" y="47684"/>
                      <a:pt x="18357" y="47795"/>
                      <a:pt x="18613" y="47855"/>
                    </a:cubicBezTo>
                    <a:cubicBezTo>
                      <a:pt x="18550" y="48716"/>
                      <a:pt x="18847" y="48890"/>
                      <a:pt x="19260" y="48890"/>
                    </a:cubicBezTo>
                    <a:cubicBezTo>
                      <a:pt x="19540" y="48890"/>
                      <a:pt x="19874" y="48810"/>
                      <a:pt x="20185" y="48810"/>
                    </a:cubicBezTo>
                    <a:cubicBezTo>
                      <a:pt x="20457" y="48810"/>
                      <a:pt x="20713" y="48871"/>
                      <a:pt x="20902" y="49097"/>
                    </a:cubicBezTo>
                    <a:cubicBezTo>
                      <a:pt x="20831" y="49558"/>
                      <a:pt x="20902" y="50233"/>
                      <a:pt x="20636" y="50765"/>
                    </a:cubicBezTo>
                    <a:cubicBezTo>
                      <a:pt x="20228" y="51546"/>
                      <a:pt x="21150" y="52592"/>
                      <a:pt x="20068" y="53178"/>
                    </a:cubicBezTo>
                    <a:cubicBezTo>
                      <a:pt x="21771" y="55112"/>
                      <a:pt x="20955" y="57649"/>
                      <a:pt x="21594" y="59424"/>
                    </a:cubicBezTo>
                    <a:cubicBezTo>
                      <a:pt x="20742" y="61713"/>
                      <a:pt x="19589" y="63327"/>
                      <a:pt x="19624" y="65776"/>
                    </a:cubicBezTo>
                    <a:cubicBezTo>
                      <a:pt x="19678" y="68597"/>
                      <a:pt x="18453" y="71436"/>
                      <a:pt x="17406" y="74168"/>
                    </a:cubicBezTo>
                    <a:cubicBezTo>
                      <a:pt x="17247" y="74577"/>
                      <a:pt x="17158" y="75002"/>
                      <a:pt x="16910" y="75943"/>
                    </a:cubicBezTo>
                    <a:cubicBezTo>
                      <a:pt x="28177" y="66379"/>
                      <a:pt x="34458" y="51617"/>
                      <a:pt x="32258" y="36144"/>
                    </a:cubicBezTo>
                    <a:cubicBezTo>
                      <a:pt x="29756" y="18472"/>
                      <a:pt x="16874" y="4756"/>
                      <a:pt x="44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57"/>
              <p:cNvSpPr/>
              <p:nvPr/>
            </p:nvSpPr>
            <p:spPr>
              <a:xfrm>
                <a:off x="6036094" y="3734681"/>
                <a:ext cx="181628" cy="303024"/>
              </a:xfrm>
              <a:custGeom>
                <a:rect b="b" l="l" r="r" t="t"/>
                <a:pathLst>
                  <a:path extrusionOk="0" h="52540" w="31478">
                    <a:moveTo>
                      <a:pt x="28337" y="1"/>
                    </a:moveTo>
                    <a:cubicBezTo>
                      <a:pt x="13326" y="5785"/>
                      <a:pt x="2556" y="18986"/>
                      <a:pt x="1" y="34405"/>
                    </a:cubicBezTo>
                    <a:cubicBezTo>
                      <a:pt x="516" y="36961"/>
                      <a:pt x="764" y="39569"/>
                      <a:pt x="1154" y="42159"/>
                    </a:cubicBezTo>
                    <a:cubicBezTo>
                      <a:pt x="1172" y="42266"/>
                      <a:pt x="1438" y="42355"/>
                      <a:pt x="1687" y="42496"/>
                    </a:cubicBezTo>
                    <a:cubicBezTo>
                      <a:pt x="1687" y="41574"/>
                      <a:pt x="1704" y="40704"/>
                      <a:pt x="1704" y="39835"/>
                    </a:cubicBezTo>
                    <a:lnTo>
                      <a:pt x="2112" y="39817"/>
                    </a:lnTo>
                    <a:lnTo>
                      <a:pt x="3905" y="45513"/>
                    </a:lnTo>
                    <a:cubicBezTo>
                      <a:pt x="4490" y="45956"/>
                      <a:pt x="5289" y="46595"/>
                      <a:pt x="6122" y="47145"/>
                    </a:cubicBezTo>
                    <a:cubicBezTo>
                      <a:pt x="6548" y="47465"/>
                      <a:pt x="7045" y="47678"/>
                      <a:pt x="7560" y="47784"/>
                    </a:cubicBezTo>
                    <a:cubicBezTo>
                      <a:pt x="9813" y="48068"/>
                      <a:pt x="12492" y="48884"/>
                      <a:pt x="13557" y="50481"/>
                    </a:cubicBezTo>
                    <a:cubicBezTo>
                      <a:pt x="14515" y="51971"/>
                      <a:pt x="15810" y="52202"/>
                      <a:pt x="16751" y="52539"/>
                    </a:cubicBezTo>
                    <a:lnTo>
                      <a:pt x="18827" y="51652"/>
                    </a:lnTo>
                    <a:cubicBezTo>
                      <a:pt x="18720" y="51475"/>
                      <a:pt x="18632" y="51155"/>
                      <a:pt x="18525" y="51138"/>
                    </a:cubicBezTo>
                    <a:cubicBezTo>
                      <a:pt x="15367" y="50960"/>
                      <a:pt x="15367" y="50978"/>
                      <a:pt x="14905" y="48015"/>
                    </a:cubicBezTo>
                    <a:cubicBezTo>
                      <a:pt x="14870" y="47695"/>
                      <a:pt x="14799" y="47376"/>
                      <a:pt x="14675" y="46755"/>
                    </a:cubicBezTo>
                    <a:lnTo>
                      <a:pt x="11818" y="46152"/>
                    </a:lnTo>
                    <a:lnTo>
                      <a:pt x="12031" y="42461"/>
                    </a:lnTo>
                    <a:cubicBezTo>
                      <a:pt x="12009" y="42460"/>
                      <a:pt x="11988" y="42460"/>
                      <a:pt x="11967" y="42460"/>
                    </a:cubicBezTo>
                    <a:cubicBezTo>
                      <a:pt x="9761" y="42460"/>
                      <a:pt x="10756" y="45214"/>
                      <a:pt x="9157" y="45531"/>
                    </a:cubicBezTo>
                    <a:cubicBezTo>
                      <a:pt x="7577" y="44537"/>
                      <a:pt x="7577" y="44537"/>
                      <a:pt x="6832" y="39036"/>
                    </a:cubicBezTo>
                    <a:cubicBezTo>
                      <a:pt x="7471" y="36162"/>
                      <a:pt x="10807" y="37120"/>
                      <a:pt x="11570" y="34867"/>
                    </a:cubicBezTo>
                    <a:lnTo>
                      <a:pt x="13876" y="35683"/>
                    </a:lnTo>
                    <a:cubicBezTo>
                      <a:pt x="13930" y="37014"/>
                      <a:pt x="14213" y="38274"/>
                      <a:pt x="15651" y="39090"/>
                    </a:cubicBezTo>
                    <a:lnTo>
                      <a:pt x="14870" y="33554"/>
                    </a:lnTo>
                    <a:cubicBezTo>
                      <a:pt x="15012" y="33305"/>
                      <a:pt x="15189" y="33092"/>
                      <a:pt x="15367" y="32880"/>
                    </a:cubicBezTo>
                    <a:cubicBezTo>
                      <a:pt x="16733" y="31584"/>
                      <a:pt x="18720" y="30662"/>
                      <a:pt x="18277" y="28231"/>
                    </a:cubicBezTo>
                    <a:cubicBezTo>
                      <a:pt x="19217" y="27148"/>
                      <a:pt x="19501" y="25569"/>
                      <a:pt x="20903" y="24824"/>
                    </a:cubicBezTo>
                    <a:cubicBezTo>
                      <a:pt x="21169" y="24664"/>
                      <a:pt x="21701" y="24540"/>
                      <a:pt x="21701" y="24416"/>
                    </a:cubicBezTo>
                    <a:cubicBezTo>
                      <a:pt x="21701" y="22606"/>
                      <a:pt x="23298" y="22375"/>
                      <a:pt x="24345" y="21453"/>
                    </a:cubicBezTo>
                    <a:cubicBezTo>
                      <a:pt x="24698" y="21969"/>
                      <a:pt x="25002" y="22149"/>
                      <a:pt x="25280" y="22149"/>
                    </a:cubicBezTo>
                    <a:cubicBezTo>
                      <a:pt x="25925" y="22149"/>
                      <a:pt x="26432" y="21185"/>
                      <a:pt x="27082" y="21185"/>
                    </a:cubicBezTo>
                    <a:cubicBezTo>
                      <a:pt x="27098" y="21185"/>
                      <a:pt x="27114" y="21185"/>
                      <a:pt x="27131" y="21187"/>
                    </a:cubicBezTo>
                    <a:cubicBezTo>
                      <a:pt x="27184" y="21187"/>
                      <a:pt x="27237" y="20867"/>
                      <a:pt x="27255" y="20832"/>
                    </a:cubicBezTo>
                    <a:lnTo>
                      <a:pt x="25250" y="19909"/>
                    </a:lnTo>
                    <a:lnTo>
                      <a:pt x="25835" y="18348"/>
                    </a:lnTo>
                    <a:lnTo>
                      <a:pt x="24274" y="17851"/>
                    </a:lnTo>
                    <a:cubicBezTo>
                      <a:pt x="25161" y="17514"/>
                      <a:pt x="26048" y="17727"/>
                      <a:pt x="26829" y="17531"/>
                    </a:cubicBezTo>
                    <a:cubicBezTo>
                      <a:pt x="27610" y="17336"/>
                      <a:pt x="28266" y="16751"/>
                      <a:pt x="28976" y="16325"/>
                    </a:cubicBezTo>
                    <a:cubicBezTo>
                      <a:pt x="29774" y="15846"/>
                      <a:pt x="30573" y="15349"/>
                      <a:pt x="31478" y="14781"/>
                    </a:cubicBezTo>
                    <a:cubicBezTo>
                      <a:pt x="30466" y="12723"/>
                      <a:pt x="27769" y="12049"/>
                      <a:pt x="27698" y="9565"/>
                    </a:cubicBezTo>
                    <a:lnTo>
                      <a:pt x="25143" y="11836"/>
                    </a:lnTo>
                    <a:cubicBezTo>
                      <a:pt x="25764" y="8571"/>
                      <a:pt x="23600" y="8908"/>
                      <a:pt x="22269" y="8465"/>
                    </a:cubicBezTo>
                    <a:cubicBezTo>
                      <a:pt x="21932" y="8855"/>
                      <a:pt x="21559" y="9032"/>
                      <a:pt x="21027" y="9316"/>
                    </a:cubicBezTo>
                    <a:lnTo>
                      <a:pt x="21825" y="10132"/>
                    </a:lnTo>
                    <a:lnTo>
                      <a:pt x="20353" y="11197"/>
                    </a:lnTo>
                    <a:cubicBezTo>
                      <a:pt x="21772" y="12244"/>
                      <a:pt x="20956" y="13628"/>
                      <a:pt x="20690" y="13734"/>
                    </a:cubicBezTo>
                    <a:cubicBezTo>
                      <a:pt x="18756" y="14444"/>
                      <a:pt x="19217" y="16396"/>
                      <a:pt x="18401" y="17620"/>
                    </a:cubicBezTo>
                    <a:lnTo>
                      <a:pt x="17460" y="16910"/>
                    </a:lnTo>
                    <a:cubicBezTo>
                      <a:pt x="17052" y="16502"/>
                      <a:pt x="17886" y="16360"/>
                      <a:pt x="17851" y="16023"/>
                    </a:cubicBezTo>
                    <a:cubicBezTo>
                      <a:pt x="17833" y="15580"/>
                      <a:pt x="17744" y="15136"/>
                      <a:pt x="17673" y="14639"/>
                    </a:cubicBezTo>
                    <a:lnTo>
                      <a:pt x="14781" y="13805"/>
                    </a:lnTo>
                    <a:cubicBezTo>
                      <a:pt x="14391" y="10558"/>
                      <a:pt x="17727" y="10026"/>
                      <a:pt x="19075" y="8056"/>
                    </a:cubicBezTo>
                    <a:cubicBezTo>
                      <a:pt x="19476" y="8451"/>
                      <a:pt x="19895" y="8555"/>
                      <a:pt x="20323" y="8555"/>
                    </a:cubicBezTo>
                    <a:cubicBezTo>
                      <a:pt x="20808" y="8555"/>
                      <a:pt x="21305" y="8420"/>
                      <a:pt x="21802" y="8420"/>
                    </a:cubicBezTo>
                    <a:cubicBezTo>
                      <a:pt x="21952" y="8420"/>
                      <a:pt x="22102" y="8433"/>
                      <a:pt x="22251" y="8465"/>
                    </a:cubicBezTo>
                    <a:cubicBezTo>
                      <a:pt x="22127" y="7702"/>
                      <a:pt x="22056" y="7152"/>
                      <a:pt x="21967" y="6495"/>
                    </a:cubicBezTo>
                    <a:cubicBezTo>
                      <a:pt x="23198" y="6481"/>
                      <a:pt x="23566" y="4540"/>
                      <a:pt x="24952" y="4540"/>
                    </a:cubicBezTo>
                    <a:cubicBezTo>
                      <a:pt x="25264" y="4540"/>
                      <a:pt x="25629" y="4639"/>
                      <a:pt x="26066" y="4880"/>
                    </a:cubicBezTo>
                    <a:cubicBezTo>
                      <a:pt x="25374" y="5963"/>
                      <a:pt x="24274" y="6335"/>
                      <a:pt x="23458" y="7010"/>
                    </a:cubicBezTo>
                    <a:lnTo>
                      <a:pt x="26243" y="8376"/>
                    </a:lnTo>
                    <a:lnTo>
                      <a:pt x="28089" y="7205"/>
                    </a:lnTo>
                    <a:lnTo>
                      <a:pt x="28160" y="5324"/>
                    </a:lnTo>
                    <a:cubicBezTo>
                      <a:pt x="28332" y="5383"/>
                      <a:pt x="28506" y="5414"/>
                      <a:pt x="28690" y="5414"/>
                    </a:cubicBezTo>
                    <a:cubicBezTo>
                      <a:pt x="29226" y="5414"/>
                      <a:pt x="29853" y="5151"/>
                      <a:pt x="30804" y="4543"/>
                    </a:cubicBezTo>
                    <a:lnTo>
                      <a:pt x="29029" y="3621"/>
                    </a:lnTo>
                    <a:lnTo>
                      <a:pt x="29561" y="2733"/>
                    </a:lnTo>
                    <a:lnTo>
                      <a:pt x="28231" y="1722"/>
                    </a:lnTo>
                    <a:cubicBezTo>
                      <a:pt x="28355" y="1190"/>
                      <a:pt x="28692" y="586"/>
                      <a:pt x="28515" y="232"/>
                    </a:cubicBezTo>
                    <a:cubicBezTo>
                      <a:pt x="28479" y="161"/>
                      <a:pt x="28408" y="72"/>
                      <a:pt x="2833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57"/>
              <p:cNvSpPr/>
              <p:nvPr/>
            </p:nvSpPr>
            <p:spPr>
              <a:xfrm>
                <a:off x="6143575" y="4010833"/>
                <a:ext cx="186233" cy="216616"/>
              </a:xfrm>
              <a:custGeom>
                <a:rect b="b" l="l" r="r" t="t"/>
                <a:pathLst>
                  <a:path extrusionOk="0" h="37558" w="32276">
                    <a:moveTo>
                      <a:pt x="3376" y="1"/>
                    </a:moveTo>
                    <a:cubicBezTo>
                      <a:pt x="3358" y="1"/>
                      <a:pt x="3345" y="4"/>
                      <a:pt x="3336" y="12"/>
                    </a:cubicBezTo>
                    <a:cubicBezTo>
                      <a:pt x="905" y="2621"/>
                      <a:pt x="905" y="2621"/>
                      <a:pt x="1243" y="6400"/>
                    </a:cubicBezTo>
                    <a:cubicBezTo>
                      <a:pt x="1260" y="6595"/>
                      <a:pt x="1118" y="6790"/>
                      <a:pt x="1065" y="7003"/>
                    </a:cubicBezTo>
                    <a:cubicBezTo>
                      <a:pt x="693" y="8405"/>
                      <a:pt x="338" y="9807"/>
                      <a:pt x="1" y="11155"/>
                    </a:cubicBezTo>
                    <a:lnTo>
                      <a:pt x="1118" y="14012"/>
                    </a:lnTo>
                    <a:cubicBezTo>
                      <a:pt x="2147" y="15148"/>
                      <a:pt x="3106" y="16283"/>
                      <a:pt x="4188" y="17330"/>
                    </a:cubicBezTo>
                    <a:cubicBezTo>
                      <a:pt x="5271" y="18413"/>
                      <a:pt x="5677" y="20424"/>
                      <a:pt x="7592" y="20424"/>
                    </a:cubicBezTo>
                    <a:cubicBezTo>
                      <a:pt x="7779" y="20424"/>
                      <a:pt x="7980" y="20405"/>
                      <a:pt x="8198" y="20364"/>
                    </a:cubicBezTo>
                    <a:cubicBezTo>
                      <a:pt x="9263" y="21234"/>
                      <a:pt x="10735" y="21553"/>
                      <a:pt x="11179" y="23221"/>
                    </a:cubicBezTo>
                    <a:cubicBezTo>
                      <a:pt x="11587" y="24711"/>
                      <a:pt x="12669" y="26024"/>
                      <a:pt x="13024" y="27515"/>
                    </a:cubicBezTo>
                    <a:cubicBezTo>
                      <a:pt x="13361" y="28863"/>
                      <a:pt x="14461" y="29662"/>
                      <a:pt x="14834" y="30780"/>
                    </a:cubicBezTo>
                    <a:cubicBezTo>
                      <a:pt x="15278" y="32128"/>
                      <a:pt x="15970" y="33246"/>
                      <a:pt x="16573" y="34470"/>
                    </a:cubicBezTo>
                    <a:cubicBezTo>
                      <a:pt x="17070" y="35428"/>
                      <a:pt x="18223" y="35038"/>
                      <a:pt x="18525" y="36191"/>
                    </a:cubicBezTo>
                    <a:cubicBezTo>
                      <a:pt x="18631" y="36564"/>
                      <a:pt x="18844" y="36901"/>
                      <a:pt x="19146" y="37185"/>
                    </a:cubicBezTo>
                    <a:cubicBezTo>
                      <a:pt x="20299" y="37345"/>
                      <a:pt x="21470" y="37469"/>
                      <a:pt x="22659" y="37558"/>
                    </a:cubicBezTo>
                    <a:cubicBezTo>
                      <a:pt x="22559" y="37158"/>
                      <a:pt x="22490" y="36790"/>
                      <a:pt x="21808" y="36790"/>
                    </a:cubicBezTo>
                    <a:cubicBezTo>
                      <a:pt x="21763" y="36790"/>
                      <a:pt x="21716" y="36791"/>
                      <a:pt x="21665" y="36795"/>
                    </a:cubicBezTo>
                    <a:cubicBezTo>
                      <a:pt x="21645" y="36796"/>
                      <a:pt x="21626" y="36796"/>
                      <a:pt x="21608" y="36796"/>
                    </a:cubicBezTo>
                    <a:cubicBezTo>
                      <a:pt x="20725" y="36796"/>
                      <a:pt x="22437" y="35547"/>
                      <a:pt x="21115" y="35251"/>
                    </a:cubicBezTo>
                    <a:cubicBezTo>
                      <a:pt x="20388" y="35073"/>
                      <a:pt x="22109" y="33707"/>
                      <a:pt x="20725" y="33246"/>
                    </a:cubicBezTo>
                    <a:lnTo>
                      <a:pt x="20920" y="32980"/>
                    </a:lnTo>
                    <a:lnTo>
                      <a:pt x="22783" y="32394"/>
                    </a:lnTo>
                    <a:lnTo>
                      <a:pt x="21860" y="30017"/>
                    </a:lnTo>
                    <a:lnTo>
                      <a:pt x="23191" y="29839"/>
                    </a:lnTo>
                    <a:cubicBezTo>
                      <a:pt x="23599" y="29041"/>
                      <a:pt x="24007" y="28313"/>
                      <a:pt x="24380" y="27550"/>
                    </a:cubicBezTo>
                    <a:cubicBezTo>
                      <a:pt x="24646" y="26982"/>
                      <a:pt x="25178" y="26308"/>
                      <a:pt x="25036" y="25829"/>
                    </a:cubicBezTo>
                    <a:cubicBezTo>
                      <a:pt x="24451" y="23718"/>
                      <a:pt x="26083" y="22972"/>
                      <a:pt x="27343" y="22529"/>
                    </a:cubicBezTo>
                    <a:cubicBezTo>
                      <a:pt x="28603" y="22068"/>
                      <a:pt x="29082" y="21482"/>
                      <a:pt x="29242" y="20311"/>
                    </a:cubicBezTo>
                    <a:cubicBezTo>
                      <a:pt x="29419" y="19069"/>
                      <a:pt x="29809" y="17862"/>
                      <a:pt x="29898" y="16620"/>
                    </a:cubicBezTo>
                    <a:cubicBezTo>
                      <a:pt x="29987" y="15467"/>
                      <a:pt x="30005" y="14438"/>
                      <a:pt x="31087" y="13675"/>
                    </a:cubicBezTo>
                    <a:cubicBezTo>
                      <a:pt x="31442" y="13444"/>
                      <a:pt x="31531" y="12788"/>
                      <a:pt x="31655" y="12309"/>
                    </a:cubicBezTo>
                    <a:cubicBezTo>
                      <a:pt x="32276" y="10144"/>
                      <a:pt x="31868" y="9612"/>
                      <a:pt x="29490" y="9133"/>
                    </a:cubicBezTo>
                    <a:cubicBezTo>
                      <a:pt x="29100" y="9062"/>
                      <a:pt x="28816" y="8494"/>
                      <a:pt x="28266" y="7926"/>
                    </a:cubicBezTo>
                    <a:lnTo>
                      <a:pt x="24895" y="8778"/>
                    </a:lnTo>
                    <a:cubicBezTo>
                      <a:pt x="24522" y="7678"/>
                      <a:pt x="23315" y="7678"/>
                      <a:pt x="22215" y="7465"/>
                    </a:cubicBezTo>
                    <a:lnTo>
                      <a:pt x="21647" y="8157"/>
                    </a:lnTo>
                    <a:lnTo>
                      <a:pt x="18063" y="3597"/>
                    </a:lnTo>
                    <a:cubicBezTo>
                      <a:pt x="16840" y="3528"/>
                      <a:pt x="15905" y="3374"/>
                      <a:pt x="15067" y="3374"/>
                    </a:cubicBezTo>
                    <a:cubicBezTo>
                      <a:pt x="14823" y="3374"/>
                      <a:pt x="14587" y="3387"/>
                      <a:pt x="14355" y="3419"/>
                    </a:cubicBezTo>
                    <a:cubicBezTo>
                      <a:pt x="14295" y="3427"/>
                      <a:pt x="14238" y="3430"/>
                      <a:pt x="14183" y="3430"/>
                    </a:cubicBezTo>
                    <a:cubicBezTo>
                      <a:pt x="13092" y="3430"/>
                      <a:pt x="13035" y="1981"/>
                      <a:pt x="11835" y="1964"/>
                    </a:cubicBezTo>
                    <a:cubicBezTo>
                      <a:pt x="11108" y="1964"/>
                      <a:pt x="9901" y="1467"/>
                      <a:pt x="9582" y="438"/>
                    </a:cubicBezTo>
                    <a:cubicBezTo>
                      <a:pt x="8677" y="793"/>
                      <a:pt x="7914" y="1361"/>
                      <a:pt x="7133" y="1361"/>
                    </a:cubicBezTo>
                    <a:cubicBezTo>
                      <a:pt x="7119" y="1361"/>
                      <a:pt x="7105" y="1361"/>
                      <a:pt x="7091" y="1361"/>
                    </a:cubicBezTo>
                    <a:cubicBezTo>
                      <a:pt x="6288" y="1361"/>
                      <a:pt x="5470" y="877"/>
                      <a:pt x="4703" y="616"/>
                    </a:cubicBezTo>
                    <a:lnTo>
                      <a:pt x="4170" y="1184"/>
                    </a:lnTo>
                    <a:lnTo>
                      <a:pt x="3585" y="48"/>
                    </a:lnTo>
                    <a:cubicBezTo>
                      <a:pt x="3517" y="34"/>
                      <a:pt x="3429" y="1"/>
                      <a:pt x="337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57"/>
              <p:cNvSpPr/>
              <p:nvPr/>
            </p:nvSpPr>
            <p:spPr>
              <a:xfrm>
                <a:off x="6110513" y="3969114"/>
                <a:ext cx="33997" cy="13957"/>
              </a:xfrm>
              <a:custGeom>
                <a:rect b="b" l="l" r="r" t="t"/>
                <a:pathLst>
                  <a:path extrusionOk="0" h="2420" w="5892">
                    <a:moveTo>
                      <a:pt x="2076" y="1"/>
                    </a:moveTo>
                    <a:cubicBezTo>
                      <a:pt x="1454" y="1"/>
                      <a:pt x="791" y="230"/>
                      <a:pt x="0" y="592"/>
                    </a:cubicBezTo>
                    <a:cubicBezTo>
                      <a:pt x="564" y="957"/>
                      <a:pt x="1113" y="1415"/>
                      <a:pt x="1254" y="1415"/>
                    </a:cubicBezTo>
                    <a:cubicBezTo>
                      <a:pt x="1264" y="1415"/>
                      <a:pt x="1272" y="1412"/>
                      <a:pt x="1278" y="1408"/>
                    </a:cubicBezTo>
                    <a:cubicBezTo>
                      <a:pt x="1606" y="1108"/>
                      <a:pt x="1874" y="952"/>
                      <a:pt x="2167" y="952"/>
                    </a:cubicBezTo>
                    <a:cubicBezTo>
                      <a:pt x="2429" y="952"/>
                      <a:pt x="2710" y="1077"/>
                      <a:pt x="3070" y="1337"/>
                    </a:cubicBezTo>
                    <a:cubicBezTo>
                      <a:pt x="3815" y="1869"/>
                      <a:pt x="4773" y="2011"/>
                      <a:pt x="5838" y="2419"/>
                    </a:cubicBezTo>
                    <a:lnTo>
                      <a:pt x="5891" y="1071"/>
                    </a:lnTo>
                    <a:cubicBezTo>
                      <a:pt x="5040" y="893"/>
                      <a:pt x="4170" y="964"/>
                      <a:pt x="3656" y="574"/>
                    </a:cubicBezTo>
                    <a:cubicBezTo>
                      <a:pt x="3121" y="171"/>
                      <a:pt x="2614" y="1"/>
                      <a:pt x="207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57"/>
              <p:cNvSpPr/>
              <p:nvPr/>
            </p:nvSpPr>
            <p:spPr>
              <a:xfrm>
                <a:off x="6151865" y="3979381"/>
                <a:ext cx="35739" cy="11875"/>
              </a:xfrm>
              <a:custGeom>
                <a:rect b="b" l="l" r="r" t="t"/>
                <a:pathLst>
                  <a:path extrusionOk="0" h="2059" w="6194">
                    <a:moveTo>
                      <a:pt x="6193" y="0"/>
                    </a:moveTo>
                    <a:lnTo>
                      <a:pt x="6193" y="0"/>
                    </a:lnTo>
                    <a:cubicBezTo>
                      <a:pt x="4801" y="195"/>
                      <a:pt x="3970" y="433"/>
                      <a:pt x="3202" y="433"/>
                    </a:cubicBezTo>
                    <a:cubicBezTo>
                      <a:pt x="3128" y="433"/>
                      <a:pt x="3055" y="431"/>
                      <a:pt x="2982" y="426"/>
                    </a:cubicBezTo>
                    <a:cubicBezTo>
                      <a:pt x="2453" y="395"/>
                      <a:pt x="1944" y="74"/>
                      <a:pt x="1353" y="74"/>
                    </a:cubicBezTo>
                    <a:cubicBezTo>
                      <a:pt x="951" y="74"/>
                      <a:pt x="511" y="222"/>
                      <a:pt x="1" y="710"/>
                    </a:cubicBezTo>
                    <a:lnTo>
                      <a:pt x="1473" y="2059"/>
                    </a:lnTo>
                    <a:cubicBezTo>
                      <a:pt x="2432" y="409"/>
                      <a:pt x="4472" y="1526"/>
                      <a:pt x="619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57"/>
              <p:cNvSpPr/>
              <p:nvPr/>
            </p:nvSpPr>
            <p:spPr>
              <a:xfrm>
                <a:off x="6203762" y="3831292"/>
                <a:ext cx="19768" cy="12285"/>
              </a:xfrm>
              <a:custGeom>
                <a:rect b="b" l="l" r="r" t="t"/>
                <a:pathLst>
                  <a:path extrusionOk="0" h="2130" w="3426">
                    <a:moveTo>
                      <a:pt x="1473" y="1"/>
                    </a:moveTo>
                    <a:lnTo>
                      <a:pt x="1" y="1828"/>
                    </a:lnTo>
                    <a:lnTo>
                      <a:pt x="3372" y="2130"/>
                    </a:lnTo>
                    <a:cubicBezTo>
                      <a:pt x="3407" y="1917"/>
                      <a:pt x="3425" y="1704"/>
                      <a:pt x="3425" y="1509"/>
                    </a:cubicBezTo>
                    <a:cubicBezTo>
                      <a:pt x="3390" y="1172"/>
                      <a:pt x="3301" y="870"/>
                      <a:pt x="3248" y="586"/>
                    </a:cubicBezTo>
                    <a:lnTo>
                      <a:pt x="147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32" name="Shape 1032"/>
        <p:cNvGrpSpPr/>
        <p:nvPr/>
      </p:nvGrpSpPr>
      <p:grpSpPr>
        <a:xfrm>
          <a:off x="0" y="0"/>
          <a:ext cx="0" cy="0"/>
          <a:chOff x="0" y="0"/>
          <a:chExt cx="0" cy="0"/>
        </a:xfrm>
      </p:grpSpPr>
      <p:pic>
        <p:nvPicPr>
          <p:cNvPr id="1033" name="Google Shape;1033;p58" title="nmf_kubernetes_manifests.jpg"/>
          <p:cNvPicPr preferRelativeResize="0"/>
          <p:nvPr/>
        </p:nvPicPr>
        <p:blipFill>
          <a:blip r:embed="rId3">
            <a:alphaModFix/>
          </a:blip>
          <a:stretch>
            <a:fillRect/>
          </a:stretch>
        </p:blipFill>
        <p:spPr>
          <a:xfrm>
            <a:off x="278963" y="974375"/>
            <a:ext cx="8586076" cy="3836051"/>
          </a:xfrm>
          <a:prstGeom prst="rect">
            <a:avLst/>
          </a:prstGeom>
          <a:noFill/>
          <a:ln>
            <a:noFill/>
          </a:ln>
        </p:spPr>
      </p:pic>
      <p:grpSp>
        <p:nvGrpSpPr>
          <p:cNvPr id="1034" name="Google Shape;1034;p58"/>
          <p:cNvGrpSpPr/>
          <p:nvPr/>
        </p:nvGrpSpPr>
        <p:grpSpPr>
          <a:xfrm>
            <a:off x="2895059" y="302950"/>
            <a:ext cx="3353893" cy="586550"/>
            <a:chOff x="2207625" y="1533513"/>
            <a:chExt cx="2392050" cy="586550"/>
          </a:xfrm>
        </p:grpSpPr>
        <p:sp>
          <p:nvSpPr>
            <p:cNvPr id="1035" name="Google Shape;1035;p58"/>
            <p:cNvSpPr/>
            <p:nvPr/>
          </p:nvSpPr>
          <p:spPr>
            <a:xfrm>
              <a:off x="2295375" y="1589663"/>
              <a:ext cx="2304300" cy="5304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58"/>
            <p:cNvSpPr/>
            <p:nvPr/>
          </p:nvSpPr>
          <p:spPr>
            <a:xfrm>
              <a:off x="2207625" y="1533513"/>
              <a:ext cx="2304300" cy="5304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i="1" lang="en" sz="1100">
                  <a:solidFill>
                    <a:schemeClr val="dk1"/>
                  </a:solidFill>
                </a:rPr>
                <a:t>NMF</a:t>
              </a:r>
              <a:r>
                <a:rPr b="1" i="1" lang="en" sz="1100">
                  <a:solidFill>
                    <a:schemeClr val="dk1"/>
                  </a:solidFill>
                </a:rPr>
                <a:t> service integration with Kubernetes</a:t>
              </a:r>
              <a:endParaRPr b="1">
                <a:solidFill>
                  <a:schemeClr val="dk1"/>
                </a:solidFill>
              </a:endParaRPr>
            </a:p>
          </p:txBody>
        </p:sp>
      </p:grpSp>
      <p:sp>
        <p:nvSpPr>
          <p:cNvPr id="1037" name="Google Shape;1037;p58"/>
          <p:cNvSpPr/>
          <p:nvPr/>
        </p:nvSpPr>
        <p:spPr>
          <a:xfrm flipH="1" rot="-9917563">
            <a:off x="7705474" y="149823"/>
            <a:ext cx="2476869" cy="1326227"/>
          </a:xfrm>
          <a:custGeom>
            <a:rect b="b" l="l" r="r" t="t"/>
            <a:pathLst>
              <a:path extrusionOk="0" h="27964" w="54058">
                <a:moveTo>
                  <a:pt x="2468" y="26211"/>
                </a:moveTo>
                <a:lnTo>
                  <a:pt x="5067" y="26211"/>
                </a:lnTo>
                <a:cubicBezTo>
                  <a:pt x="5756" y="26211"/>
                  <a:pt x="6392" y="26045"/>
                  <a:pt x="6937" y="25728"/>
                </a:cubicBezTo>
                <a:lnTo>
                  <a:pt x="6937" y="25726"/>
                </a:lnTo>
                <a:cubicBezTo>
                  <a:pt x="7484" y="25409"/>
                  <a:pt x="7948" y="24942"/>
                  <a:pt x="8290" y="24348"/>
                </a:cubicBezTo>
                <a:lnTo>
                  <a:pt x="11409" y="18950"/>
                </a:lnTo>
                <a:cubicBezTo>
                  <a:pt x="11841" y="18206"/>
                  <a:pt x="12429" y="17614"/>
                  <a:pt x="13126" y="17213"/>
                </a:cubicBezTo>
                <a:lnTo>
                  <a:pt x="13128" y="17213"/>
                </a:lnTo>
                <a:cubicBezTo>
                  <a:pt x="13827" y="16810"/>
                  <a:pt x="14631" y="16594"/>
                  <a:pt x="15493" y="16594"/>
                </a:cubicBezTo>
                <a:lnTo>
                  <a:pt x="22104" y="16594"/>
                </a:lnTo>
                <a:cubicBezTo>
                  <a:pt x="22793" y="16594"/>
                  <a:pt x="23429" y="16425"/>
                  <a:pt x="23973" y="16110"/>
                </a:cubicBezTo>
                <a:lnTo>
                  <a:pt x="23973" y="16106"/>
                </a:lnTo>
                <a:cubicBezTo>
                  <a:pt x="24520" y="15792"/>
                  <a:pt x="24985" y="15323"/>
                  <a:pt x="25327" y="14728"/>
                </a:cubicBezTo>
                <a:lnTo>
                  <a:pt x="29772" y="7034"/>
                </a:lnTo>
                <a:cubicBezTo>
                  <a:pt x="30204" y="6287"/>
                  <a:pt x="30792" y="5697"/>
                  <a:pt x="31489" y="5296"/>
                </a:cubicBezTo>
                <a:lnTo>
                  <a:pt x="31491" y="5296"/>
                </a:lnTo>
                <a:cubicBezTo>
                  <a:pt x="32191" y="4893"/>
                  <a:pt x="32995" y="4677"/>
                  <a:pt x="33856" y="4677"/>
                </a:cubicBezTo>
                <a:lnTo>
                  <a:pt x="48096" y="4677"/>
                </a:lnTo>
                <a:cubicBezTo>
                  <a:pt x="48785" y="4677"/>
                  <a:pt x="49421" y="4508"/>
                  <a:pt x="49966" y="4194"/>
                </a:cubicBezTo>
                <a:lnTo>
                  <a:pt x="49966" y="4190"/>
                </a:lnTo>
                <a:cubicBezTo>
                  <a:pt x="50513" y="3875"/>
                  <a:pt x="50977" y="3406"/>
                  <a:pt x="51319" y="2812"/>
                </a:cubicBezTo>
                <a:lnTo>
                  <a:pt x="51323" y="2812"/>
                </a:lnTo>
                <a:lnTo>
                  <a:pt x="51761" y="2049"/>
                </a:lnTo>
                <a:cubicBezTo>
                  <a:pt x="51596" y="1835"/>
                  <a:pt x="51502" y="1566"/>
                  <a:pt x="51502" y="1278"/>
                </a:cubicBezTo>
                <a:cubicBezTo>
                  <a:pt x="51502" y="571"/>
                  <a:pt x="52075" y="1"/>
                  <a:pt x="52779" y="1"/>
                </a:cubicBezTo>
                <a:cubicBezTo>
                  <a:pt x="53486" y="1"/>
                  <a:pt x="54058" y="575"/>
                  <a:pt x="54058" y="1278"/>
                </a:cubicBezTo>
                <a:cubicBezTo>
                  <a:pt x="54058" y="1983"/>
                  <a:pt x="53484" y="2555"/>
                  <a:pt x="52779" y="2555"/>
                </a:cubicBezTo>
                <a:cubicBezTo>
                  <a:pt x="52725" y="2555"/>
                  <a:pt x="52672" y="2553"/>
                  <a:pt x="52620" y="2545"/>
                </a:cubicBezTo>
                <a:lnTo>
                  <a:pt x="52180" y="3305"/>
                </a:lnTo>
                <a:lnTo>
                  <a:pt x="52180" y="3310"/>
                </a:lnTo>
                <a:cubicBezTo>
                  <a:pt x="51748" y="4054"/>
                  <a:pt x="51160" y="4646"/>
                  <a:pt x="50463" y="5047"/>
                </a:cubicBezTo>
                <a:lnTo>
                  <a:pt x="50461" y="5047"/>
                </a:lnTo>
                <a:cubicBezTo>
                  <a:pt x="49762" y="5450"/>
                  <a:pt x="48956" y="5666"/>
                  <a:pt x="48096" y="5666"/>
                </a:cubicBezTo>
                <a:lnTo>
                  <a:pt x="33856" y="5666"/>
                </a:lnTo>
                <a:cubicBezTo>
                  <a:pt x="33167" y="5666"/>
                  <a:pt x="32532" y="5833"/>
                  <a:pt x="31987" y="6149"/>
                </a:cubicBezTo>
                <a:lnTo>
                  <a:pt x="31987" y="6151"/>
                </a:lnTo>
                <a:cubicBezTo>
                  <a:pt x="31440" y="6468"/>
                  <a:pt x="30975" y="6935"/>
                  <a:pt x="30632" y="7529"/>
                </a:cubicBezTo>
                <a:lnTo>
                  <a:pt x="26184" y="15234"/>
                </a:lnTo>
                <a:cubicBezTo>
                  <a:pt x="25752" y="15979"/>
                  <a:pt x="25162" y="16571"/>
                  <a:pt x="24467" y="16972"/>
                </a:cubicBezTo>
                <a:lnTo>
                  <a:pt x="24463" y="16972"/>
                </a:lnTo>
                <a:cubicBezTo>
                  <a:pt x="23764" y="17375"/>
                  <a:pt x="22960" y="17591"/>
                  <a:pt x="22098" y="17591"/>
                </a:cubicBezTo>
                <a:lnTo>
                  <a:pt x="15491" y="17591"/>
                </a:lnTo>
                <a:cubicBezTo>
                  <a:pt x="14802" y="17591"/>
                  <a:pt x="14167" y="17757"/>
                  <a:pt x="13622" y="18074"/>
                </a:cubicBezTo>
                <a:lnTo>
                  <a:pt x="13622" y="18076"/>
                </a:lnTo>
                <a:cubicBezTo>
                  <a:pt x="13075" y="18393"/>
                  <a:pt x="12608" y="18860"/>
                  <a:pt x="12267" y="19454"/>
                </a:cubicBezTo>
                <a:lnTo>
                  <a:pt x="9149" y="24852"/>
                </a:lnTo>
                <a:cubicBezTo>
                  <a:pt x="8717" y="25598"/>
                  <a:pt x="8129" y="26189"/>
                  <a:pt x="7432" y="26590"/>
                </a:cubicBezTo>
                <a:lnTo>
                  <a:pt x="7428" y="26590"/>
                </a:lnTo>
                <a:cubicBezTo>
                  <a:pt x="6731" y="26993"/>
                  <a:pt x="5925" y="27208"/>
                  <a:pt x="5063" y="27208"/>
                </a:cubicBezTo>
                <a:lnTo>
                  <a:pt x="2446" y="27208"/>
                </a:lnTo>
                <a:cubicBezTo>
                  <a:pt x="2244" y="27655"/>
                  <a:pt x="1798" y="27963"/>
                  <a:pt x="1278" y="27963"/>
                </a:cubicBezTo>
                <a:cubicBezTo>
                  <a:pt x="572" y="27963"/>
                  <a:pt x="1" y="27389"/>
                  <a:pt x="1" y="26684"/>
                </a:cubicBezTo>
                <a:cubicBezTo>
                  <a:pt x="1" y="25981"/>
                  <a:pt x="574" y="25407"/>
                  <a:pt x="1278" y="25407"/>
                </a:cubicBezTo>
                <a:cubicBezTo>
                  <a:pt x="1818" y="25405"/>
                  <a:pt x="2281" y="25738"/>
                  <a:pt x="2468" y="2621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58"/>
          <p:cNvSpPr/>
          <p:nvPr/>
        </p:nvSpPr>
        <p:spPr>
          <a:xfrm rot="882379">
            <a:off x="8544197" y="128563"/>
            <a:ext cx="217527" cy="217110"/>
          </a:xfrm>
          <a:custGeom>
            <a:rect b="b" l="l" r="r" t="t"/>
            <a:pathLst>
              <a:path extrusionOk="0" h="947" w="949">
                <a:moveTo>
                  <a:pt x="473" y="0"/>
                </a:moveTo>
                <a:lnTo>
                  <a:pt x="948" y="946"/>
                </a:lnTo>
                <a:lnTo>
                  <a:pt x="0" y="946"/>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58"/>
          <p:cNvSpPr/>
          <p:nvPr/>
        </p:nvSpPr>
        <p:spPr>
          <a:xfrm rot="6282379">
            <a:off x="8516168" y="703260"/>
            <a:ext cx="236781" cy="236827"/>
          </a:xfrm>
          <a:custGeom>
            <a:rect b="b" l="l" r="r" t="t"/>
            <a:pathLst>
              <a:path extrusionOk="0" h="1033" w="1033">
                <a:moveTo>
                  <a:pt x="1033" y="198"/>
                </a:moveTo>
                <a:lnTo>
                  <a:pt x="714" y="516"/>
                </a:lnTo>
                <a:lnTo>
                  <a:pt x="1033" y="835"/>
                </a:lnTo>
                <a:lnTo>
                  <a:pt x="837" y="1033"/>
                </a:lnTo>
                <a:lnTo>
                  <a:pt x="517" y="714"/>
                </a:lnTo>
                <a:lnTo>
                  <a:pt x="198" y="1033"/>
                </a:lnTo>
                <a:lnTo>
                  <a:pt x="1" y="835"/>
                </a:lnTo>
                <a:lnTo>
                  <a:pt x="319" y="516"/>
                </a:lnTo>
                <a:lnTo>
                  <a:pt x="1" y="198"/>
                </a:lnTo>
                <a:lnTo>
                  <a:pt x="198" y="0"/>
                </a:lnTo>
                <a:lnTo>
                  <a:pt x="517" y="319"/>
                </a:lnTo>
                <a:lnTo>
                  <a:pt x="835"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alpha val="0"/>
          </a:srgbClr>
        </a:solidFill>
      </p:bgPr>
    </p:bg>
    <p:spTree>
      <p:nvGrpSpPr>
        <p:cNvPr id="1043" name="Shape 1043"/>
        <p:cNvGrpSpPr/>
        <p:nvPr/>
      </p:nvGrpSpPr>
      <p:grpSpPr>
        <a:xfrm>
          <a:off x="0" y="0"/>
          <a:ext cx="0" cy="0"/>
          <a:chOff x="0" y="0"/>
          <a:chExt cx="0" cy="0"/>
        </a:xfrm>
      </p:grpSpPr>
      <p:sp>
        <p:nvSpPr>
          <p:cNvPr id="1044" name="Google Shape;1044;p59"/>
          <p:cNvSpPr/>
          <p:nvPr/>
        </p:nvSpPr>
        <p:spPr>
          <a:xfrm>
            <a:off x="5725650" y="1422450"/>
            <a:ext cx="3070200" cy="2298600"/>
          </a:xfrm>
          <a:prstGeom prst="roundRect">
            <a:avLst>
              <a:gd fmla="val 6976"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59"/>
          <p:cNvSpPr/>
          <p:nvPr/>
        </p:nvSpPr>
        <p:spPr>
          <a:xfrm>
            <a:off x="5822300" y="1469200"/>
            <a:ext cx="2878966" cy="2134539"/>
          </a:xfrm>
          <a:custGeom>
            <a:rect b="b" l="l" r="r" t="t"/>
            <a:pathLst>
              <a:path extrusionOk="0" h="14291" w="13231">
                <a:moveTo>
                  <a:pt x="368" y="1054"/>
                </a:moveTo>
                <a:cubicBezTo>
                  <a:pt x="368" y="1054"/>
                  <a:pt x="0" y="13182"/>
                  <a:pt x="685" y="13708"/>
                </a:cubicBezTo>
                <a:cubicBezTo>
                  <a:pt x="1368" y="14237"/>
                  <a:pt x="12496" y="14290"/>
                  <a:pt x="12863" y="13499"/>
                </a:cubicBezTo>
                <a:cubicBezTo>
                  <a:pt x="13231" y="12707"/>
                  <a:pt x="13128" y="683"/>
                  <a:pt x="12071" y="581"/>
                </a:cubicBezTo>
                <a:cubicBezTo>
                  <a:pt x="11018" y="474"/>
                  <a:pt x="578" y="1"/>
                  <a:pt x="368" y="105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59"/>
          <p:cNvSpPr txBox="1"/>
          <p:nvPr>
            <p:ph type="title"/>
          </p:nvPr>
        </p:nvSpPr>
        <p:spPr>
          <a:xfrm>
            <a:off x="6058350" y="1654950"/>
            <a:ext cx="2404800" cy="183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n" sz="2200">
                <a:solidFill>
                  <a:schemeClr val="lt1"/>
                </a:solidFill>
              </a:rPr>
              <a:t>NMF Apps Helm Chart Packaging</a:t>
            </a:r>
            <a:endParaRPr b="0" sz="2200">
              <a:solidFill>
                <a:schemeClr val="lt1"/>
              </a:solidFill>
            </a:endParaRPr>
          </a:p>
        </p:txBody>
      </p:sp>
      <p:pic>
        <p:nvPicPr>
          <p:cNvPr id="1047" name="Google Shape;1047;p59" title="Kubernetes CCM overview (1).png"/>
          <p:cNvPicPr preferRelativeResize="0"/>
          <p:nvPr/>
        </p:nvPicPr>
        <p:blipFill>
          <a:blip r:embed="rId3">
            <a:alphaModFix/>
          </a:blip>
          <a:stretch>
            <a:fillRect/>
          </a:stretch>
        </p:blipFill>
        <p:spPr>
          <a:xfrm>
            <a:off x="141825" y="477338"/>
            <a:ext cx="5420848" cy="4188837"/>
          </a:xfrm>
          <a:prstGeom prst="rect">
            <a:avLst/>
          </a:prstGeom>
          <a:noFill/>
          <a:ln>
            <a:noFill/>
          </a:ln>
        </p:spPr>
      </p:pic>
      <p:sp>
        <p:nvSpPr>
          <p:cNvPr id="1048" name="Google Shape;1048;p59"/>
          <p:cNvSpPr/>
          <p:nvPr/>
        </p:nvSpPr>
        <p:spPr>
          <a:xfrm>
            <a:off x="6824581" y="860501"/>
            <a:ext cx="223449" cy="231855"/>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accent4"/>
          </a:solidFill>
          <a:ln>
            <a:noFill/>
          </a:ln>
        </p:spPr>
        <p:txBody>
          <a:bodyPr anchorCtr="0" anchor="ctr" bIns="75900" lIns="75900" spcFirstLastPara="1" rIns="75900" wrap="square" tIns="75900">
            <a:noAutofit/>
          </a:bodyPr>
          <a:lstStyle/>
          <a:p>
            <a:pPr indent="0" lvl="0" marL="0" rtl="0" algn="l">
              <a:spcBef>
                <a:spcPts val="0"/>
              </a:spcBef>
              <a:spcAft>
                <a:spcPts val="0"/>
              </a:spcAft>
              <a:buNone/>
            </a:pPr>
            <a:r>
              <a:t/>
            </a:r>
            <a:endParaRPr sz="1162"/>
          </a:p>
        </p:txBody>
      </p:sp>
      <p:grpSp>
        <p:nvGrpSpPr>
          <p:cNvPr id="1049" name="Google Shape;1049;p59"/>
          <p:cNvGrpSpPr/>
          <p:nvPr/>
        </p:nvGrpSpPr>
        <p:grpSpPr>
          <a:xfrm flipH="1">
            <a:off x="6937168" y="255636"/>
            <a:ext cx="1030366" cy="1030249"/>
            <a:chOff x="277881" y="2901316"/>
            <a:chExt cx="1900344" cy="1900126"/>
          </a:xfrm>
        </p:grpSpPr>
        <p:sp>
          <p:nvSpPr>
            <p:cNvPr id="1050" name="Google Shape;1050;p59"/>
            <p:cNvSpPr/>
            <p:nvPr/>
          </p:nvSpPr>
          <p:spPr>
            <a:xfrm>
              <a:off x="402450" y="3248988"/>
              <a:ext cx="1354500" cy="1354500"/>
            </a:xfrm>
            <a:prstGeom prst="ellipse">
              <a:avLst/>
            </a:prstGeom>
            <a:solidFill>
              <a:srgbClr val="1B222D"/>
            </a:solidFill>
            <a:ln>
              <a:noFill/>
            </a:ln>
          </p:spPr>
          <p:txBody>
            <a:bodyPr anchorCtr="0" anchor="ctr" bIns="49600" lIns="49600" spcFirstLastPara="1" rIns="49600" wrap="square" tIns="49600">
              <a:noAutofit/>
            </a:bodyPr>
            <a:lstStyle/>
            <a:p>
              <a:pPr indent="0" lvl="0" marL="0" rtl="0" algn="l">
                <a:spcBef>
                  <a:spcPts val="0"/>
                </a:spcBef>
                <a:spcAft>
                  <a:spcPts val="0"/>
                </a:spcAft>
                <a:buNone/>
              </a:pPr>
              <a:r>
                <a:t/>
              </a:r>
              <a:endParaRPr/>
            </a:p>
          </p:txBody>
        </p:sp>
        <p:grpSp>
          <p:nvGrpSpPr>
            <p:cNvPr id="1051" name="Google Shape;1051;p59"/>
            <p:cNvGrpSpPr/>
            <p:nvPr/>
          </p:nvGrpSpPr>
          <p:grpSpPr>
            <a:xfrm rot="2322109">
              <a:off x="551788" y="3175815"/>
              <a:ext cx="1352529" cy="1351128"/>
              <a:chOff x="200055" y="3556746"/>
              <a:chExt cx="869964" cy="869063"/>
            </a:xfrm>
          </p:grpSpPr>
          <p:sp>
            <p:nvSpPr>
              <p:cNvPr id="1052" name="Google Shape;1052;p59"/>
              <p:cNvSpPr/>
              <p:nvPr/>
            </p:nvSpPr>
            <p:spPr>
              <a:xfrm>
                <a:off x="200055" y="3556746"/>
                <a:ext cx="868968" cy="868968"/>
              </a:xfrm>
              <a:custGeom>
                <a:rect b="b" l="l" r="r" t="t"/>
                <a:pathLst>
                  <a:path extrusionOk="0" h="18323" w="18323">
                    <a:moveTo>
                      <a:pt x="15639" y="2684"/>
                    </a:moveTo>
                    <a:cubicBezTo>
                      <a:pt x="17358" y="4401"/>
                      <a:pt x="18323" y="6731"/>
                      <a:pt x="18323" y="9162"/>
                    </a:cubicBezTo>
                    <a:cubicBezTo>
                      <a:pt x="18323" y="11590"/>
                      <a:pt x="17358" y="13920"/>
                      <a:pt x="15639" y="15639"/>
                    </a:cubicBezTo>
                    <a:cubicBezTo>
                      <a:pt x="13922" y="17356"/>
                      <a:pt x="11592" y="18323"/>
                      <a:pt x="9162" y="18323"/>
                    </a:cubicBezTo>
                    <a:cubicBezTo>
                      <a:pt x="6733" y="18323"/>
                      <a:pt x="4403" y="17356"/>
                      <a:pt x="2684" y="15639"/>
                    </a:cubicBezTo>
                    <a:cubicBezTo>
                      <a:pt x="967" y="13920"/>
                      <a:pt x="1" y="11590"/>
                      <a:pt x="1" y="9162"/>
                    </a:cubicBezTo>
                    <a:cubicBezTo>
                      <a:pt x="1" y="6731"/>
                      <a:pt x="967" y="4401"/>
                      <a:pt x="2684" y="2684"/>
                    </a:cubicBezTo>
                    <a:cubicBezTo>
                      <a:pt x="4403" y="965"/>
                      <a:pt x="6733" y="1"/>
                      <a:pt x="9162" y="1"/>
                    </a:cubicBezTo>
                    <a:cubicBezTo>
                      <a:pt x="11592" y="1"/>
                      <a:pt x="13922" y="965"/>
                      <a:pt x="15639" y="2684"/>
                    </a:cubicBezTo>
                    <a:close/>
                  </a:path>
                </a:pathLst>
              </a:custGeom>
              <a:solidFill>
                <a:srgbClr val="EB5358"/>
              </a:solidFill>
              <a:ln>
                <a:noFill/>
              </a:ln>
            </p:spPr>
            <p:txBody>
              <a:bodyPr anchorCtr="0" anchor="ctr" bIns="49600" lIns="49600" spcFirstLastPara="1" rIns="49600" wrap="square" tIns="49600">
                <a:noAutofit/>
              </a:bodyPr>
              <a:lstStyle/>
              <a:p>
                <a:pPr indent="0" lvl="0" marL="0" rtl="0" algn="l">
                  <a:spcBef>
                    <a:spcPts val="0"/>
                  </a:spcBef>
                  <a:spcAft>
                    <a:spcPts val="0"/>
                  </a:spcAft>
                  <a:buNone/>
                </a:pPr>
                <a:r>
                  <a:t/>
                </a:r>
                <a:endParaRPr sz="1076"/>
              </a:p>
            </p:txBody>
          </p:sp>
          <p:sp>
            <p:nvSpPr>
              <p:cNvPr id="1053" name="Google Shape;1053;p59"/>
              <p:cNvSpPr/>
              <p:nvPr/>
            </p:nvSpPr>
            <p:spPr>
              <a:xfrm>
                <a:off x="311314" y="3605499"/>
                <a:ext cx="474914" cy="486723"/>
              </a:xfrm>
              <a:custGeom>
                <a:rect b="b" l="l" r="r" t="t"/>
                <a:pathLst>
                  <a:path extrusionOk="0" h="10263" w="10014">
                    <a:moveTo>
                      <a:pt x="8596" y="30"/>
                    </a:moveTo>
                    <a:cubicBezTo>
                      <a:pt x="9008" y="54"/>
                      <a:pt x="9368" y="246"/>
                      <a:pt x="9620" y="536"/>
                    </a:cubicBezTo>
                    <a:cubicBezTo>
                      <a:pt x="9871" y="823"/>
                      <a:pt x="10013" y="1206"/>
                      <a:pt x="9986" y="1617"/>
                    </a:cubicBezTo>
                    <a:cubicBezTo>
                      <a:pt x="9962" y="2028"/>
                      <a:pt x="9769" y="2388"/>
                      <a:pt x="9481" y="2641"/>
                    </a:cubicBezTo>
                    <a:cubicBezTo>
                      <a:pt x="9193" y="2892"/>
                      <a:pt x="8810" y="3034"/>
                      <a:pt x="8401" y="3009"/>
                    </a:cubicBezTo>
                    <a:cubicBezTo>
                      <a:pt x="7990" y="2983"/>
                      <a:pt x="7630" y="2789"/>
                      <a:pt x="7379" y="2501"/>
                    </a:cubicBezTo>
                    <a:cubicBezTo>
                      <a:pt x="7126" y="2214"/>
                      <a:pt x="6984" y="1831"/>
                      <a:pt x="7011" y="1420"/>
                    </a:cubicBezTo>
                    <a:cubicBezTo>
                      <a:pt x="7036" y="1009"/>
                      <a:pt x="7229" y="649"/>
                      <a:pt x="7517" y="398"/>
                    </a:cubicBezTo>
                    <a:cubicBezTo>
                      <a:pt x="7805" y="145"/>
                      <a:pt x="8187" y="1"/>
                      <a:pt x="8596" y="30"/>
                    </a:cubicBezTo>
                    <a:close/>
                    <a:moveTo>
                      <a:pt x="3032" y="6968"/>
                    </a:moveTo>
                    <a:cubicBezTo>
                      <a:pt x="3482" y="6995"/>
                      <a:pt x="3879" y="7206"/>
                      <a:pt x="4155" y="7519"/>
                    </a:cubicBezTo>
                    <a:cubicBezTo>
                      <a:pt x="4432" y="7836"/>
                      <a:pt x="4587" y="8255"/>
                      <a:pt x="4558" y="8707"/>
                    </a:cubicBezTo>
                    <a:cubicBezTo>
                      <a:pt x="4531" y="9158"/>
                      <a:pt x="4319" y="9555"/>
                      <a:pt x="4007" y="9830"/>
                    </a:cubicBezTo>
                    <a:cubicBezTo>
                      <a:pt x="3690" y="10108"/>
                      <a:pt x="3270" y="10262"/>
                      <a:pt x="2818" y="10233"/>
                    </a:cubicBezTo>
                    <a:cubicBezTo>
                      <a:pt x="2368" y="10205"/>
                      <a:pt x="1971" y="9995"/>
                      <a:pt x="1695" y="9680"/>
                    </a:cubicBezTo>
                    <a:cubicBezTo>
                      <a:pt x="1418" y="9366"/>
                      <a:pt x="1263" y="8946"/>
                      <a:pt x="1292" y="8496"/>
                    </a:cubicBezTo>
                    <a:cubicBezTo>
                      <a:pt x="1319" y="8045"/>
                      <a:pt x="1531" y="7648"/>
                      <a:pt x="1843" y="7373"/>
                    </a:cubicBezTo>
                    <a:cubicBezTo>
                      <a:pt x="2160" y="7093"/>
                      <a:pt x="2582" y="6937"/>
                      <a:pt x="3032" y="6968"/>
                    </a:cubicBezTo>
                    <a:close/>
                    <a:moveTo>
                      <a:pt x="3949" y="7702"/>
                    </a:moveTo>
                    <a:cubicBezTo>
                      <a:pt x="3721" y="7441"/>
                      <a:pt x="3392" y="7268"/>
                      <a:pt x="3015" y="7241"/>
                    </a:cubicBezTo>
                    <a:cubicBezTo>
                      <a:pt x="2641" y="7217"/>
                      <a:pt x="2292" y="7348"/>
                      <a:pt x="2033" y="7576"/>
                    </a:cubicBezTo>
                    <a:cubicBezTo>
                      <a:pt x="1769" y="7805"/>
                      <a:pt x="1597" y="8134"/>
                      <a:pt x="1572" y="8510"/>
                    </a:cubicBezTo>
                    <a:cubicBezTo>
                      <a:pt x="1545" y="8884"/>
                      <a:pt x="1677" y="9234"/>
                      <a:pt x="1905" y="9493"/>
                    </a:cubicBezTo>
                    <a:cubicBezTo>
                      <a:pt x="2135" y="9756"/>
                      <a:pt x="2464" y="9929"/>
                      <a:pt x="2839" y="9954"/>
                    </a:cubicBezTo>
                    <a:cubicBezTo>
                      <a:pt x="3215" y="9980"/>
                      <a:pt x="3565" y="9849"/>
                      <a:pt x="3824" y="9621"/>
                    </a:cubicBezTo>
                    <a:cubicBezTo>
                      <a:pt x="4085" y="9390"/>
                      <a:pt x="4258" y="9061"/>
                      <a:pt x="4284" y="8687"/>
                    </a:cubicBezTo>
                    <a:cubicBezTo>
                      <a:pt x="4307" y="8313"/>
                      <a:pt x="4177" y="7965"/>
                      <a:pt x="3949" y="7702"/>
                    </a:cubicBezTo>
                    <a:close/>
                    <a:moveTo>
                      <a:pt x="1027" y="4124"/>
                    </a:moveTo>
                    <a:cubicBezTo>
                      <a:pt x="1288" y="4142"/>
                      <a:pt x="1518" y="4262"/>
                      <a:pt x="1679" y="4445"/>
                    </a:cubicBezTo>
                    <a:cubicBezTo>
                      <a:pt x="1841" y="4628"/>
                      <a:pt x="1932" y="4872"/>
                      <a:pt x="1913" y="5134"/>
                    </a:cubicBezTo>
                    <a:cubicBezTo>
                      <a:pt x="1895" y="5397"/>
                      <a:pt x="1776" y="5625"/>
                      <a:pt x="1592" y="5787"/>
                    </a:cubicBezTo>
                    <a:cubicBezTo>
                      <a:pt x="1409" y="5946"/>
                      <a:pt x="1165" y="6038"/>
                      <a:pt x="904" y="6022"/>
                    </a:cubicBezTo>
                    <a:cubicBezTo>
                      <a:pt x="640" y="6003"/>
                      <a:pt x="412" y="5882"/>
                      <a:pt x="254" y="5699"/>
                    </a:cubicBezTo>
                    <a:cubicBezTo>
                      <a:pt x="91" y="5516"/>
                      <a:pt x="1" y="5273"/>
                      <a:pt x="19" y="5010"/>
                    </a:cubicBezTo>
                    <a:cubicBezTo>
                      <a:pt x="36" y="4749"/>
                      <a:pt x="157" y="4519"/>
                      <a:pt x="340" y="4360"/>
                    </a:cubicBezTo>
                    <a:cubicBezTo>
                      <a:pt x="523" y="4196"/>
                      <a:pt x="768" y="4105"/>
                      <a:pt x="1027" y="4124"/>
                    </a:cubicBezTo>
                    <a:close/>
                    <a:moveTo>
                      <a:pt x="1471" y="4628"/>
                    </a:moveTo>
                    <a:cubicBezTo>
                      <a:pt x="1358" y="4496"/>
                      <a:pt x="1196" y="4412"/>
                      <a:pt x="1008" y="4399"/>
                    </a:cubicBezTo>
                    <a:cubicBezTo>
                      <a:pt x="823" y="4387"/>
                      <a:pt x="651" y="4451"/>
                      <a:pt x="521" y="4566"/>
                    </a:cubicBezTo>
                    <a:cubicBezTo>
                      <a:pt x="390" y="4679"/>
                      <a:pt x="305" y="4842"/>
                      <a:pt x="291" y="5029"/>
                    </a:cubicBezTo>
                    <a:cubicBezTo>
                      <a:pt x="278" y="5214"/>
                      <a:pt x="342" y="5389"/>
                      <a:pt x="455" y="5518"/>
                    </a:cubicBezTo>
                    <a:cubicBezTo>
                      <a:pt x="568" y="5646"/>
                      <a:pt x="733" y="5734"/>
                      <a:pt x="918" y="5746"/>
                    </a:cubicBezTo>
                    <a:cubicBezTo>
                      <a:pt x="1103" y="5759"/>
                      <a:pt x="1278" y="5695"/>
                      <a:pt x="1407" y="5582"/>
                    </a:cubicBezTo>
                    <a:cubicBezTo>
                      <a:pt x="1535" y="5469"/>
                      <a:pt x="1623" y="5304"/>
                      <a:pt x="1636" y="5119"/>
                    </a:cubicBezTo>
                    <a:cubicBezTo>
                      <a:pt x="1648" y="4928"/>
                      <a:pt x="1584" y="4757"/>
                      <a:pt x="1471" y="4628"/>
                    </a:cubicBezTo>
                    <a:close/>
                    <a:moveTo>
                      <a:pt x="8578" y="305"/>
                    </a:moveTo>
                    <a:cubicBezTo>
                      <a:pt x="8245" y="285"/>
                      <a:pt x="7930" y="400"/>
                      <a:pt x="7700" y="603"/>
                    </a:cubicBezTo>
                    <a:cubicBezTo>
                      <a:pt x="7465" y="809"/>
                      <a:pt x="7311" y="1101"/>
                      <a:pt x="7289" y="1436"/>
                    </a:cubicBezTo>
                    <a:cubicBezTo>
                      <a:pt x="7268" y="1769"/>
                      <a:pt x="7383" y="2080"/>
                      <a:pt x="7587" y="2314"/>
                    </a:cubicBezTo>
                    <a:cubicBezTo>
                      <a:pt x="7790" y="2549"/>
                      <a:pt x="8084" y="2703"/>
                      <a:pt x="8420" y="2726"/>
                    </a:cubicBezTo>
                    <a:cubicBezTo>
                      <a:pt x="8753" y="2746"/>
                      <a:pt x="9065" y="2631"/>
                      <a:pt x="9298" y="2427"/>
                    </a:cubicBezTo>
                    <a:cubicBezTo>
                      <a:pt x="9532" y="2224"/>
                      <a:pt x="9686" y="1930"/>
                      <a:pt x="9709" y="1595"/>
                    </a:cubicBezTo>
                    <a:cubicBezTo>
                      <a:pt x="9756" y="926"/>
                      <a:pt x="9250" y="348"/>
                      <a:pt x="8578" y="305"/>
                    </a:cubicBezTo>
                    <a:close/>
                  </a:path>
                </a:pathLst>
              </a:custGeom>
              <a:solidFill>
                <a:srgbClr val="FF9BDA"/>
              </a:solidFill>
              <a:ln>
                <a:noFill/>
              </a:ln>
            </p:spPr>
            <p:txBody>
              <a:bodyPr anchorCtr="0" anchor="ctr" bIns="49600" lIns="49600" spcFirstLastPara="1" rIns="49600" wrap="square" tIns="49600">
                <a:noAutofit/>
              </a:bodyPr>
              <a:lstStyle/>
              <a:p>
                <a:pPr indent="0" lvl="0" marL="0" rtl="0" algn="l">
                  <a:spcBef>
                    <a:spcPts val="0"/>
                  </a:spcBef>
                  <a:spcAft>
                    <a:spcPts val="0"/>
                  </a:spcAft>
                  <a:buNone/>
                </a:pPr>
                <a:r>
                  <a:t/>
                </a:r>
                <a:endParaRPr/>
              </a:p>
            </p:txBody>
          </p:sp>
          <p:sp>
            <p:nvSpPr>
              <p:cNvPr id="1054" name="Google Shape;1054;p59"/>
              <p:cNvSpPr/>
              <p:nvPr/>
            </p:nvSpPr>
            <p:spPr>
              <a:xfrm>
                <a:off x="270576" y="3701013"/>
                <a:ext cx="799443" cy="724796"/>
              </a:xfrm>
              <a:custGeom>
                <a:rect b="b" l="l" r="r" t="t"/>
                <a:pathLst>
                  <a:path extrusionOk="0" h="15283" w="16857">
                    <a:moveTo>
                      <a:pt x="14493" y="0"/>
                    </a:moveTo>
                    <a:cubicBezTo>
                      <a:pt x="15653" y="1289"/>
                      <a:pt x="16445" y="2904"/>
                      <a:pt x="16725" y="4676"/>
                    </a:cubicBezTo>
                    <a:cubicBezTo>
                      <a:pt x="16272" y="4697"/>
                      <a:pt x="15859" y="4874"/>
                      <a:pt x="15534" y="5159"/>
                    </a:cubicBezTo>
                    <a:cubicBezTo>
                      <a:pt x="15160" y="5488"/>
                      <a:pt x="14911" y="5961"/>
                      <a:pt x="14874" y="6498"/>
                    </a:cubicBezTo>
                    <a:cubicBezTo>
                      <a:pt x="14839" y="7035"/>
                      <a:pt x="15026" y="7537"/>
                      <a:pt x="15355" y="7911"/>
                    </a:cubicBezTo>
                    <a:cubicBezTo>
                      <a:pt x="15645" y="8244"/>
                      <a:pt x="16048" y="8476"/>
                      <a:pt x="16509" y="8552"/>
                    </a:cubicBezTo>
                    <a:cubicBezTo>
                      <a:pt x="15478" y="12311"/>
                      <a:pt x="12131" y="15053"/>
                      <a:pt x="8187" y="15266"/>
                    </a:cubicBezTo>
                    <a:cubicBezTo>
                      <a:pt x="8195" y="15201"/>
                      <a:pt x="8201" y="15139"/>
                      <a:pt x="8207" y="15075"/>
                    </a:cubicBezTo>
                    <a:cubicBezTo>
                      <a:pt x="8244" y="14479"/>
                      <a:pt x="8039" y="13926"/>
                      <a:pt x="7677" y="13510"/>
                    </a:cubicBezTo>
                    <a:cubicBezTo>
                      <a:pt x="7313" y="13093"/>
                      <a:pt x="6790" y="12819"/>
                      <a:pt x="6196" y="12780"/>
                    </a:cubicBezTo>
                    <a:cubicBezTo>
                      <a:pt x="5602" y="12741"/>
                      <a:pt x="5047" y="12947"/>
                      <a:pt x="4631" y="13309"/>
                    </a:cubicBezTo>
                    <a:cubicBezTo>
                      <a:pt x="4288" y="13611"/>
                      <a:pt x="4043" y="14016"/>
                      <a:pt x="3942" y="14485"/>
                    </a:cubicBezTo>
                    <a:cubicBezTo>
                      <a:pt x="2320" y="13759"/>
                      <a:pt x="954" y="12583"/>
                      <a:pt x="0" y="11117"/>
                    </a:cubicBezTo>
                    <a:cubicBezTo>
                      <a:pt x="3899" y="11551"/>
                      <a:pt x="5402" y="10839"/>
                      <a:pt x="6829" y="7921"/>
                    </a:cubicBezTo>
                    <a:cubicBezTo>
                      <a:pt x="8343" y="4826"/>
                      <a:pt x="11113" y="8604"/>
                      <a:pt x="12322" y="3691"/>
                    </a:cubicBezTo>
                    <a:cubicBezTo>
                      <a:pt x="12892" y="1372"/>
                      <a:pt x="13749" y="391"/>
                      <a:pt x="14493" y="0"/>
                    </a:cubicBezTo>
                    <a:close/>
                    <a:moveTo>
                      <a:pt x="16764" y="4954"/>
                    </a:moveTo>
                    <a:cubicBezTo>
                      <a:pt x="16365" y="4966"/>
                      <a:pt x="16001" y="5120"/>
                      <a:pt x="15717" y="5367"/>
                    </a:cubicBezTo>
                    <a:cubicBezTo>
                      <a:pt x="15396" y="5649"/>
                      <a:pt x="15180" y="6056"/>
                      <a:pt x="15151" y="6513"/>
                    </a:cubicBezTo>
                    <a:cubicBezTo>
                      <a:pt x="15123" y="6973"/>
                      <a:pt x="15283" y="7403"/>
                      <a:pt x="15563" y="7724"/>
                    </a:cubicBezTo>
                    <a:cubicBezTo>
                      <a:pt x="15818" y="8014"/>
                      <a:pt x="16171" y="8217"/>
                      <a:pt x="16579" y="8277"/>
                    </a:cubicBezTo>
                    <a:cubicBezTo>
                      <a:pt x="16700" y="7771"/>
                      <a:pt x="16782" y="7251"/>
                      <a:pt x="16815" y="6714"/>
                    </a:cubicBezTo>
                    <a:cubicBezTo>
                      <a:pt x="16856" y="6118"/>
                      <a:pt x="16838" y="5528"/>
                      <a:pt x="16764" y="4954"/>
                    </a:cubicBezTo>
                    <a:close/>
                    <a:moveTo>
                      <a:pt x="7905" y="15277"/>
                    </a:moveTo>
                    <a:cubicBezTo>
                      <a:pt x="7919" y="15205"/>
                      <a:pt x="7930" y="15133"/>
                      <a:pt x="7932" y="15055"/>
                    </a:cubicBezTo>
                    <a:cubicBezTo>
                      <a:pt x="7965" y="14536"/>
                      <a:pt x="7786" y="14053"/>
                      <a:pt x="7469" y="13693"/>
                    </a:cubicBezTo>
                    <a:cubicBezTo>
                      <a:pt x="7150" y="13329"/>
                      <a:pt x="6696" y="13091"/>
                      <a:pt x="6178" y="13056"/>
                    </a:cubicBezTo>
                    <a:cubicBezTo>
                      <a:pt x="5659" y="13021"/>
                      <a:pt x="5176" y="13200"/>
                      <a:pt x="4816" y="13518"/>
                    </a:cubicBezTo>
                    <a:cubicBezTo>
                      <a:pt x="4506" y="13790"/>
                      <a:pt x="4284" y="14164"/>
                      <a:pt x="4208" y="14594"/>
                    </a:cubicBezTo>
                    <a:cubicBezTo>
                      <a:pt x="5098" y="14960"/>
                      <a:pt x="6064" y="15190"/>
                      <a:pt x="7082" y="15258"/>
                    </a:cubicBezTo>
                    <a:cubicBezTo>
                      <a:pt x="7358" y="15279"/>
                      <a:pt x="7633" y="15283"/>
                      <a:pt x="7905" y="15277"/>
                    </a:cubicBezTo>
                    <a:close/>
                  </a:path>
                </a:pathLst>
              </a:custGeom>
              <a:solidFill>
                <a:srgbClr val="FF9BDA"/>
              </a:solidFill>
              <a:ln>
                <a:noFill/>
              </a:ln>
            </p:spPr>
            <p:txBody>
              <a:bodyPr anchorCtr="0" anchor="ctr" bIns="49600" lIns="49600" spcFirstLastPara="1" rIns="49600" wrap="square" tIns="49600">
                <a:noAutofit/>
              </a:bodyPr>
              <a:lstStyle/>
              <a:p>
                <a:pPr indent="0" lvl="0" marL="0" rtl="0" algn="l">
                  <a:spcBef>
                    <a:spcPts val="0"/>
                  </a:spcBef>
                  <a:spcAft>
                    <a:spcPts val="0"/>
                  </a:spcAft>
                  <a:buNone/>
                </a:pPr>
                <a:r>
                  <a:t/>
                </a:r>
                <a:endParaRPr/>
              </a:p>
            </p:txBody>
          </p:sp>
          <p:sp>
            <p:nvSpPr>
              <p:cNvPr id="1055" name="Google Shape;1055;p59"/>
              <p:cNvSpPr/>
              <p:nvPr/>
            </p:nvSpPr>
            <p:spPr>
              <a:xfrm>
                <a:off x="731547" y="4048069"/>
                <a:ext cx="85887" cy="85697"/>
              </a:xfrm>
              <a:custGeom>
                <a:rect b="b" l="l" r="r" t="t"/>
                <a:pathLst>
                  <a:path extrusionOk="0" h="1807" w="1811">
                    <a:moveTo>
                      <a:pt x="961" y="31"/>
                    </a:moveTo>
                    <a:cubicBezTo>
                      <a:pt x="1442" y="64"/>
                      <a:pt x="1810" y="478"/>
                      <a:pt x="1777" y="959"/>
                    </a:cubicBezTo>
                    <a:cubicBezTo>
                      <a:pt x="1747" y="1440"/>
                      <a:pt x="1329" y="1806"/>
                      <a:pt x="848" y="1773"/>
                    </a:cubicBezTo>
                    <a:cubicBezTo>
                      <a:pt x="369" y="1740"/>
                      <a:pt x="1" y="1327"/>
                      <a:pt x="34" y="846"/>
                    </a:cubicBezTo>
                    <a:cubicBezTo>
                      <a:pt x="64" y="365"/>
                      <a:pt x="482" y="1"/>
                      <a:pt x="961" y="31"/>
                    </a:cubicBezTo>
                    <a:close/>
                  </a:path>
                </a:pathLst>
              </a:custGeom>
              <a:solidFill>
                <a:srgbClr val="FFFFFF"/>
              </a:solidFill>
              <a:ln>
                <a:noFill/>
              </a:ln>
            </p:spPr>
            <p:txBody>
              <a:bodyPr anchorCtr="0" anchor="ctr" bIns="49600" lIns="49600" spcFirstLastPara="1" rIns="49600" wrap="square" tIns="49600">
                <a:noAutofit/>
              </a:bodyPr>
              <a:lstStyle/>
              <a:p>
                <a:pPr indent="0" lvl="0" marL="0" rtl="0" algn="l">
                  <a:spcBef>
                    <a:spcPts val="0"/>
                  </a:spcBef>
                  <a:spcAft>
                    <a:spcPts val="0"/>
                  </a:spcAft>
                  <a:buNone/>
                </a:pPr>
                <a:r>
                  <a:t/>
                </a:r>
                <a:endParaRPr/>
              </a:p>
            </p:txBody>
          </p:sp>
        </p:grpSp>
      </p:grpSp>
      <p:grpSp>
        <p:nvGrpSpPr>
          <p:cNvPr id="1056" name="Google Shape;1056;p59"/>
          <p:cNvGrpSpPr/>
          <p:nvPr/>
        </p:nvGrpSpPr>
        <p:grpSpPr>
          <a:xfrm>
            <a:off x="6487393" y="284325"/>
            <a:ext cx="560631" cy="511352"/>
            <a:chOff x="6652154" y="3716623"/>
            <a:chExt cx="560631" cy="511352"/>
          </a:xfrm>
        </p:grpSpPr>
        <p:sp>
          <p:nvSpPr>
            <p:cNvPr id="1057" name="Google Shape;1057;p59"/>
            <p:cNvSpPr/>
            <p:nvPr/>
          </p:nvSpPr>
          <p:spPr>
            <a:xfrm>
              <a:off x="6652154" y="3716623"/>
              <a:ext cx="560631" cy="511352"/>
            </a:xfrm>
            <a:custGeom>
              <a:rect b="b" l="l" r="r" t="t"/>
              <a:pathLst>
                <a:path extrusionOk="0" h="88661" w="97163">
                  <a:moveTo>
                    <a:pt x="48942" y="1"/>
                  </a:moveTo>
                  <a:cubicBezTo>
                    <a:pt x="46560" y="1"/>
                    <a:pt x="44145" y="185"/>
                    <a:pt x="41715" y="565"/>
                  </a:cubicBezTo>
                  <a:cubicBezTo>
                    <a:pt x="16981" y="4433"/>
                    <a:pt x="0" y="27180"/>
                    <a:pt x="3779" y="51346"/>
                  </a:cubicBezTo>
                  <a:cubicBezTo>
                    <a:pt x="7187" y="73133"/>
                    <a:pt x="26312" y="88661"/>
                    <a:pt x="48182" y="88661"/>
                  </a:cubicBezTo>
                  <a:cubicBezTo>
                    <a:pt x="50571" y="88661"/>
                    <a:pt x="52993" y="88476"/>
                    <a:pt x="55431" y="88093"/>
                  </a:cubicBezTo>
                  <a:cubicBezTo>
                    <a:pt x="80165" y="84225"/>
                    <a:pt x="97163" y="61496"/>
                    <a:pt x="93366" y="37311"/>
                  </a:cubicBezTo>
                  <a:cubicBezTo>
                    <a:pt x="89958" y="15517"/>
                    <a:pt x="70820" y="1"/>
                    <a:pt x="4894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58" name="Google Shape;1058;p59"/>
            <p:cNvGrpSpPr/>
            <p:nvPr/>
          </p:nvGrpSpPr>
          <p:grpSpPr>
            <a:xfrm>
              <a:off x="6669657" y="3716715"/>
              <a:ext cx="466779" cy="464290"/>
              <a:chOff x="6669657" y="3716715"/>
              <a:chExt cx="466779" cy="464290"/>
            </a:xfrm>
          </p:grpSpPr>
          <p:sp>
            <p:nvSpPr>
              <p:cNvPr id="1059" name="Google Shape;1059;p59"/>
              <p:cNvSpPr/>
              <p:nvPr/>
            </p:nvSpPr>
            <p:spPr>
              <a:xfrm>
                <a:off x="6669657" y="3716715"/>
                <a:ext cx="386382" cy="464290"/>
              </a:xfrm>
              <a:custGeom>
                <a:rect b="b" l="l" r="r" t="t"/>
                <a:pathLst>
                  <a:path extrusionOk="0" h="80501" w="66964">
                    <a:moveTo>
                      <a:pt x="45863" y="0"/>
                    </a:moveTo>
                    <a:cubicBezTo>
                      <a:pt x="43461" y="0"/>
                      <a:pt x="41054" y="188"/>
                      <a:pt x="38663" y="566"/>
                    </a:cubicBezTo>
                    <a:cubicBezTo>
                      <a:pt x="20352" y="3441"/>
                      <a:pt x="6281" y="16660"/>
                      <a:pt x="1757" y="33161"/>
                    </a:cubicBezTo>
                    <a:lnTo>
                      <a:pt x="4081" y="32487"/>
                    </a:lnTo>
                    <a:lnTo>
                      <a:pt x="4081" y="32487"/>
                    </a:lnTo>
                    <a:cubicBezTo>
                      <a:pt x="4756" y="33871"/>
                      <a:pt x="3939" y="34971"/>
                      <a:pt x="3496" y="36213"/>
                    </a:cubicBezTo>
                    <a:cubicBezTo>
                      <a:pt x="3088" y="37384"/>
                      <a:pt x="2129" y="37207"/>
                      <a:pt x="1384" y="37295"/>
                    </a:cubicBezTo>
                    <a:cubicBezTo>
                      <a:pt x="1207" y="37313"/>
                      <a:pt x="1012" y="37348"/>
                      <a:pt x="816" y="37366"/>
                    </a:cubicBezTo>
                    <a:cubicBezTo>
                      <a:pt x="36" y="41997"/>
                      <a:pt x="0" y="46717"/>
                      <a:pt x="728" y="51348"/>
                    </a:cubicBezTo>
                    <a:cubicBezTo>
                      <a:pt x="2644" y="63591"/>
                      <a:pt x="9528" y="73847"/>
                      <a:pt x="19057" y="80501"/>
                    </a:cubicBezTo>
                    <a:cubicBezTo>
                      <a:pt x="18897" y="80217"/>
                      <a:pt x="18737" y="79950"/>
                      <a:pt x="18560" y="79684"/>
                    </a:cubicBezTo>
                    <a:cubicBezTo>
                      <a:pt x="18099" y="79010"/>
                      <a:pt x="17069" y="77928"/>
                      <a:pt x="17194" y="77768"/>
                    </a:cubicBezTo>
                    <a:cubicBezTo>
                      <a:pt x="18081" y="76703"/>
                      <a:pt x="16094" y="76632"/>
                      <a:pt x="16626" y="75834"/>
                    </a:cubicBezTo>
                    <a:cubicBezTo>
                      <a:pt x="15206" y="74876"/>
                      <a:pt x="14816" y="73652"/>
                      <a:pt x="15277" y="71948"/>
                    </a:cubicBezTo>
                    <a:cubicBezTo>
                      <a:pt x="15455" y="71292"/>
                      <a:pt x="15100" y="70529"/>
                      <a:pt x="14426" y="69854"/>
                    </a:cubicBezTo>
                    <a:cubicBezTo>
                      <a:pt x="13468" y="68896"/>
                      <a:pt x="12811" y="67601"/>
                      <a:pt x="12101" y="66394"/>
                    </a:cubicBezTo>
                    <a:cubicBezTo>
                      <a:pt x="11782" y="65862"/>
                      <a:pt x="11338" y="65152"/>
                      <a:pt x="11463" y="64620"/>
                    </a:cubicBezTo>
                    <a:cubicBezTo>
                      <a:pt x="11871" y="62739"/>
                      <a:pt x="12172" y="60734"/>
                      <a:pt x="13095" y="59102"/>
                    </a:cubicBezTo>
                    <a:cubicBezTo>
                      <a:pt x="14337" y="56919"/>
                      <a:pt x="14284" y="54914"/>
                      <a:pt x="13343" y="51969"/>
                    </a:cubicBezTo>
                    <a:lnTo>
                      <a:pt x="13343" y="51969"/>
                    </a:lnTo>
                    <a:cubicBezTo>
                      <a:pt x="12811" y="53619"/>
                      <a:pt x="11888" y="53229"/>
                      <a:pt x="11090" y="53353"/>
                    </a:cubicBezTo>
                    <a:cubicBezTo>
                      <a:pt x="10814" y="53401"/>
                      <a:pt x="10612" y="53439"/>
                      <a:pt x="10447" y="53439"/>
                    </a:cubicBezTo>
                    <a:cubicBezTo>
                      <a:pt x="9997" y="53439"/>
                      <a:pt x="9823" y="53151"/>
                      <a:pt x="9174" y="51969"/>
                    </a:cubicBezTo>
                    <a:cubicBezTo>
                      <a:pt x="7861" y="50763"/>
                      <a:pt x="6619" y="49485"/>
                      <a:pt x="5447" y="48136"/>
                    </a:cubicBezTo>
                    <a:cubicBezTo>
                      <a:pt x="5270" y="47853"/>
                      <a:pt x="5146" y="47551"/>
                      <a:pt x="5110" y="47214"/>
                    </a:cubicBezTo>
                    <a:cubicBezTo>
                      <a:pt x="4862" y="45759"/>
                      <a:pt x="4649" y="44304"/>
                      <a:pt x="4773" y="42796"/>
                    </a:cubicBezTo>
                    <a:lnTo>
                      <a:pt x="4773" y="42796"/>
                    </a:lnTo>
                    <a:lnTo>
                      <a:pt x="9653" y="51756"/>
                    </a:lnTo>
                    <a:cubicBezTo>
                      <a:pt x="11924" y="50745"/>
                      <a:pt x="13680" y="49201"/>
                      <a:pt x="15650" y="47995"/>
                    </a:cubicBezTo>
                    <a:cubicBezTo>
                      <a:pt x="17034" y="47161"/>
                      <a:pt x="17584" y="45954"/>
                      <a:pt x="18045" y="44606"/>
                    </a:cubicBezTo>
                    <a:cubicBezTo>
                      <a:pt x="18205" y="44109"/>
                      <a:pt x="18329" y="43594"/>
                      <a:pt x="18436" y="43080"/>
                    </a:cubicBezTo>
                    <a:lnTo>
                      <a:pt x="15597" y="40542"/>
                    </a:lnTo>
                    <a:lnTo>
                      <a:pt x="15224" y="41749"/>
                    </a:lnTo>
                    <a:cubicBezTo>
                      <a:pt x="14000" y="41092"/>
                      <a:pt x="12793" y="40507"/>
                      <a:pt x="11640" y="39833"/>
                    </a:cubicBezTo>
                    <a:cubicBezTo>
                      <a:pt x="10593" y="39212"/>
                      <a:pt x="10433" y="38395"/>
                      <a:pt x="11374" y="37082"/>
                    </a:cubicBezTo>
                    <a:lnTo>
                      <a:pt x="11374" y="37082"/>
                    </a:lnTo>
                    <a:cubicBezTo>
                      <a:pt x="12448" y="38789"/>
                      <a:pt x="13681" y="39825"/>
                      <a:pt x="15346" y="39825"/>
                    </a:cubicBezTo>
                    <a:cubicBezTo>
                      <a:pt x="15689" y="39825"/>
                      <a:pt x="16049" y="39781"/>
                      <a:pt x="16431" y="39691"/>
                    </a:cubicBezTo>
                    <a:cubicBezTo>
                      <a:pt x="16437" y="39689"/>
                      <a:pt x="16444" y="39688"/>
                      <a:pt x="16450" y="39688"/>
                    </a:cubicBezTo>
                    <a:cubicBezTo>
                      <a:pt x="16592" y="39688"/>
                      <a:pt x="16795" y="40029"/>
                      <a:pt x="16998" y="40063"/>
                    </a:cubicBezTo>
                    <a:cubicBezTo>
                      <a:pt x="17810" y="40257"/>
                      <a:pt x="18605" y="40492"/>
                      <a:pt x="19428" y="40492"/>
                    </a:cubicBezTo>
                    <a:cubicBezTo>
                      <a:pt x="19811" y="40492"/>
                      <a:pt x="20200" y="40441"/>
                      <a:pt x="20600" y="40312"/>
                    </a:cubicBezTo>
                    <a:cubicBezTo>
                      <a:pt x="21150" y="40152"/>
                      <a:pt x="21718" y="40045"/>
                      <a:pt x="22304" y="40010"/>
                    </a:cubicBezTo>
                    <a:cubicBezTo>
                      <a:pt x="24003" y="41489"/>
                      <a:pt x="25144" y="42940"/>
                      <a:pt x="27015" y="42940"/>
                    </a:cubicBezTo>
                    <a:cubicBezTo>
                      <a:pt x="27253" y="42940"/>
                      <a:pt x="27504" y="42917"/>
                      <a:pt x="27769" y="42867"/>
                    </a:cubicBezTo>
                    <a:cubicBezTo>
                      <a:pt x="27999" y="44251"/>
                      <a:pt x="27875" y="45564"/>
                      <a:pt x="28407" y="46486"/>
                    </a:cubicBezTo>
                    <a:cubicBezTo>
                      <a:pt x="29614" y="48616"/>
                      <a:pt x="31158" y="50532"/>
                      <a:pt x="32701" y="52732"/>
                    </a:cubicBezTo>
                    <a:lnTo>
                      <a:pt x="34600" y="50425"/>
                    </a:lnTo>
                    <a:lnTo>
                      <a:pt x="34103" y="47196"/>
                    </a:lnTo>
                    <a:cubicBezTo>
                      <a:pt x="34972" y="46096"/>
                      <a:pt x="36268" y="45173"/>
                      <a:pt x="36286" y="44251"/>
                    </a:cubicBezTo>
                    <a:cubicBezTo>
                      <a:pt x="36303" y="42707"/>
                      <a:pt x="38503" y="42955"/>
                      <a:pt x="38202" y="41394"/>
                    </a:cubicBezTo>
                    <a:cubicBezTo>
                      <a:pt x="38184" y="41305"/>
                      <a:pt x="39604" y="40986"/>
                      <a:pt x="40313" y="40702"/>
                    </a:cubicBezTo>
                    <a:cubicBezTo>
                      <a:pt x="40650" y="40560"/>
                      <a:pt x="40899" y="40223"/>
                      <a:pt x="41378" y="39797"/>
                    </a:cubicBezTo>
                    <a:lnTo>
                      <a:pt x="44785" y="44978"/>
                    </a:lnTo>
                    <a:lnTo>
                      <a:pt x="46630" y="43914"/>
                    </a:lnTo>
                    <a:cubicBezTo>
                      <a:pt x="47553" y="45102"/>
                      <a:pt x="46754" y="46699"/>
                      <a:pt x="48067" y="47480"/>
                    </a:cubicBezTo>
                    <a:cubicBezTo>
                      <a:pt x="47020" y="50124"/>
                      <a:pt x="48741" y="51508"/>
                      <a:pt x="50445" y="52980"/>
                    </a:cubicBezTo>
                    <a:cubicBezTo>
                      <a:pt x="50764" y="53247"/>
                      <a:pt x="50640" y="54010"/>
                      <a:pt x="50746" y="54684"/>
                    </a:cubicBezTo>
                    <a:cubicBezTo>
                      <a:pt x="49546" y="54279"/>
                      <a:pt x="48739" y="53108"/>
                      <a:pt x="47515" y="53108"/>
                    </a:cubicBezTo>
                    <a:cubicBezTo>
                      <a:pt x="47074" y="53108"/>
                      <a:pt x="46579" y="53260"/>
                      <a:pt x="45991" y="53655"/>
                    </a:cubicBezTo>
                    <a:cubicBezTo>
                      <a:pt x="46130" y="53637"/>
                      <a:pt x="46261" y="53629"/>
                      <a:pt x="46385" y="53629"/>
                    </a:cubicBezTo>
                    <a:cubicBezTo>
                      <a:pt x="47902" y="53629"/>
                      <a:pt x="48314" y="54868"/>
                      <a:pt x="48954" y="55606"/>
                    </a:cubicBezTo>
                    <a:cubicBezTo>
                      <a:pt x="49646" y="56387"/>
                      <a:pt x="51119" y="56937"/>
                      <a:pt x="50782" y="58712"/>
                    </a:cubicBezTo>
                    <a:cubicBezTo>
                      <a:pt x="50925" y="58653"/>
                      <a:pt x="51063" y="58628"/>
                      <a:pt x="51196" y="58628"/>
                    </a:cubicBezTo>
                    <a:cubicBezTo>
                      <a:pt x="52116" y="58628"/>
                      <a:pt x="52822" y="59846"/>
                      <a:pt x="53828" y="59846"/>
                    </a:cubicBezTo>
                    <a:cubicBezTo>
                      <a:pt x="54135" y="59846"/>
                      <a:pt x="54469" y="59733"/>
                      <a:pt x="54845" y="59439"/>
                    </a:cubicBezTo>
                    <a:lnTo>
                      <a:pt x="55431" y="57026"/>
                    </a:lnTo>
                    <a:cubicBezTo>
                      <a:pt x="55147" y="56955"/>
                      <a:pt x="54863" y="56902"/>
                      <a:pt x="54579" y="56849"/>
                    </a:cubicBezTo>
                    <a:cubicBezTo>
                      <a:pt x="53053" y="56760"/>
                      <a:pt x="51385" y="55819"/>
                      <a:pt x="51793" y="55269"/>
                    </a:cubicBezTo>
                    <a:lnTo>
                      <a:pt x="52787" y="54844"/>
                    </a:lnTo>
                    <a:lnTo>
                      <a:pt x="52414" y="52501"/>
                    </a:lnTo>
                    <a:cubicBezTo>
                      <a:pt x="48866" y="49893"/>
                      <a:pt x="48440" y="48917"/>
                      <a:pt x="49770" y="46291"/>
                    </a:cubicBezTo>
                    <a:lnTo>
                      <a:pt x="49770" y="46291"/>
                    </a:lnTo>
                    <a:cubicBezTo>
                      <a:pt x="50462" y="46859"/>
                      <a:pt x="51208" y="47338"/>
                      <a:pt x="51775" y="47977"/>
                    </a:cubicBezTo>
                    <a:cubicBezTo>
                      <a:pt x="52326" y="48562"/>
                      <a:pt x="52698" y="49325"/>
                      <a:pt x="53088" y="49929"/>
                    </a:cubicBezTo>
                    <a:lnTo>
                      <a:pt x="55821" y="46948"/>
                    </a:lnTo>
                    <a:lnTo>
                      <a:pt x="55200" y="42955"/>
                    </a:lnTo>
                    <a:lnTo>
                      <a:pt x="52805" y="41447"/>
                    </a:lnTo>
                    <a:lnTo>
                      <a:pt x="53585" y="38253"/>
                    </a:lnTo>
                    <a:lnTo>
                      <a:pt x="55111" y="39229"/>
                    </a:lnTo>
                    <a:cubicBezTo>
                      <a:pt x="55111" y="40045"/>
                      <a:pt x="55111" y="40542"/>
                      <a:pt x="55111" y="41039"/>
                    </a:cubicBezTo>
                    <a:lnTo>
                      <a:pt x="56300" y="41021"/>
                    </a:lnTo>
                    <a:lnTo>
                      <a:pt x="56034" y="38466"/>
                    </a:lnTo>
                    <a:cubicBezTo>
                      <a:pt x="59778" y="37011"/>
                      <a:pt x="60754" y="35876"/>
                      <a:pt x="62546" y="30925"/>
                    </a:cubicBezTo>
                    <a:lnTo>
                      <a:pt x="59370" y="25407"/>
                    </a:lnTo>
                    <a:lnTo>
                      <a:pt x="60754" y="24609"/>
                    </a:lnTo>
                    <a:cubicBezTo>
                      <a:pt x="60620" y="24079"/>
                      <a:pt x="60336" y="23926"/>
                      <a:pt x="59999" y="23926"/>
                    </a:cubicBezTo>
                    <a:cubicBezTo>
                      <a:pt x="59536" y="23926"/>
                      <a:pt x="58975" y="24215"/>
                      <a:pt x="58567" y="24215"/>
                    </a:cubicBezTo>
                    <a:cubicBezTo>
                      <a:pt x="58326" y="24215"/>
                      <a:pt x="58138" y="24114"/>
                      <a:pt x="58057" y="23792"/>
                    </a:cubicBezTo>
                    <a:lnTo>
                      <a:pt x="59316" y="21344"/>
                    </a:lnTo>
                    <a:lnTo>
                      <a:pt x="60062" y="22692"/>
                    </a:lnTo>
                    <a:lnTo>
                      <a:pt x="61286" y="21858"/>
                    </a:lnTo>
                    <a:lnTo>
                      <a:pt x="63504" y="23775"/>
                    </a:lnTo>
                    <a:lnTo>
                      <a:pt x="64178" y="27040"/>
                    </a:lnTo>
                    <a:cubicBezTo>
                      <a:pt x="64959" y="25993"/>
                      <a:pt x="65598" y="25478"/>
                      <a:pt x="65775" y="24822"/>
                    </a:cubicBezTo>
                    <a:cubicBezTo>
                      <a:pt x="66201" y="23367"/>
                      <a:pt x="64356" y="23225"/>
                      <a:pt x="64089" y="22515"/>
                    </a:cubicBezTo>
                    <a:lnTo>
                      <a:pt x="64444" y="18647"/>
                    </a:lnTo>
                    <a:cubicBezTo>
                      <a:pt x="66520" y="17955"/>
                      <a:pt x="66538" y="17902"/>
                      <a:pt x="66609" y="16305"/>
                    </a:cubicBezTo>
                    <a:cubicBezTo>
                      <a:pt x="66698" y="14229"/>
                      <a:pt x="66840" y="12171"/>
                      <a:pt x="66964" y="10059"/>
                    </a:cubicBezTo>
                    <a:cubicBezTo>
                      <a:pt x="65951" y="8994"/>
                      <a:pt x="64617" y="8884"/>
                      <a:pt x="63235" y="8884"/>
                    </a:cubicBezTo>
                    <a:cubicBezTo>
                      <a:pt x="62876" y="8884"/>
                      <a:pt x="62514" y="8891"/>
                      <a:pt x="62153" y="8891"/>
                    </a:cubicBezTo>
                    <a:cubicBezTo>
                      <a:pt x="62029" y="8891"/>
                      <a:pt x="61906" y="8890"/>
                      <a:pt x="61783" y="8888"/>
                    </a:cubicBezTo>
                    <a:cubicBezTo>
                      <a:pt x="61978" y="8001"/>
                      <a:pt x="62209" y="7362"/>
                      <a:pt x="62262" y="6741"/>
                    </a:cubicBezTo>
                    <a:cubicBezTo>
                      <a:pt x="62297" y="6102"/>
                      <a:pt x="62173" y="5464"/>
                      <a:pt x="62120" y="4701"/>
                    </a:cubicBezTo>
                    <a:lnTo>
                      <a:pt x="65119" y="4239"/>
                    </a:lnTo>
                    <a:cubicBezTo>
                      <a:pt x="59052" y="1427"/>
                      <a:pt x="52479" y="0"/>
                      <a:pt x="4586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59"/>
              <p:cNvSpPr/>
              <p:nvPr/>
            </p:nvSpPr>
            <p:spPr>
              <a:xfrm>
                <a:off x="7010819" y="4061082"/>
                <a:ext cx="117645" cy="102137"/>
              </a:xfrm>
              <a:custGeom>
                <a:rect b="b" l="l" r="r" t="t"/>
                <a:pathLst>
                  <a:path extrusionOk="0" h="17709" w="20389">
                    <a:moveTo>
                      <a:pt x="17567" y="0"/>
                    </a:moveTo>
                    <a:lnTo>
                      <a:pt x="17567" y="0"/>
                    </a:lnTo>
                    <a:cubicBezTo>
                      <a:pt x="17070" y="1331"/>
                      <a:pt x="16644" y="2697"/>
                      <a:pt x="16307" y="4081"/>
                    </a:cubicBezTo>
                    <a:cubicBezTo>
                      <a:pt x="16278" y="4199"/>
                      <a:pt x="16114" y="4268"/>
                      <a:pt x="16100" y="4268"/>
                    </a:cubicBezTo>
                    <a:cubicBezTo>
                      <a:pt x="16097" y="4268"/>
                      <a:pt x="16100" y="4265"/>
                      <a:pt x="16112" y="4259"/>
                    </a:cubicBezTo>
                    <a:lnTo>
                      <a:pt x="13912" y="3034"/>
                    </a:lnTo>
                    <a:lnTo>
                      <a:pt x="14391" y="1437"/>
                    </a:lnTo>
                    <a:lnTo>
                      <a:pt x="12617" y="337"/>
                    </a:lnTo>
                    <a:cubicBezTo>
                      <a:pt x="12563" y="2112"/>
                      <a:pt x="10416" y="1970"/>
                      <a:pt x="10523" y="3655"/>
                    </a:cubicBezTo>
                    <a:cubicBezTo>
                      <a:pt x="10523" y="3709"/>
                      <a:pt x="10239" y="3797"/>
                      <a:pt x="10079" y="3815"/>
                    </a:cubicBezTo>
                    <a:cubicBezTo>
                      <a:pt x="8287" y="4028"/>
                      <a:pt x="8553" y="4418"/>
                      <a:pt x="7276" y="5305"/>
                    </a:cubicBezTo>
                    <a:cubicBezTo>
                      <a:pt x="5785" y="6352"/>
                      <a:pt x="5466" y="8730"/>
                      <a:pt x="3017" y="8765"/>
                    </a:cubicBezTo>
                    <a:cubicBezTo>
                      <a:pt x="2166" y="8783"/>
                      <a:pt x="1154" y="9919"/>
                      <a:pt x="569" y="10770"/>
                    </a:cubicBezTo>
                    <a:cubicBezTo>
                      <a:pt x="178" y="11356"/>
                      <a:pt x="1" y="12705"/>
                      <a:pt x="374" y="13095"/>
                    </a:cubicBezTo>
                    <a:cubicBezTo>
                      <a:pt x="1687" y="14443"/>
                      <a:pt x="746" y="15810"/>
                      <a:pt x="569" y="17708"/>
                    </a:cubicBezTo>
                    <a:cubicBezTo>
                      <a:pt x="3337" y="16519"/>
                      <a:pt x="5839" y="15668"/>
                      <a:pt x="8074" y="14213"/>
                    </a:cubicBezTo>
                    <a:lnTo>
                      <a:pt x="10558" y="15934"/>
                    </a:lnTo>
                    <a:lnTo>
                      <a:pt x="9866" y="17336"/>
                    </a:lnTo>
                    <a:cubicBezTo>
                      <a:pt x="11960" y="17300"/>
                      <a:pt x="13592" y="16998"/>
                      <a:pt x="14710" y="15508"/>
                    </a:cubicBezTo>
                    <a:cubicBezTo>
                      <a:pt x="16094" y="13645"/>
                      <a:pt x="17585" y="11835"/>
                      <a:pt x="18773" y="9866"/>
                    </a:cubicBezTo>
                    <a:cubicBezTo>
                      <a:pt x="19590" y="8482"/>
                      <a:pt x="20388" y="6885"/>
                      <a:pt x="18862" y="5305"/>
                    </a:cubicBezTo>
                    <a:cubicBezTo>
                      <a:pt x="18596" y="5039"/>
                      <a:pt x="18330" y="4330"/>
                      <a:pt x="18472" y="4099"/>
                    </a:cubicBezTo>
                    <a:cubicBezTo>
                      <a:pt x="19732" y="2307"/>
                      <a:pt x="17372" y="1491"/>
                      <a:pt x="1756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59"/>
              <p:cNvSpPr/>
              <p:nvPr/>
            </p:nvSpPr>
            <p:spPr>
              <a:xfrm>
                <a:off x="6995058" y="4000087"/>
                <a:ext cx="41059" cy="51071"/>
              </a:xfrm>
              <a:custGeom>
                <a:rect b="b" l="l" r="r" t="t"/>
                <a:pathLst>
                  <a:path extrusionOk="0" h="8855" w="7116">
                    <a:moveTo>
                      <a:pt x="5359" y="0"/>
                    </a:moveTo>
                    <a:cubicBezTo>
                      <a:pt x="4649" y="976"/>
                      <a:pt x="3993" y="1774"/>
                      <a:pt x="3460" y="2644"/>
                    </a:cubicBezTo>
                    <a:cubicBezTo>
                      <a:pt x="2910" y="3513"/>
                      <a:pt x="1455" y="3638"/>
                      <a:pt x="1828" y="5181"/>
                    </a:cubicBezTo>
                    <a:cubicBezTo>
                      <a:pt x="1354" y="4803"/>
                      <a:pt x="1037" y="4660"/>
                      <a:pt x="815" y="4660"/>
                    </a:cubicBezTo>
                    <a:cubicBezTo>
                      <a:pt x="256" y="4660"/>
                      <a:pt x="305" y="5571"/>
                      <a:pt x="1" y="5926"/>
                    </a:cubicBezTo>
                    <a:cubicBezTo>
                      <a:pt x="1136" y="7417"/>
                      <a:pt x="1438" y="7577"/>
                      <a:pt x="5412" y="8854"/>
                    </a:cubicBezTo>
                    <a:cubicBezTo>
                      <a:pt x="5590" y="7896"/>
                      <a:pt x="5625" y="7239"/>
                      <a:pt x="5820" y="6636"/>
                    </a:cubicBezTo>
                    <a:cubicBezTo>
                      <a:pt x="6033" y="6015"/>
                      <a:pt x="6335" y="5430"/>
                      <a:pt x="6708" y="4880"/>
                    </a:cubicBezTo>
                    <a:cubicBezTo>
                      <a:pt x="7116" y="4294"/>
                      <a:pt x="5696" y="4170"/>
                      <a:pt x="6459" y="3354"/>
                    </a:cubicBezTo>
                    <a:cubicBezTo>
                      <a:pt x="6849" y="2928"/>
                      <a:pt x="6637" y="1686"/>
                      <a:pt x="6778" y="1384"/>
                    </a:cubicBezTo>
                    <a:cubicBezTo>
                      <a:pt x="6832" y="1224"/>
                      <a:pt x="6867" y="1047"/>
                      <a:pt x="6885" y="870"/>
                    </a:cubicBezTo>
                    <a:lnTo>
                      <a:pt x="5359"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59"/>
              <p:cNvSpPr/>
              <p:nvPr/>
            </p:nvSpPr>
            <p:spPr>
              <a:xfrm>
                <a:off x="7078892" y="4018504"/>
                <a:ext cx="57544" cy="36030"/>
              </a:xfrm>
              <a:custGeom>
                <a:rect b="b" l="l" r="r" t="t"/>
                <a:pathLst>
                  <a:path extrusionOk="0" h="6247" w="9973">
                    <a:moveTo>
                      <a:pt x="0" y="1"/>
                    </a:moveTo>
                    <a:lnTo>
                      <a:pt x="266" y="1722"/>
                    </a:lnTo>
                    <a:lnTo>
                      <a:pt x="1668" y="1970"/>
                    </a:lnTo>
                    <a:lnTo>
                      <a:pt x="870" y="3177"/>
                    </a:lnTo>
                    <a:cubicBezTo>
                      <a:pt x="1300" y="3058"/>
                      <a:pt x="1704" y="3001"/>
                      <a:pt x="2079" y="3001"/>
                    </a:cubicBezTo>
                    <a:cubicBezTo>
                      <a:pt x="3221" y="3001"/>
                      <a:pt x="4106" y="3533"/>
                      <a:pt x="4720" y="4508"/>
                    </a:cubicBezTo>
                    <a:cubicBezTo>
                      <a:pt x="5319" y="5452"/>
                      <a:pt x="5558" y="5867"/>
                      <a:pt x="5945" y="5867"/>
                    </a:cubicBezTo>
                    <a:cubicBezTo>
                      <a:pt x="6235" y="5867"/>
                      <a:pt x="6607" y="5635"/>
                      <a:pt x="7275" y="5218"/>
                    </a:cubicBezTo>
                    <a:cubicBezTo>
                      <a:pt x="7453" y="5111"/>
                      <a:pt x="7648" y="5058"/>
                      <a:pt x="7861" y="5022"/>
                    </a:cubicBezTo>
                    <a:lnTo>
                      <a:pt x="9564" y="6247"/>
                    </a:lnTo>
                    <a:lnTo>
                      <a:pt x="9972" y="5679"/>
                    </a:lnTo>
                    <a:cubicBezTo>
                      <a:pt x="9582" y="4809"/>
                      <a:pt x="9262" y="3887"/>
                      <a:pt x="8819" y="3035"/>
                    </a:cubicBezTo>
                    <a:cubicBezTo>
                      <a:pt x="8151" y="1821"/>
                      <a:pt x="7070" y="1194"/>
                      <a:pt x="5857" y="1194"/>
                    </a:cubicBezTo>
                    <a:cubicBezTo>
                      <a:pt x="5138" y="1194"/>
                      <a:pt x="4373" y="1415"/>
                      <a:pt x="3620" y="1864"/>
                    </a:cubicBezTo>
                    <a:cubicBezTo>
                      <a:pt x="3336" y="2024"/>
                      <a:pt x="3052" y="2166"/>
                      <a:pt x="2644" y="2396"/>
                    </a:cubicBezTo>
                    <a:lnTo>
                      <a:pt x="1970" y="462"/>
                    </a:lnTo>
                    <a:lnTo>
                      <a:pt x="0"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59"/>
              <p:cNvSpPr/>
              <p:nvPr/>
            </p:nvSpPr>
            <p:spPr>
              <a:xfrm>
                <a:off x="7051663" y="3806456"/>
                <a:ext cx="38503" cy="70819"/>
              </a:xfrm>
              <a:custGeom>
                <a:rect b="b" l="l" r="r" t="t"/>
                <a:pathLst>
                  <a:path extrusionOk="0" h="12279" w="6673">
                    <a:moveTo>
                      <a:pt x="6672" y="1"/>
                    </a:moveTo>
                    <a:lnTo>
                      <a:pt x="6672" y="1"/>
                    </a:lnTo>
                    <a:cubicBezTo>
                      <a:pt x="6223" y="198"/>
                      <a:pt x="5784" y="260"/>
                      <a:pt x="5357" y="260"/>
                    </a:cubicBezTo>
                    <a:cubicBezTo>
                      <a:pt x="4670" y="260"/>
                      <a:pt x="4013" y="100"/>
                      <a:pt x="3390" y="89"/>
                    </a:cubicBezTo>
                    <a:lnTo>
                      <a:pt x="3088" y="2786"/>
                    </a:lnTo>
                    <a:lnTo>
                      <a:pt x="4809" y="5164"/>
                    </a:lnTo>
                    <a:lnTo>
                      <a:pt x="1" y="10771"/>
                    </a:lnTo>
                    <a:lnTo>
                      <a:pt x="1083" y="12279"/>
                    </a:lnTo>
                    <a:lnTo>
                      <a:pt x="6388" y="7772"/>
                    </a:lnTo>
                    <a:cubicBezTo>
                      <a:pt x="4454" y="6495"/>
                      <a:pt x="6175" y="3709"/>
                      <a:pt x="4383" y="2502"/>
                    </a:cubicBezTo>
                    <a:lnTo>
                      <a:pt x="6672"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59"/>
              <p:cNvSpPr/>
              <p:nvPr/>
            </p:nvSpPr>
            <p:spPr>
              <a:xfrm>
                <a:off x="6984824" y="4061618"/>
                <a:ext cx="42081" cy="8893"/>
              </a:xfrm>
              <a:custGeom>
                <a:rect b="b" l="l" r="r" t="t"/>
                <a:pathLst>
                  <a:path extrusionOk="0" h="1542" w="7293">
                    <a:moveTo>
                      <a:pt x="4286" y="0"/>
                    </a:moveTo>
                    <a:cubicBezTo>
                      <a:pt x="2949" y="0"/>
                      <a:pt x="1596" y="367"/>
                      <a:pt x="0" y="510"/>
                    </a:cubicBezTo>
                    <a:cubicBezTo>
                      <a:pt x="787" y="973"/>
                      <a:pt x="1302" y="1542"/>
                      <a:pt x="1738" y="1542"/>
                    </a:cubicBezTo>
                    <a:cubicBezTo>
                      <a:pt x="1970" y="1542"/>
                      <a:pt x="2179" y="1380"/>
                      <a:pt x="2396" y="954"/>
                    </a:cubicBezTo>
                    <a:cubicBezTo>
                      <a:pt x="2708" y="1325"/>
                      <a:pt x="3056" y="1432"/>
                      <a:pt x="3417" y="1432"/>
                    </a:cubicBezTo>
                    <a:cubicBezTo>
                      <a:pt x="3816" y="1432"/>
                      <a:pt x="4231" y="1302"/>
                      <a:pt x="4631" y="1256"/>
                    </a:cubicBezTo>
                    <a:cubicBezTo>
                      <a:pt x="5394" y="1149"/>
                      <a:pt x="6157" y="1025"/>
                      <a:pt x="7293" y="830"/>
                    </a:cubicBezTo>
                    <a:cubicBezTo>
                      <a:pt x="6240" y="198"/>
                      <a:pt x="5268" y="0"/>
                      <a:pt x="428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59"/>
              <p:cNvSpPr/>
              <p:nvPr/>
            </p:nvSpPr>
            <p:spPr>
              <a:xfrm>
                <a:off x="7035181" y="4030478"/>
                <a:ext cx="15469" cy="21703"/>
              </a:xfrm>
              <a:custGeom>
                <a:rect b="b" l="l" r="r" t="t"/>
                <a:pathLst>
                  <a:path extrusionOk="0" h="3763" w="2681">
                    <a:moveTo>
                      <a:pt x="2662" y="1"/>
                    </a:moveTo>
                    <a:cubicBezTo>
                      <a:pt x="19" y="675"/>
                      <a:pt x="1" y="764"/>
                      <a:pt x="1012" y="3763"/>
                    </a:cubicBezTo>
                    <a:lnTo>
                      <a:pt x="1491" y="2148"/>
                    </a:lnTo>
                    <a:lnTo>
                      <a:pt x="2201" y="3408"/>
                    </a:lnTo>
                    <a:lnTo>
                      <a:pt x="2680" y="3372"/>
                    </a:lnTo>
                    <a:cubicBezTo>
                      <a:pt x="2574" y="2840"/>
                      <a:pt x="2485" y="2308"/>
                      <a:pt x="2450" y="1758"/>
                    </a:cubicBezTo>
                    <a:cubicBezTo>
                      <a:pt x="2485" y="1172"/>
                      <a:pt x="2556" y="586"/>
                      <a:pt x="266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59"/>
              <p:cNvSpPr/>
              <p:nvPr/>
            </p:nvSpPr>
            <p:spPr>
              <a:xfrm>
                <a:off x="7045011" y="3983609"/>
                <a:ext cx="19047" cy="18121"/>
              </a:xfrm>
              <a:custGeom>
                <a:rect b="b" l="l" r="r" t="t"/>
                <a:pathLst>
                  <a:path extrusionOk="0" h="3142" w="3301">
                    <a:moveTo>
                      <a:pt x="3301" y="0"/>
                    </a:moveTo>
                    <a:lnTo>
                      <a:pt x="0" y="1455"/>
                    </a:lnTo>
                    <a:lnTo>
                      <a:pt x="550" y="2520"/>
                    </a:lnTo>
                    <a:lnTo>
                      <a:pt x="1154" y="1793"/>
                    </a:lnTo>
                    <a:lnTo>
                      <a:pt x="2804" y="3141"/>
                    </a:lnTo>
                    <a:lnTo>
                      <a:pt x="3301"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59"/>
              <p:cNvSpPr/>
              <p:nvPr/>
            </p:nvSpPr>
            <p:spPr>
              <a:xfrm>
                <a:off x="7034362" y="3943182"/>
                <a:ext cx="9734" cy="24570"/>
              </a:xfrm>
              <a:custGeom>
                <a:rect b="b" l="l" r="r" t="t"/>
                <a:pathLst>
                  <a:path extrusionOk="0" h="4260" w="1687">
                    <a:moveTo>
                      <a:pt x="249" y="1"/>
                    </a:moveTo>
                    <a:cubicBezTo>
                      <a:pt x="1" y="2627"/>
                      <a:pt x="1" y="2627"/>
                      <a:pt x="977" y="4259"/>
                    </a:cubicBezTo>
                    <a:cubicBezTo>
                      <a:pt x="1687" y="1261"/>
                      <a:pt x="1687" y="1261"/>
                      <a:pt x="249"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59"/>
              <p:cNvSpPr/>
              <p:nvPr/>
            </p:nvSpPr>
            <p:spPr>
              <a:xfrm>
                <a:off x="6724214" y="4015234"/>
                <a:ext cx="1131" cy="513"/>
              </a:xfrm>
              <a:custGeom>
                <a:rect b="b" l="l" r="r" t="t"/>
                <a:pathLst>
                  <a:path extrusionOk="0" h="89" w="196">
                    <a:moveTo>
                      <a:pt x="196" y="0"/>
                    </a:moveTo>
                    <a:lnTo>
                      <a:pt x="1" y="89"/>
                    </a:lnTo>
                    <a:lnTo>
                      <a:pt x="1" y="89"/>
                    </a:lnTo>
                    <a:lnTo>
                      <a:pt x="196" y="18"/>
                    </a:lnTo>
                    <a:lnTo>
                      <a:pt x="196"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59"/>
              <p:cNvSpPr/>
              <p:nvPr/>
            </p:nvSpPr>
            <p:spPr>
              <a:xfrm>
                <a:off x="7071623" y="3755083"/>
                <a:ext cx="16589" cy="16380"/>
              </a:xfrm>
              <a:custGeom>
                <a:rect b="b" l="l" r="r" t="t"/>
                <a:pathLst>
                  <a:path extrusionOk="0" h="2840" w="2875">
                    <a:moveTo>
                      <a:pt x="1" y="0"/>
                    </a:moveTo>
                    <a:lnTo>
                      <a:pt x="1" y="0"/>
                    </a:lnTo>
                    <a:cubicBezTo>
                      <a:pt x="835" y="1029"/>
                      <a:pt x="1739" y="1970"/>
                      <a:pt x="2733" y="2839"/>
                    </a:cubicBezTo>
                    <a:cubicBezTo>
                      <a:pt x="2840" y="2520"/>
                      <a:pt x="2875" y="2201"/>
                      <a:pt x="2822" y="1881"/>
                    </a:cubicBezTo>
                    <a:cubicBezTo>
                      <a:pt x="1899" y="1225"/>
                      <a:pt x="959" y="604"/>
                      <a:pt x="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59"/>
              <p:cNvSpPr/>
              <p:nvPr/>
            </p:nvSpPr>
            <p:spPr>
              <a:xfrm>
                <a:off x="6722575" y="4015741"/>
                <a:ext cx="1541" cy="727"/>
              </a:xfrm>
              <a:custGeom>
                <a:rect b="b" l="l" r="r" t="t"/>
                <a:pathLst>
                  <a:path extrusionOk="0" h="126" w="267">
                    <a:moveTo>
                      <a:pt x="267" y="1"/>
                    </a:moveTo>
                    <a:cubicBezTo>
                      <a:pt x="178" y="36"/>
                      <a:pt x="89" y="72"/>
                      <a:pt x="1" y="125"/>
                    </a:cubicBezTo>
                    <a:cubicBezTo>
                      <a:pt x="107" y="90"/>
                      <a:pt x="178" y="36"/>
                      <a:pt x="26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59"/>
              <p:cNvSpPr/>
              <p:nvPr/>
            </p:nvSpPr>
            <p:spPr>
              <a:xfrm>
                <a:off x="6772321" y="4116142"/>
                <a:ext cx="30927" cy="46769"/>
              </a:xfrm>
              <a:custGeom>
                <a:rect b="b" l="l" r="r" t="t"/>
                <a:pathLst>
                  <a:path extrusionOk="0" h="8109" w="5360">
                    <a:moveTo>
                      <a:pt x="1828" y="0"/>
                    </a:moveTo>
                    <a:lnTo>
                      <a:pt x="1" y="2946"/>
                    </a:lnTo>
                    <a:cubicBezTo>
                      <a:pt x="444" y="3762"/>
                      <a:pt x="1030" y="4738"/>
                      <a:pt x="1527" y="5785"/>
                    </a:cubicBezTo>
                    <a:cubicBezTo>
                      <a:pt x="2308" y="7328"/>
                      <a:pt x="3479" y="8091"/>
                      <a:pt x="5359" y="8109"/>
                    </a:cubicBezTo>
                    <a:cubicBezTo>
                      <a:pt x="4667" y="6689"/>
                      <a:pt x="3993" y="5625"/>
                      <a:pt x="3798" y="4205"/>
                    </a:cubicBezTo>
                    <a:cubicBezTo>
                      <a:pt x="3621" y="2768"/>
                      <a:pt x="2574" y="1491"/>
                      <a:pt x="1828"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75" name="Shape 1075"/>
        <p:cNvGrpSpPr/>
        <p:nvPr/>
      </p:nvGrpSpPr>
      <p:grpSpPr>
        <a:xfrm>
          <a:off x="0" y="0"/>
          <a:ext cx="0" cy="0"/>
          <a:chOff x="0" y="0"/>
          <a:chExt cx="0" cy="0"/>
        </a:xfrm>
      </p:grpSpPr>
      <p:grpSp>
        <p:nvGrpSpPr>
          <p:cNvPr id="1076" name="Google Shape;1076;p60"/>
          <p:cNvGrpSpPr/>
          <p:nvPr/>
        </p:nvGrpSpPr>
        <p:grpSpPr>
          <a:xfrm>
            <a:off x="2895059" y="302950"/>
            <a:ext cx="3353893" cy="586550"/>
            <a:chOff x="2207625" y="1533513"/>
            <a:chExt cx="2392050" cy="586550"/>
          </a:xfrm>
        </p:grpSpPr>
        <p:sp>
          <p:nvSpPr>
            <p:cNvPr id="1077" name="Google Shape;1077;p60"/>
            <p:cNvSpPr/>
            <p:nvPr/>
          </p:nvSpPr>
          <p:spPr>
            <a:xfrm>
              <a:off x="2295375" y="1589663"/>
              <a:ext cx="2304300" cy="5304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60"/>
            <p:cNvSpPr/>
            <p:nvPr/>
          </p:nvSpPr>
          <p:spPr>
            <a:xfrm>
              <a:off x="2207625" y="1533513"/>
              <a:ext cx="2304300" cy="530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chemeClr val="hlink"/>
                </a:buClr>
                <a:buSzPts val="1100"/>
                <a:buFont typeface="Arial"/>
                <a:buNone/>
              </a:pPr>
              <a:r>
                <a:rPr b="1" i="1" lang="en" sz="1100">
                  <a:solidFill>
                    <a:schemeClr val="dk1"/>
                  </a:solidFill>
                </a:rPr>
                <a:t>Jenkins CI/CD pipeline for NMF apps</a:t>
              </a:r>
              <a:endParaRPr b="1">
                <a:solidFill>
                  <a:schemeClr val="dk1"/>
                </a:solidFill>
              </a:endParaRPr>
            </a:p>
          </p:txBody>
        </p:sp>
      </p:grpSp>
      <p:pic>
        <p:nvPicPr>
          <p:cNvPr id="1079" name="Google Shape;1079;p60" title="ci_graph.png"/>
          <p:cNvPicPr preferRelativeResize="0"/>
          <p:nvPr/>
        </p:nvPicPr>
        <p:blipFill>
          <a:blip r:embed="rId3">
            <a:alphaModFix/>
          </a:blip>
          <a:stretch>
            <a:fillRect/>
          </a:stretch>
        </p:blipFill>
        <p:spPr>
          <a:xfrm>
            <a:off x="687902" y="1178085"/>
            <a:ext cx="7768202" cy="3303740"/>
          </a:xfrm>
          <a:prstGeom prst="rect">
            <a:avLst/>
          </a:prstGeom>
          <a:noFill/>
          <a:ln>
            <a:noFill/>
          </a:ln>
        </p:spPr>
      </p:pic>
      <p:sp>
        <p:nvSpPr>
          <p:cNvPr id="1080" name="Google Shape;1080;p60"/>
          <p:cNvSpPr/>
          <p:nvPr/>
        </p:nvSpPr>
        <p:spPr>
          <a:xfrm flipH="1" rot="6976789">
            <a:off x="7439371" y="3821662"/>
            <a:ext cx="2476687" cy="1326202"/>
          </a:xfrm>
          <a:custGeom>
            <a:rect b="b" l="l" r="r" t="t"/>
            <a:pathLst>
              <a:path extrusionOk="0" h="27964" w="54058">
                <a:moveTo>
                  <a:pt x="2468" y="26211"/>
                </a:moveTo>
                <a:lnTo>
                  <a:pt x="5067" y="26211"/>
                </a:lnTo>
                <a:cubicBezTo>
                  <a:pt x="5756" y="26211"/>
                  <a:pt x="6392" y="26045"/>
                  <a:pt x="6937" y="25728"/>
                </a:cubicBezTo>
                <a:lnTo>
                  <a:pt x="6937" y="25726"/>
                </a:lnTo>
                <a:cubicBezTo>
                  <a:pt x="7484" y="25409"/>
                  <a:pt x="7948" y="24942"/>
                  <a:pt x="8290" y="24348"/>
                </a:cubicBezTo>
                <a:lnTo>
                  <a:pt x="11409" y="18950"/>
                </a:lnTo>
                <a:cubicBezTo>
                  <a:pt x="11841" y="18206"/>
                  <a:pt x="12429" y="17614"/>
                  <a:pt x="13126" y="17213"/>
                </a:cubicBezTo>
                <a:lnTo>
                  <a:pt x="13128" y="17213"/>
                </a:lnTo>
                <a:cubicBezTo>
                  <a:pt x="13827" y="16810"/>
                  <a:pt x="14631" y="16594"/>
                  <a:pt x="15493" y="16594"/>
                </a:cubicBezTo>
                <a:lnTo>
                  <a:pt x="22104" y="16594"/>
                </a:lnTo>
                <a:cubicBezTo>
                  <a:pt x="22793" y="16594"/>
                  <a:pt x="23429" y="16425"/>
                  <a:pt x="23973" y="16110"/>
                </a:cubicBezTo>
                <a:lnTo>
                  <a:pt x="23973" y="16106"/>
                </a:lnTo>
                <a:cubicBezTo>
                  <a:pt x="24520" y="15792"/>
                  <a:pt x="24985" y="15323"/>
                  <a:pt x="25327" y="14728"/>
                </a:cubicBezTo>
                <a:lnTo>
                  <a:pt x="29772" y="7034"/>
                </a:lnTo>
                <a:cubicBezTo>
                  <a:pt x="30204" y="6287"/>
                  <a:pt x="30792" y="5697"/>
                  <a:pt x="31489" y="5296"/>
                </a:cubicBezTo>
                <a:lnTo>
                  <a:pt x="31491" y="5296"/>
                </a:lnTo>
                <a:cubicBezTo>
                  <a:pt x="32191" y="4893"/>
                  <a:pt x="32995" y="4677"/>
                  <a:pt x="33856" y="4677"/>
                </a:cubicBezTo>
                <a:lnTo>
                  <a:pt x="48096" y="4677"/>
                </a:lnTo>
                <a:cubicBezTo>
                  <a:pt x="48785" y="4677"/>
                  <a:pt x="49421" y="4508"/>
                  <a:pt x="49966" y="4194"/>
                </a:cubicBezTo>
                <a:lnTo>
                  <a:pt x="49966" y="4190"/>
                </a:lnTo>
                <a:cubicBezTo>
                  <a:pt x="50513" y="3875"/>
                  <a:pt x="50977" y="3406"/>
                  <a:pt x="51319" y="2812"/>
                </a:cubicBezTo>
                <a:lnTo>
                  <a:pt x="51323" y="2812"/>
                </a:lnTo>
                <a:lnTo>
                  <a:pt x="51761" y="2049"/>
                </a:lnTo>
                <a:cubicBezTo>
                  <a:pt x="51596" y="1835"/>
                  <a:pt x="51502" y="1566"/>
                  <a:pt x="51502" y="1278"/>
                </a:cubicBezTo>
                <a:cubicBezTo>
                  <a:pt x="51502" y="571"/>
                  <a:pt x="52075" y="1"/>
                  <a:pt x="52779" y="1"/>
                </a:cubicBezTo>
                <a:cubicBezTo>
                  <a:pt x="53486" y="1"/>
                  <a:pt x="54058" y="575"/>
                  <a:pt x="54058" y="1278"/>
                </a:cubicBezTo>
                <a:cubicBezTo>
                  <a:pt x="54058" y="1983"/>
                  <a:pt x="53484" y="2555"/>
                  <a:pt x="52779" y="2555"/>
                </a:cubicBezTo>
                <a:cubicBezTo>
                  <a:pt x="52725" y="2555"/>
                  <a:pt x="52672" y="2553"/>
                  <a:pt x="52620" y="2545"/>
                </a:cubicBezTo>
                <a:lnTo>
                  <a:pt x="52180" y="3305"/>
                </a:lnTo>
                <a:lnTo>
                  <a:pt x="52180" y="3310"/>
                </a:lnTo>
                <a:cubicBezTo>
                  <a:pt x="51748" y="4054"/>
                  <a:pt x="51160" y="4646"/>
                  <a:pt x="50463" y="5047"/>
                </a:cubicBezTo>
                <a:lnTo>
                  <a:pt x="50461" y="5047"/>
                </a:lnTo>
                <a:cubicBezTo>
                  <a:pt x="49762" y="5450"/>
                  <a:pt x="48956" y="5666"/>
                  <a:pt x="48096" y="5666"/>
                </a:cubicBezTo>
                <a:lnTo>
                  <a:pt x="33856" y="5666"/>
                </a:lnTo>
                <a:cubicBezTo>
                  <a:pt x="33167" y="5666"/>
                  <a:pt x="32532" y="5833"/>
                  <a:pt x="31987" y="6149"/>
                </a:cubicBezTo>
                <a:lnTo>
                  <a:pt x="31987" y="6151"/>
                </a:lnTo>
                <a:cubicBezTo>
                  <a:pt x="31440" y="6468"/>
                  <a:pt x="30975" y="6935"/>
                  <a:pt x="30632" y="7529"/>
                </a:cubicBezTo>
                <a:lnTo>
                  <a:pt x="26184" y="15234"/>
                </a:lnTo>
                <a:cubicBezTo>
                  <a:pt x="25752" y="15979"/>
                  <a:pt x="25162" y="16571"/>
                  <a:pt x="24467" y="16972"/>
                </a:cubicBezTo>
                <a:lnTo>
                  <a:pt x="24463" y="16972"/>
                </a:lnTo>
                <a:cubicBezTo>
                  <a:pt x="23764" y="17375"/>
                  <a:pt x="22960" y="17591"/>
                  <a:pt x="22098" y="17591"/>
                </a:cubicBezTo>
                <a:lnTo>
                  <a:pt x="15491" y="17591"/>
                </a:lnTo>
                <a:cubicBezTo>
                  <a:pt x="14802" y="17591"/>
                  <a:pt x="14167" y="17757"/>
                  <a:pt x="13622" y="18074"/>
                </a:cubicBezTo>
                <a:lnTo>
                  <a:pt x="13622" y="18076"/>
                </a:lnTo>
                <a:cubicBezTo>
                  <a:pt x="13075" y="18393"/>
                  <a:pt x="12608" y="18860"/>
                  <a:pt x="12267" y="19454"/>
                </a:cubicBezTo>
                <a:lnTo>
                  <a:pt x="9149" y="24852"/>
                </a:lnTo>
                <a:cubicBezTo>
                  <a:pt x="8717" y="25598"/>
                  <a:pt x="8129" y="26189"/>
                  <a:pt x="7432" y="26590"/>
                </a:cubicBezTo>
                <a:lnTo>
                  <a:pt x="7428" y="26590"/>
                </a:lnTo>
                <a:cubicBezTo>
                  <a:pt x="6731" y="26993"/>
                  <a:pt x="5925" y="27208"/>
                  <a:pt x="5063" y="27208"/>
                </a:cubicBezTo>
                <a:lnTo>
                  <a:pt x="2446" y="27208"/>
                </a:lnTo>
                <a:cubicBezTo>
                  <a:pt x="2244" y="27655"/>
                  <a:pt x="1798" y="27963"/>
                  <a:pt x="1278" y="27963"/>
                </a:cubicBezTo>
                <a:cubicBezTo>
                  <a:pt x="572" y="27963"/>
                  <a:pt x="1" y="27389"/>
                  <a:pt x="1" y="26684"/>
                </a:cubicBezTo>
                <a:cubicBezTo>
                  <a:pt x="1" y="25981"/>
                  <a:pt x="574" y="25407"/>
                  <a:pt x="1278" y="25407"/>
                </a:cubicBezTo>
                <a:cubicBezTo>
                  <a:pt x="1818" y="25405"/>
                  <a:pt x="2281" y="25738"/>
                  <a:pt x="2468" y="2621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60"/>
          <p:cNvSpPr/>
          <p:nvPr/>
        </p:nvSpPr>
        <p:spPr>
          <a:xfrm rot="-3823083">
            <a:off x="7946539" y="4545647"/>
            <a:ext cx="217528" cy="217110"/>
          </a:xfrm>
          <a:custGeom>
            <a:rect b="b" l="l" r="r" t="t"/>
            <a:pathLst>
              <a:path extrusionOk="0" h="947" w="949">
                <a:moveTo>
                  <a:pt x="473" y="0"/>
                </a:moveTo>
                <a:lnTo>
                  <a:pt x="948" y="946"/>
                </a:lnTo>
                <a:lnTo>
                  <a:pt x="0" y="946"/>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60"/>
          <p:cNvSpPr/>
          <p:nvPr/>
        </p:nvSpPr>
        <p:spPr>
          <a:xfrm rot="1576917">
            <a:off x="8676528" y="4838269"/>
            <a:ext cx="236782" cy="236827"/>
          </a:xfrm>
          <a:custGeom>
            <a:rect b="b" l="l" r="r" t="t"/>
            <a:pathLst>
              <a:path extrusionOk="0" h="1033" w="1033">
                <a:moveTo>
                  <a:pt x="1033" y="198"/>
                </a:moveTo>
                <a:lnTo>
                  <a:pt x="714" y="516"/>
                </a:lnTo>
                <a:lnTo>
                  <a:pt x="1033" y="835"/>
                </a:lnTo>
                <a:lnTo>
                  <a:pt x="837" y="1033"/>
                </a:lnTo>
                <a:lnTo>
                  <a:pt x="517" y="714"/>
                </a:lnTo>
                <a:lnTo>
                  <a:pt x="198" y="1033"/>
                </a:lnTo>
                <a:lnTo>
                  <a:pt x="1" y="835"/>
                </a:lnTo>
                <a:lnTo>
                  <a:pt x="319" y="516"/>
                </a:lnTo>
                <a:lnTo>
                  <a:pt x="1" y="198"/>
                </a:lnTo>
                <a:lnTo>
                  <a:pt x="198" y="0"/>
                </a:lnTo>
                <a:lnTo>
                  <a:pt x="517" y="319"/>
                </a:lnTo>
                <a:lnTo>
                  <a:pt x="83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alpha val="0"/>
          </a:srgbClr>
        </a:solidFill>
      </p:bgPr>
    </p:bg>
    <p:spTree>
      <p:nvGrpSpPr>
        <p:cNvPr id="1086" name="Shape 1086"/>
        <p:cNvGrpSpPr/>
        <p:nvPr/>
      </p:nvGrpSpPr>
      <p:grpSpPr>
        <a:xfrm>
          <a:off x="0" y="0"/>
          <a:ext cx="0" cy="0"/>
          <a:chOff x="0" y="0"/>
          <a:chExt cx="0" cy="0"/>
        </a:xfrm>
      </p:grpSpPr>
      <p:sp>
        <p:nvSpPr>
          <p:cNvPr id="1087" name="Google Shape;1087;p61"/>
          <p:cNvSpPr/>
          <p:nvPr/>
        </p:nvSpPr>
        <p:spPr>
          <a:xfrm>
            <a:off x="5704250" y="1422450"/>
            <a:ext cx="3070200" cy="2298600"/>
          </a:xfrm>
          <a:prstGeom prst="roundRect">
            <a:avLst>
              <a:gd fmla="val 6976"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61"/>
          <p:cNvSpPr/>
          <p:nvPr/>
        </p:nvSpPr>
        <p:spPr>
          <a:xfrm>
            <a:off x="5800900" y="1469200"/>
            <a:ext cx="2878966" cy="2134539"/>
          </a:xfrm>
          <a:custGeom>
            <a:rect b="b" l="l" r="r" t="t"/>
            <a:pathLst>
              <a:path extrusionOk="0" h="14291" w="13231">
                <a:moveTo>
                  <a:pt x="368" y="1054"/>
                </a:moveTo>
                <a:cubicBezTo>
                  <a:pt x="368" y="1054"/>
                  <a:pt x="0" y="13182"/>
                  <a:pt x="685" y="13708"/>
                </a:cubicBezTo>
                <a:cubicBezTo>
                  <a:pt x="1368" y="14237"/>
                  <a:pt x="12496" y="14290"/>
                  <a:pt x="12863" y="13499"/>
                </a:cubicBezTo>
                <a:cubicBezTo>
                  <a:pt x="13231" y="12707"/>
                  <a:pt x="13128" y="683"/>
                  <a:pt x="12071" y="581"/>
                </a:cubicBezTo>
                <a:cubicBezTo>
                  <a:pt x="11018" y="474"/>
                  <a:pt x="578" y="1"/>
                  <a:pt x="368" y="105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61"/>
          <p:cNvSpPr txBox="1"/>
          <p:nvPr>
            <p:ph type="title"/>
          </p:nvPr>
        </p:nvSpPr>
        <p:spPr>
          <a:xfrm>
            <a:off x="6036950" y="1654950"/>
            <a:ext cx="2404800" cy="183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n" sz="2200">
                <a:solidFill>
                  <a:schemeClr val="lt1"/>
                </a:solidFill>
              </a:rPr>
              <a:t>Proof of Concept NMF App Architecture</a:t>
            </a:r>
            <a:endParaRPr b="0" sz="2200">
              <a:solidFill>
                <a:schemeClr val="lt1"/>
              </a:solidFill>
            </a:endParaRPr>
          </a:p>
        </p:txBody>
      </p:sp>
      <p:pic>
        <p:nvPicPr>
          <p:cNvPr id="1090" name="Google Shape;1090;p61" title="poc_architecture.png"/>
          <p:cNvPicPr preferRelativeResize="0"/>
          <p:nvPr/>
        </p:nvPicPr>
        <p:blipFill>
          <a:blip r:embed="rId3">
            <a:alphaModFix/>
          </a:blip>
          <a:stretch>
            <a:fillRect/>
          </a:stretch>
        </p:blipFill>
        <p:spPr>
          <a:xfrm>
            <a:off x="78325" y="469150"/>
            <a:ext cx="5442025" cy="4205201"/>
          </a:xfrm>
          <a:prstGeom prst="rect">
            <a:avLst/>
          </a:prstGeom>
          <a:noFill/>
          <a:ln>
            <a:noFill/>
          </a:ln>
        </p:spPr>
      </p:pic>
      <p:sp>
        <p:nvSpPr>
          <p:cNvPr id="1091" name="Google Shape;1091;p61"/>
          <p:cNvSpPr/>
          <p:nvPr/>
        </p:nvSpPr>
        <p:spPr>
          <a:xfrm flipH="1" rot="-1831221">
            <a:off x="6638939" y="4366023"/>
            <a:ext cx="170137" cy="170177"/>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accent4"/>
          </a:solidFill>
          <a:ln>
            <a:noFill/>
          </a:ln>
        </p:spPr>
        <p:txBody>
          <a:bodyPr anchorCtr="0" anchor="ctr" bIns="34375" lIns="34375" spcFirstLastPara="1" rIns="34375" wrap="square" tIns="34375">
            <a:noAutofit/>
          </a:bodyPr>
          <a:lstStyle/>
          <a:p>
            <a:pPr indent="0" lvl="0" marL="0" rtl="0" algn="l">
              <a:spcBef>
                <a:spcPts val="0"/>
              </a:spcBef>
              <a:spcAft>
                <a:spcPts val="0"/>
              </a:spcAft>
              <a:buNone/>
            </a:pPr>
            <a:r>
              <a:t/>
            </a:r>
            <a:endParaRPr/>
          </a:p>
        </p:txBody>
      </p:sp>
      <p:sp>
        <p:nvSpPr>
          <p:cNvPr id="1092" name="Google Shape;1092;p61"/>
          <p:cNvSpPr/>
          <p:nvPr/>
        </p:nvSpPr>
        <p:spPr>
          <a:xfrm flipH="1" rot="6751142">
            <a:off x="6371523" y="4164324"/>
            <a:ext cx="704941" cy="573591"/>
          </a:xfrm>
          <a:custGeom>
            <a:rect b="b" l="l" r="r" t="t"/>
            <a:pathLst>
              <a:path extrusionOk="0" h="8014" w="9849">
                <a:moveTo>
                  <a:pt x="2143" y="0"/>
                </a:moveTo>
                <a:cubicBezTo>
                  <a:pt x="2606" y="0"/>
                  <a:pt x="2982" y="375"/>
                  <a:pt x="2982" y="837"/>
                </a:cubicBezTo>
                <a:cubicBezTo>
                  <a:pt x="2982" y="946"/>
                  <a:pt x="2961" y="1045"/>
                  <a:pt x="2924" y="1142"/>
                </a:cubicBezTo>
                <a:lnTo>
                  <a:pt x="8300" y="3856"/>
                </a:lnTo>
                <a:cubicBezTo>
                  <a:pt x="8450" y="3622"/>
                  <a:pt x="8711" y="3463"/>
                  <a:pt x="9009" y="3463"/>
                </a:cubicBezTo>
                <a:cubicBezTo>
                  <a:pt x="9472" y="3463"/>
                  <a:pt x="9848" y="3840"/>
                  <a:pt x="9848" y="4302"/>
                </a:cubicBezTo>
                <a:cubicBezTo>
                  <a:pt x="9848" y="4765"/>
                  <a:pt x="9472" y="5139"/>
                  <a:pt x="9009" y="5139"/>
                </a:cubicBezTo>
                <a:cubicBezTo>
                  <a:pt x="8709" y="5139"/>
                  <a:pt x="8444" y="4981"/>
                  <a:pt x="8298" y="4744"/>
                </a:cubicBezTo>
                <a:lnTo>
                  <a:pt x="2756" y="7483"/>
                </a:lnTo>
                <a:cubicBezTo>
                  <a:pt x="2766" y="7520"/>
                  <a:pt x="2770" y="7555"/>
                  <a:pt x="2770" y="7594"/>
                </a:cubicBezTo>
                <a:cubicBezTo>
                  <a:pt x="2770" y="7827"/>
                  <a:pt x="2583" y="8014"/>
                  <a:pt x="2353" y="8014"/>
                </a:cubicBezTo>
                <a:cubicBezTo>
                  <a:pt x="2120" y="8014"/>
                  <a:pt x="1933" y="7827"/>
                  <a:pt x="1933" y="7594"/>
                </a:cubicBezTo>
                <a:cubicBezTo>
                  <a:pt x="1933" y="7395"/>
                  <a:pt x="2071" y="7231"/>
                  <a:pt x="2260" y="7185"/>
                </a:cubicBezTo>
                <a:lnTo>
                  <a:pt x="2089" y="1670"/>
                </a:lnTo>
                <a:cubicBezTo>
                  <a:pt x="1654" y="1641"/>
                  <a:pt x="1306" y="1277"/>
                  <a:pt x="1306" y="835"/>
                </a:cubicBezTo>
                <a:cubicBezTo>
                  <a:pt x="1306" y="375"/>
                  <a:pt x="1680" y="0"/>
                  <a:pt x="2143" y="0"/>
                </a:cubicBezTo>
                <a:close/>
                <a:moveTo>
                  <a:pt x="416" y="4551"/>
                </a:moveTo>
                <a:cubicBezTo>
                  <a:pt x="646" y="4551"/>
                  <a:pt x="833" y="4736"/>
                  <a:pt x="833" y="4969"/>
                </a:cubicBezTo>
                <a:cubicBezTo>
                  <a:pt x="833" y="5199"/>
                  <a:pt x="648" y="5384"/>
                  <a:pt x="416" y="5384"/>
                </a:cubicBezTo>
                <a:cubicBezTo>
                  <a:pt x="187" y="5384"/>
                  <a:pt x="0" y="5199"/>
                  <a:pt x="0" y="4969"/>
                </a:cubicBezTo>
                <a:cubicBezTo>
                  <a:pt x="2" y="4736"/>
                  <a:pt x="187" y="4551"/>
                  <a:pt x="416" y="4551"/>
                </a:cubicBezTo>
                <a:close/>
                <a:moveTo>
                  <a:pt x="6856" y="952"/>
                </a:moveTo>
                <a:cubicBezTo>
                  <a:pt x="6716" y="952"/>
                  <a:pt x="6603" y="1066"/>
                  <a:pt x="6603" y="1205"/>
                </a:cubicBezTo>
                <a:cubicBezTo>
                  <a:pt x="6603" y="1343"/>
                  <a:pt x="6716" y="1456"/>
                  <a:pt x="6856" y="1456"/>
                </a:cubicBezTo>
                <a:cubicBezTo>
                  <a:pt x="6994" y="1456"/>
                  <a:pt x="7107" y="1343"/>
                  <a:pt x="7107" y="1205"/>
                </a:cubicBezTo>
                <a:cubicBezTo>
                  <a:pt x="7105" y="1066"/>
                  <a:pt x="6994" y="952"/>
                  <a:pt x="6856" y="952"/>
                </a:cubicBezTo>
                <a:close/>
                <a:moveTo>
                  <a:pt x="8226" y="4600"/>
                </a:moveTo>
                <a:cubicBezTo>
                  <a:pt x="8189" y="4508"/>
                  <a:pt x="8170" y="4407"/>
                  <a:pt x="8170" y="4302"/>
                </a:cubicBezTo>
                <a:cubicBezTo>
                  <a:pt x="8170" y="4195"/>
                  <a:pt x="8191" y="4093"/>
                  <a:pt x="8228" y="4000"/>
                </a:cubicBezTo>
                <a:lnTo>
                  <a:pt x="2852" y="1286"/>
                </a:lnTo>
                <a:cubicBezTo>
                  <a:pt x="2721" y="1491"/>
                  <a:pt x="2503" y="1637"/>
                  <a:pt x="2252" y="1668"/>
                </a:cubicBezTo>
                <a:lnTo>
                  <a:pt x="2421" y="7183"/>
                </a:lnTo>
                <a:cubicBezTo>
                  <a:pt x="2530" y="7202"/>
                  <a:pt x="2622" y="7261"/>
                  <a:pt x="2686" y="7344"/>
                </a:cubicBezTo>
                <a:close/>
              </a:path>
            </a:pathLst>
          </a:custGeom>
          <a:solidFill>
            <a:schemeClr val="accent3"/>
          </a:solidFill>
          <a:ln>
            <a:noFill/>
          </a:ln>
        </p:spPr>
        <p:txBody>
          <a:bodyPr anchorCtr="0" anchor="ctr" bIns="34375" lIns="34375" spcFirstLastPara="1" rIns="34375" wrap="square" tIns="34375">
            <a:noAutofit/>
          </a:bodyPr>
          <a:lstStyle/>
          <a:p>
            <a:pPr indent="0" lvl="0" marL="0" rtl="0" algn="l">
              <a:spcBef>
                <a:spcPts val="0"/>
              </a:spcBef>
              <a:spcAft>
                <a:spcPts val="0"/>
              </a:spcAft>
              <a:buNone/>
            </a:pPr>
            <a:r>
              <a:t/>
            </a:r>
            <a:endParaRPr sz="924"/>
          </a:p>
        </p:txBody>
      </p:sp>
      <p:grpSp>
        <p:nvGrpSpPr>
          <p:cNvPr id="1093" name="Google Shape;1093;p61"/>
          <p:cNvGrpSpPr/>
          <p:nvPr/>
        </p:nvGrpSpPr>
        <p:grpSpPr>
          <a:xfrm rot="-6613959">
            <a:off x="6973158" y="3868326"/>
            <a:ext cx="1036353" cy="1036234"/>
            <a:chOff x="277881" y="2901316"/>
            <a:chExt cx="1900344" cy="1900126"/>
          </a:xfrm>
        </p:grpSpPr>
        <p:sp>
          <p:nvSpPr>
            <p:cNvPr id="1094" name="Google Shape;1094;p61"/>
            <p:cNvSpPr/>
            <p:nvPr/>
          </p:nvSpPr>
          <p:spPr>
            <a:xfrm>
              <a:off x="402450" y="3248988"/>
              <a:ext cx="1354500" cy="1354500"/>
            </a:xfrm>
            <a:prstGeom prst="ellipse">
              <a:avLst/>
            </a:prstGeom>
            <a:solidFill>
              <a:schemeClr val="lt1"/>
            </a:solidFill>
            <a:ln>
              <a:noFill/>
            </a:ln>
          </p:spPr>
          <p:txBody>
            <a:bodyPr anchorCtr="0" anchor="ctr" bIns="50475" lIns="50475" spcFirstLastPara="1" rIns="50475" wrap="square" tIns="50475">
              <a:noAutofit/>
            </a:bodyPr>
            <a:lstStyle/>
            <a:p>
              <a:pPr indent="0" lvl="0" marL="0" rtl="0" algn="l">
                <a:spcBef>
                  <a:spcPts val="0"/>
                </a:spcBef>
                <a:spcAft>
                  <a:spcPts val="0"/>
                </a:spcAft>
                <a:buNone/>
              </a:pPr>
              <a:r>
                <a:t/>
              </a:r>
              <a:endParaRPr/>
            </a:p>
          </p:txBody>
        </p:sp>
        <p:grpSp>
          <p:nvGrpSpPr>
            <p:cNvPr id="1095" name="Google Shape;1095;p61"/>
            <p:cNvGrpSpPr/>
            <p:nvPr/>
          </p:nvGrpSpPr>
          <p:grpSpPr>
            <a:xfrm rot="2322109">
              <a:off x="551788" y="3175815"/>
              <a:ext cx="1352529" cy="1351128"/>
              <a:chOff x="200055" y="3556746"/>
              <a:chExt cx="869964" cy="869063"/>
            </a:xfrm>
          </p:grpSpPr>
          <p:sp>
            <p:nvSpPr>
              <p:cNvPr id="1096" name="Google Shape;1096;p61"/>
              <p:cNvSpPr/>
              <p:nvPr/>
            </p:nvSpPr>
            <p:spPr>
              <a:xfrm>
                <a:off x="200055" y="3556746"/>
                <a:ext cx="868968" cy="868968"/>
              </a:xfrm>
              <a:custGeom>
                <a:rect b="b" l="l" r="r" t="t"/>
                <a:pathLst>
                  <a:path extrusionOk="0" h="18323" w="18323">
                    <a:moveTo>
                      <a:pt x="15639" y="2684"/>
                    </a:moveTo>
                    <a:cubicBezTo>
                      <a:pt x="17358" y="4401"/>
                      <a:pt x="18323" y="6731"/>
                      <a:pt x="18323" y="9162"/>
                    </a:cubicBezTo>
                    <a:cubicBezTo>
                      <a:pt x="18323" y="11590"/>
                      <a:pt x="17358" y="13920"/>
                      <a:pt x="15639" y="15639"/>
                    </a:cubicBezTo>
                    <a:cubicBezTo>
                      <a:pt x="13922" y="17356"/>
                      <a:pt x="11592" y="18323"/>
                      <a:pt x="9162" y="18323"/>
                    </a:cubicBezTo>
                    <a:cubicBezTo>
                      <a:pt x="6733" y="18323"/>
                      <a:pt x="4403" y="17356"/>
                      <a:pt x="2684" y="15639"/>
                    </a:cubicBezTo>
                    <a:cubicBezTo>
                      <a:pt x="967" y="13920"/>
                      <a:pt x="1" y="11590"/>
                      <a:pt x="1" y="9162"/>
                    </a:cubicBezTo>
                    <a:cubicBezTo>
                      <a:pt x="1" y="6731"/>
                      <a:pt x="967" y="4401"/>
                      <a:pt x="2684" y="2684"/>
                    </a:cubicBezTo>
                    <a:cubicBezTo>
                      <a:pt x="4403" y="965"/>
                      <a:pt x="6733" y="1"/>
                      <a:pt x="9162" y="1"/>
                    </a:cubicBezTo>
                    <a:cubicBezTo>
                      <a:pt x="11592" y="1"/>
                      <a:pt x="13922" y="965"/>
                      <a:pt x="15639" y="2684"/>
                    </a:cubicBezTo>
                    <a:close/>
                  </a:path>
                </a:pathLst>
              </a:custGeom>
              <a:solidFill>
                <a:schemeClr val="accent3"/>
              </a:solidFill>
              <a:ln>
                <a:noFill/>
              </a:ln>
            </p:spPr>
            <p:txBody>
              <a:bodyPr anchorCtr="0" anchor="ctr" bIns="50475" lIns="50475" spcFirstLastPara="1" rIns="50475" wrap="square" tIns="50475">
                <a:noAutofit/>
              </a:bodyPr>
              <a:lstStyle/>
              <a:p>
                <a:pPr indent="0" lvl="0" marL="0" rtl="0" algn="l">
                  <a:spcBef>
                    <a:spcPts val="0"/>
                  </a:spcBef>
                  <a:spcAft>
                    <a:spcPts val="0"/>
                  </a:spcAft>
                  <a:buNone/>
                </a:pPr>
                <a:r>
                  <a:t/>
                </a:r>
                <a:endParaRPr sz="772"/>
              </a:p>
            </p:txBody>
          </p:sp>
          <p:sp>
            <p:nvSpPr>
              <p:cNvPr id="1097" name="Google Shape;1097;p61"/>
              <p:cNvSpPr/>
              <p:nvPr/>
            </p:nvSpPr>
            <p:spPr>
              <a:xfrm>
                <a:off x="311314" y="3605499"/>
                <a:ext cx="474914" cy="486723"/>
              </a:xfrm>
              <a:custGeom>
                <a:rect b="b" l="l" r="r" t="t"/>
                <a:pathLst>
                  <a:path extrusionOk="0" h="10263" w="10014">
                    <a:moveTo>
                      <a:pt x="8596" y="30"/>
                    </a:moveTo>
                    <a:cubicBezTo>
                      <a:pt x="9008" y="54"/>
                      <a:pt x="9368" y="246"/>
                      <a:pt x="9620" y="536"/>
                    </a:cubicBezTo>
                    <a:cubicBezTo>
                      <a:pt x="9871" y="823"/>
                      <a:pt x="10013" y="1206"/>
                      <a:pt x="9986" y="1617"/>
                    </a:cubicBezTo>
                    <a:cubicBezTo>
                      <a:pt x="9962" y="2028"/>
                      <a:pt x="9769" y="2388"/>
                      <a:pt x="9481" y="2641"/>
                    </a:cubicBezTo>
                    <a:cubicBezTo>
                      <a:pt x="9193" y="2892"/>
                      <a:pt x="8810" y="3034"/>
                      <a:pt x="8401" y="3009"/>
                    </a:cubicBezTo>
                    <a:cubicBezTo>
                      <a:pt x="7990" y="2983"/>
                      <a:pt x="7630" y="2789"/>
                      <a:pt x="7379" y="2501"/>
                    </a:cubicBezTo>
                    <a:cubicBezTo>
                      <a:pt x="7126" y="2214"/>
                      <a:pt x="6984" y="1831"/>
                      <a:pt x="7011" y="1420"/>
                    </a:cubicBezTo>
                    <a:cubicBezTo>
                      <a:pt x="7036" y="1009"/>
                      <a:pt x="7229" y="649"/>
                      <a:pt x="7517" y="398"/>
                    </a:cubicBezTo>
                    <a:cubicBezTo>
                      <a:pt x="7805" y="145"/>
                      <a:pt x="8187" y="1"/>
                      <a:pt x="8596" y="30"/>
                    </a:cubicBezTo>
                    <a:close/>
                    <a:moveTo>
                      <a:pt x="3032" y="6968"/>
                    </a:moveTo>
                    <a:cubicBezTo>
                      <a:pt x="3482" y="6995"/>
                      <a:pt x="3879" y="7206"/>
                      <a:pt x="4155" y="7519"/>
                    </a:cubicBezTo>
                    <a:cubicBezTo>
                      <a:pt x="4432" y="7836"/>
                      <a:pt x="4587" y="8255"/>
                      <a:pt x="4558" y="8707"/>
                    </a:cubicBezTo>
                    <a:cubicBezTo>
                      <a:pt x="4531" y="9158"/>
                      <a:pt x="4319" y="9555"/>
                      <a:pt x="4007" y="9830"/>
                    </a:cubicBezTo>
                    <a:cubicBezTo>
                      <a:pt x="3690" y="10108"/>
                      <a:pt x="3270" y="10262"/>
                      <a:pt x="2818" y="10233"/>
                    </a:cubicBezTo>
                    <a:cubicBezTo>
                      <a:pt x="2368" y="10205"/>
                      <a:pt x="1971" y="9995"/>
                      <a:pt x="1695" y="9680"/>
                    </a:cubicBezTo>
                    <a:cubicBezTo>
                      <a:pt x="1418" y="9366"/>
                      <a:pt x="1263" y="8946"/>
                      <a:pt x="1292" y="8496"/>
                    </a:cubicBezTo>
                    <a:cubicBezTo>
                      <a:pt x="1319" y="8045"/>
                      <a:pt x="1531" y="7648"/>
                      <a:pt x="1843" y="7373"/>
                    </a:cubicBezTo>
                    <a:cubicBezTo>
                      <a:pt x="2160" y="7093"/>
                      <a:pt x="2582" y="6937"/>
                      <a:pt x="3032" y="6968"/>
                    </a:cubicBezTo>
                    <a:close/>
                    <a:moveTo>
                      <a:pt x="3949" y="7702"/>
                    </a:moveTo>
                    <a:cubicBezTo>
                      <a:pt x="3721" y="7441"/>
                      <a:pt x="3392" y="7268"/>
                      <a:pt x="3015" y="7241"/>
                    </a:cubicBezTo>
                    <a:cubicBezTo>
                      <a:pt x="2641" y="7217"/>
                      <a:pt x="2292" y="7348"/>
                      <a:pt x="2033" y="7576"/>
                    </a:cubicBezTo>
                    <a:cubicBezTo>
                      <a:pt x="1769" y="7805"/>
                      <a:pt x="1597" y="8134"/>
                      <a:pt x="1572" y="8510"/>
                    </a:cubicBezTo>
                    <a:cubicBezTo>
                      <a:pt x="1545" y="8884"/>
                      <a:pt x="1677" y="9234"/>
                      <a:pt x="1905" y="9493"/>
                    </a:cubicBezTo>
                    <a:cubicBezTo>
                      <a:pt x="2135" y="9756"/>
                      <a:pt x="2464" y="9929"/>
                      <a:pt x="2839" y="9954"/>
                    </a:cubicBezTo>
                    <a:cubicBezTo>
                      <a:pt x="3215" y="9980"/>
                      <a:pt x="3565" y="9849"/>
                      <a:pt x="3824" y="9621"/>
                    </a:cubicBezTo>
                    <a:cubicBezTo>
                      <a:pt x="4085" y="9390"/>
                      <a:pt x="4258" y="9061"/>
                      <a:pt x="4284" y="8687"/>
                    </a:cubicBezTo>
                    <a:cubicBezTo>
                      <a:pt x="4307" y="8313"/>
                      <a:pt x="4177" y="7965"/>
                      <a:pt x="3949" y="7702"/>
                    </a:cubicBezTo>
                    <a:close/>
                    <a:moveTo>
                      <a:pt x="1027" y="4124"/>
                    </a:moveTo>
                    <a:cubicBezTo>
                      <a:pt x="1288" y="4142"/>
                      <a:pt x="1518" y="4262"/>
                      <a:pt x="1679" y="4445"/>
                    </a:cubicBezTo>
                    <a:cubicBezTo>
                      <a:pt x="1841" y="4628"/>
                      <a:pt x="1932" y="4872"/>
                      <a:pt x="1913" y="5134"/>
                    </a:cubicBezTo>
                    <a:cubicBezTo>
                      <a:pt x="1895" y="5397"/>
                      <a:pt x="1776" y="5625"/>
                      <a:pt x="1592" y="5787"/>
                    </a:cubicBezTo>
                    <a:cubicBezTo>
                      <a:pt x="1409" y="5946"/>
                      <a:pt x="1165" y="6038"/>
                      <a:pt x="904" y="6022"/>
                    </a:cubicBezTo>
                    <a:cubicBezTo>
                      <a:pt x="640" y="6003"/>
                      <a:pt x="412" y="5882"/>
                      <a:pt x="254" y="5699"/>
                    </a:cubicBezTo>
                    <a:cubicBezTo>
                      <a:pt x="91" y="5516"/>
                      <a:pt x="1" y="5273"/>
                      <a:pt x="19" y="5010"/>
                    </a:cubicBezTo>
                    <a:cubicBezTo>
                      <a:pt x="36" y="4749"/>
                      <a:pt x="157" y="4519"/>
                      <a:pt x="340" y="4360"/>
                    </a:cubicBezTo>
                    <a:cubicBezTo>
                      <a:pt x="523" y="4196"/>
                      <a:pt x="768" y="4105"/>
                      <a:pt x="1027" y="4124"/>
                    </a:cubicBezTo>
                    <a:close/>
                    <a:moveTo>
                      <a:pt x="1471" y="4628"/>
                    </a:moveTo>
                    <a:cubicBezTo>
                      <a:pt x="1358" y="4496"/>
                      <a:pt x="1196" y="4412"/>
                      <a:pt x="1008" y="4399"/>
                    </a:cubicBezTo>
                    <a:cubicBezTo>
                      <a:pt x="823" y="4387"/>
                      <a:pt x="651" y="4451"/>
                      <a:pt x="521" y="4566"/>
                    </a:cubicBezTo>
                    <a:cubicBezTo>
                      <a:pt x="390" y="4679"/>
                      <a:pt x="305" y="4842"/>
                      <a:pt x="291" y="5029"/>
                    </a:cubicBezTo>
                    <a:cubicBezTo>
                      <a:pt x="278" y="5214"/>
                      <a:pt x="342" y="5389"/>
                      <a:pt x="455" y="5518"/>
                    </a:cubicBezTo>
                    <a:cubicBezTo>
                      <a:pt x="568" y="5646"/>
                      <a:pt x="733" y="5734"/>
                      <a:pt x="918" y="5746"/>
                    </a:cubicBezTo>
                    <a:cubicBezTo>
                      <a:pt x="1103" y="5759"/>
                      <a:pt x="1278" y="5695"/>
                      <a:pt x="1407" y="5582"/>
                    </a:cubicBezTo>
                    <a:cubicBezTo>
                      <a:pt x="1535" y="5469"/>
                      <a:pt x="1623" y="5304"/>
                      <a:pt x="1636" y="5119"/>
                    </a:cubicBezTo>
                    <a:cubicBezTo>
                      <a:pt x="1648" y="4928"/>
                      <a:pt x="1584" y="4757"/>
                      <a:pt x="1471" y="4628"/>
                    </a:cubicBezTo>
                    <a:close/>
                    <a:moveTo>
                      <a:pt x="8578" y="305"/>
                    </a:moveTo>
                    <a:cubicBezTo>
                      <a:pt x="8245" y="285"/>
                      <a:pt x="7930" y="400"/>
                      <a:pt x="7700" y="603"/>
                    </a:cubicBezTo>
                    <a:cubicBezTo>
                      <a:pt x="7465" y="809"/>
                      <a:pt x="7311" y="1101"/>
                      <a:pt x="7289" y="1436"/>
                    </a:cubicBezTo>
                    <a:cubicBezTo>
                      <a:pt x="7268" y="1769"/>
                      <a:pt x="7383" y="2080"/>
                      <a:pt x="7587" y="2314"/>
                    </a:cubicBezTo>
                    <a:cubicBezTo>
                      <a:pt x="7790" y="2549"/>
                      <a:pt x="8084" y="2703"/>
                      <a:pt x="8420" y="2726"/>
                    </a:cubicBezTo>
                    <a:cubicBezTo>
                      <a:pt x="8753" y="2746"/>
                      <a:pt x="9065" y="2631"/>
                      <a:pt x="9298" y="2427"/>
                    </a:cubicBezTo>
                    <a:cubicBezTo>
                      <a:pt x="9532" y="2224"/>
                      <a:pt x="9686" y="1930"/>
                      <a:pt x="9709" y="1595"/>
                    </a:cubicBezTo>
                    <a:cubicBezTo>
                      <a:pt x="9756" y="926"/>
                      <a:pt x="9250" y="348"/>
                      <a:pt x="8578" y="305"/>
                    </a:cubicBezTo>
                    <a:close/>
                  </a:path>
                </a:pathLst>
              </a:custGeom>
              <a:solidFill>
                <a:srgbClr val="FF9BDA"/>
              </a:solidFill>
              <a:ln>
                <a:noFill/>
              </a:ln>
            </p:spPr>
            <p:txBody>
              <a:bodyPr anchorCtr="0" anchor="ctr" bIns="50475" lIns="50475" spcFirstLastPara="1" rIns="50475" wrap="square" tIns="50475">
                <a:noAutofit/>
              </a:bodyPr>
              <a:lstStyle/>
              <a:p>
                <a:pPr indent="0" lvl="0" marL="0" rtl="0" algn="l">
                  <a:spcBef>
                    <a:spcPts val="0"/>
                  </a:spcBef>
                  <a:spcAft>
                    <a:spcPts val="0"/>
                  </a:spcAft>
                  <a:buNone/>
                </a:pPr>
                <a:r>
                  <a:t/>
                </a:r>
                <a:endParaRPr/>
              </a:p>
            </p:txBody>
          </p:sp>
          <p:sp>
            <p:nvSpPr>
              <p:cNvPr id="1098" name="Google Shape;1098;p61"/>
              <p:cNvSpPr/>
              <p:nvPr/>
            </p:nvSpPr>
            <p:spPr>
              <a:xfrm>
                <a:off x="270576" y="3701013"/>
                <a:ext cx="799443" cy="724796"/>
              </a:xfrm>
              <a:custGeom>
                <a:rect b="b" l="l" r="r" t="t"/>
                <a:pathLst>
                  <a:path extrusionOk="0" h="15283" w="16857">
                    <a:moveTo>
                      <a:pt x="14493" y="0"/>
                    </a:moveTo>
                    <a:cubicBezTo>
                      <a:pt x="15653" y="1289"/>
                      <a:pt x="16445" y="2904"/>
                      <a:pt x="16725" y="4676"/>
                    </a:cubicBezTo>
                    <a:cubicBezTo>
                      <a:pt x="16272" y="4697"/>
                      <a:pt x="15859" y="4874"/>
                      <a:pt x="15534" y="5159"/>
                    </a:cubicBezTo>
                    <a:cubicBezTo>
                      <a:pt x="15160" y="5488"/>
                      <a:pt x="14911" y="5961"/>
                      <a:pt x="14874" y="6498"/>
                    </a:cubicBezTo>
                    <a:cubicBezTo>
                      <a:pt x="14839" y="7035"/>
                      <a:pt x="15026" y="7537"/>
                      <a:pt x="15355" y="7911"/>
                    </a:cubicBezTo>
                    <a:cubicBezTo>
                      <a:pt x="15645" y="8244"/>
                      <a:pt x="16048" y="8476"/>
                      <a:pt x="16509" y="8552"/>
                    </a:cubicBezTo>
                    <a:cubicBezTo>
                      <a:pt x="15478" y="12311"/>
                      <a:pt x="12131" y="15053"/>
                      <a:pt x="8187" y="15266"/>
                    </a:cubicBezTo>
                    <a:cubicBezTo>
                      <a:pt x="8195" y="15201"/>
                      <a:pt x="8201" y="15139"/>
                      <a:pt x="8207" y="15075"/>
                    </a:cubicBezTo>
                    <a:cubicBezTo>
                      <a:pt x="8244" y="14479"/>
                      <a:pt x="8039" y="13926"/>
                      <a:pt x="7677" y="13510"/>
                    </a:cubicBezTo>
                    <a:cubicBezTo>
                      <a:pt x="7313" y="13093"/>
                      <a:pt x="6790" y="12819"/>
                      <a:pt x="6196" y="12780"/>
                    </a:cubicBezTo>
                    <a:cubicBezTo>
                      <a:pt x="5602" y="12741"/>
                      <a:pt x="5047" y="12947"/>
                      <a:pt x="4631" y="13309"/>
                    </a:cubicBezTo>
                    <a:cubicBezTo>
                      <a:pt x="4288" y="13611"/>
                      <a:pt x="4043" y="14016"/>
                      <a:pt x="3942" y="14485"/>
                    </a:cubicBezTo>
                    <a:cubicBezTo>
                      <a:pt x="2320" y="13759"/>
                      <a:pt x="954" y="12583"/>
                      <a:pt x="0" y="11117"/>
                    </a:cubicBezTo>
                    <a:cubicBezTo>
                      <a:pt x="3899" y="11551"/>
                      <a:pt x="5402" y="10839"/>
                      <a:pt x="6829" y="7921"/>
                    </a:cubicBezTo>
                    <a:cubicBezTo>
                      <a:pt x="8343" y="4826"/>
                      <a:pt x="11113" y="8604"/>
                      <a:pt x="12322" y="3691"/>
                    </a:cubicBezTo>
                    <a:cubicBezTo>
                      <a:pt x="12892" y="1372"/>
                      <a:pt x="13749" y="391"/>
                      <a:pt x="14493" y="0"/>
                    </a:cubicBezTo>
                    <a:close/>
                    <a:moveTo>
                      <a:pt x="16764" y="4954"/>
                    </a:moveTo>
                    <a:cubicBezTo>
                      <a:pt x="16365" y="4966"/>
                      <a:pt x="16001" y="5120"/>
                      <a:pt x="15717" y="5367"/>
                    </a:cubicBezTo>
                    <a:cubicBezTo>
                      <a:pt x="15396" y="5649"/>
                      <a:pt x="15180" y="6056"/>
                      <a:pt x="15151" y="6513"/>
                    </a:cubicBezTo>
                    <a:cubicBezTo>
                      <a:pt x="15123" y="6973"/>
                      <a:pt x="15283" y="7403"/>
                      <a:pt x="15563" y="7724"/>
                    </a:cubicBezTo>
                    <a:cubicBezTo>
                      <a:pt x="15818" y="8014"/>
                      <a:pt x="16171" y="8217"/>
                      <a:pt x="16579" y="8277"/>
                    </a:cubicBezTo>
                    <a:cubicBezTo>
                      <a:pt x="16700" y="7771"/>
                      <a:pt x="16782" y="7251"/>
                      <a:pt x="16815" y="6714"/>
                    </a:cubicBezTo>
                    <a:cubicBezTo>
                      <a:pt x="16856" y="6118"/>
                      <a:pt x="16838" y="5528"/>
                      <a:pt x="16764" y="4954"/>
                    </a:cubicBezTo>
                    <a:close/>
                    <a:moveTo>
                      <a:pt x="7905" y="15277"/>
                    </a:moveTo>
                    <a:cubicBezTo>
                      <a:pt x="7919" y="15205"/>
                      <a:pt x="7930" y="15133"/>
                      <a:pt x="7932" y="15055"/>
                    </a:cubicBezTo>
                    <a:cubicBezTo>
                      <a:pt x="7965" y="14536"/>
                      <a:pt x="7786" y="14053"/>
                      <a:pt x="7469" y="13693"/>
                    </a:cubicBezTo>
                    <a:cubicBezTo>
                      <a:pt x="7150" y="13329"/>
                      <a:pt x="6696" y="13091"/>
                      <a:pt x="6178" y="13056"/>
                    </a:cubicBezTo>
                    <a:cubicBezTo>
                      <a:pt x="5659" y="13021"/>
                      <a:pt x="5176" y="13200"/>
                      <a:pt x="4816" y="13518"/>
                    </a:cubicBezTo>
                    <a:cubicBezTo>
                      <a:pt x="4506" y="13790"/>
                      <a:pt x="4284" y="14164"/>
                      <a:pt x="4208" y="14594"/>
                    </a:cubicBezTo>
                    <a:cubicBezTo>
                      <a:pt x="5098" y="14960"/>
                      <a:pt x="6064" y="15190"/>
                      <a:pt x="7082" y="15258"/>
                    </a:cubicBezTo>
                    <a:cubicBezTo>
                      <a:pt x="7358" y="15279"/>
                      <a:pt x="7633" y="15283"/>
                      <a:pt x="7905" y="15277"/>
                    </a:cubicBezTo>
                    <a:close/>
                  </a:path>
                </a:pathLst>
              </a:custGeom>
              <a:solidFill>
                <a:srgbClr val="FF9BDA"/>
              </a:solidFill>
              <a:ln>
                <a:noFill/>
              </a:ln>
            </p:spPr>
            <p:txBody>
              <a:bodyPr anchorCtr="0" anchor="ctr" bIns="50475" lIns="50475" spcFirstLastPara="1" rIns="50475" wrap="square" tIns="50475">
                <a:noAutofit/>
              </a:bodyPr>
              <a:lstStyle/>
              <a:p>
                <a:pPr indent="0" lvl="0" marL="0" rtl="0" algn="l">
                  <a:spcBef>
                    <a:spcPts val="0"/>
                  </a:spcBef>
                  <a:spcAft>
                    <a:spcPts val="0"/>
                  </a:spcAft>
                  <a:buNone/>
                </a:pPr>
                <a:r>
                  <a:t/>
                </a:r>
                <a:endParaRPr/>
              </a:p>
            </p:txBody>
          </p:sp>
          <p:sp>
            <p:nvSpPr>
              <p:cNvPr id="1099" name="Google Shape;1099;p61"/>
              <p:cNvSpPr/>
              <p:nvPr/>
            </p:nvSpPr>
            <p:spPr>
              <a:xfrm>
                <a:off x="731547" y="4048069"/>
                <a:ext cx="85887" cy="85697"/>
              </a:xfrm>
              <a:custGeom>
                <a:rect b="b" l="l" r="r" t="t"/>
                <a:pathLst>
                  <a:path extrusionOk="0" h="1807" w="1811">
                    <a:moveTo>
                      <a:pt x="961" y="31"/>
                    </a:moveTo>
                    <a:cubicBezTo>
                      <a:pt x="1442" y="64"/>
                      <a:pt x="1810" y="478"/>
                      <a:pt x="1777" y="959"/>
                    </a:cubicBezTo>
                    <a:cubicBezTo>
                      <a:pt x="1747" y="1440"/>
                      <a:pt x="1329" y="1806"/>
                      <a:pt x="848" y="1773"/>
                    </a:cubicBezTo>
                    <a:cubicBezTo>
                      <a:pt x="369" y="1740"/>
                      <a:pt x="1" y="1327"/>
                      <a:pt x="34" y="846"/>
                    </a:cubicBezTo>
                    <a:cubicBezTo>
                      <a:pt x="64" y="365"/>
                      <a:pt x="482" y="1"/>
                      <a:pt x="961" y="31"/>
                    </a:cubicBezTo>
                    <a:close/>
                  </a:path>
                </a:pathLst>
              </a:custGeom>
              <a:solidFill>
                <a:srgbClr val="FFFFFF"/>
              </a:solidFill>
              <a:ln>
                <a:noFill/>
              </a:ln>
            </p:spPr>
            <p:txBody>
              <a:bodyPr anchorCtr="0" anchor="ctr" bIns="50475" lIns="50475" spcFirstLastPara="1" rIns="50475" wrap="square" tIns="50475">
                <a:noAutofit/>
              </a:bodyPr>
              <a:lstStyle/>
              <a:p>
                <a:pPr indent="0" lvl="0" marL="0" rtl="0" algn="l">
                  <a:spcBef>
                    <a:spcPts val="0"/>
                  </a:spcBef>
                  <a:spcAft>
                    <a:spcPts val="0"/>
                  </a:spcAft>
                  <a:buNone/>
                </a:pPr>
                <a:r>
                  <a:t/>
                </a:r>
                <a:endParaRPr/>
              </a:p>
            </p:txBody>
          </p:sp>
        </p:gr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grpSp>
        <p:nvGrpSpPr>
          <p:cNvPr id="1104" name="Google Shape;1104;p62"/>
          <p:cNvGrpSpPr/>
          <p:nvPr/>
        </p:nvGrpSpPr>
        <p:grpSpPr>
          <a:xfrm>
            <a:off x="795237" y="1210061"/>
            <a:ext cx="4836094" cy="3320412"/>
            <a:chOff x="867571" y="1496924"/>
            <a:chExt cx="3704400" cy="2543403"/>
          </a:xfrm>
        </p:grpSpPr>
        <p:sp>
          <p:nvSpPr>
            <p:cNvPr id="1105" name="Google Shape;1105;p62"/>
            <p:cNvSpPr/>
            <p:nvPr/>
          </p:nvSpPr>
          <p:spPr>
            <a:xfrm>
              <a:off x="867571" y="1496924"/>
              <a:ext cx="3704400" cy="2112900"/>
            </a:xfrm>
            <a:prstGeom prst="roundRect">
              <a:avLst>
                <a:gd fmla="val 3857" name="adj"/>
              </a:avLst>
            </a:prstGeom>
            <a:solidFill>
              <a:schemeClr val="lt1"/>
            </a:solidFill>
            <a:ln cap="flat" cmpd="sng" w="25600">
              <a:solidFill>
                <a:schemeClr val="lt1"/>
              </a:solidFill>
              <a:prstDash val="solid"/>
              <a:round/>
              <a:headEnd len="sm" w="sm" type="none"/>
              <a:tailEnd len="sm" w="sm" type="none"/>
            </a:ln>
          </p:spPr>
          <p:txBody>
            <a:bodyPr anchorCtr="0" anchor="ctr" bIns="122900" lIns="122900" spcFirstLastPara="1" rIns="122900" wrap="square" tIns="122900">
              <a:noAutofit/>
            </a:bodyPr>
            <a:lstStyle/>
            <a:p>
              <a:pPr indent="0" lvl="0" marL="0" rtl="0" algn="l">
                <a:spcBef>
                  <a:spcPts val="0"/>
                </a:spcBef>
                <a:spcAft>
                  <a:spcPts val="0"/>
                </a:spcAft>
                <a:buNone/>
              </a:pPr>
              <a:r>
                <a:t/>
              </a:r>
              <a:endParaRPr/>
            </a:p>
          </p:txBody>
        </p:sp>
        <p:sp>
          <p:nvSpPr>
            <p:cNvPr id="1106" name="Google Shape;1106;p62"/>
            <p:cNvSpPr/>
            <p:nvPr/>
          </p:nvSpPr>
          <p:spPr>
            <a:xfrm>
              <a:off x="2085675" y="3609668"/>
              <a:ext cx="1264871" cy="430659"/>
            </a:xfrm>
            <a:custGeom>
              <a:rect b="b" l="l" r="r" t="t"/>
              <a:pathLst>
                <a:path extrusionOk="0" h="24926" w="65999">
                  <a:moveTo>
                    <a:pt x="13372" y="0"/>
                  </a:moveTo>
                  <a:cubicBezTo>
                    <a:pt x="13051" y="1881"/>
                    <a:pt x="12653" y="8225"/>
                    <a:pt x="11445" y="11283"/>
                  </a:cubicBezTo>
                  <a:cubicBezTo>
                    <a:pt x="10237" y="14341"/>
                    <a:pt x="7883" y="16511"/>
                    <a:pt x="6125" y="18346"/>
                  </a:cubicBezTo>
                  <a:cubicBezTo>
                    <a:pt x="4367" y="20181"/>
                    <a:pt x="1875" y="21297"/>
                    <a:pt x="896" y="22291"/>
                  </a:cubicBezTo>
                  <a:cubicBezTo>
                    <a:pt x="-82" y="23285"/>
                    <a:pt x="-174" y="23896"/>
                    <a:pt x="254" y="24309"/>
                  </a:cubicBezTo>
                  <a:cubicBezTo>
                    <a:pt x="682" y="24722"/>
                    <a:pt x="805" y="24692"/>
                    <a:pt x="3465" y="24768"/>
                  </a:cubicBezTo>
                  <a:cubicBezTo>
                    <a:pt x="6125" y="24845"/>
                    <a:pt x="10925" y="24768"/>
                    <a:pt x="16215" y="24768"/>
                  </a:cubicBezTo>
                  <a:cubicBezTo>
                    <a:pt x="21505" y="24768"/>
                    <a:pt x="28630" y="24768"/>
                    <a:pt x="35204" y="24768"/>
                  </a:cubicBezTo>
                  <a:cubicBezTo>
                    <a:pt x="41778" y="24768"/>
                    <a:pt x="50783" y="24768"/>
                    <a:pt x="55660" y="24768"/>
                  </a:cubicBezTo>
                  <a:cubicBezTo>
                    <a:pt x="60537" y="24768"/>
                    <a:pt x="62754" y="25104"/>
                    <a:pt x="64466" y="24768"/>
                  </a:cubicBezTo>
                  <a:cubicBezTo>
                    <a:pt x="66178" y="24432"/>
                    <a:pt x="66056" y="23346"/>
                    <a:pt x="65934" y="22750"/>
                  </a:cubicBezTo>
                  <a:cubicBezTo>
                    <a:pt x="65812" y="22154"/>
                    <a:pt x="65353" y="22765"/>
                    <a:pt x="63732" y="21190"/>
                  </a:cubicBezTo>
                  <a:cubicBezTo>
                    <a:pt x="62111" y="19615"/>
                    <a:pt x="57999" y="16512"/>
                    <a:pt x="56210" y="13301"/>
                  </a:cubicBezTo>
                  <a:cubicBezTo>
                    <a:pt x="54421" y="10091"/>
                    <a:pt x="53505" y="4083"/>
                    <a:pt x="53000" y="1927"/>
                  </a:cubicBezTo>
                  <a:cubicBezTo>
                    <a:pt x="52496" y="-229"/>
                    <a:pt x="53153" y="627"/>
                    <a:pt x="53183" y="367"/>
                  </a:cubicBezTo>
                </a:path>
              </a:pathLst>
            </a:custGeom>
            <a:solidFill>
              <a:schemeClr val="lt1"/>
            </a:solidFill>
            <a:ln cap="flat" cmpd="sng" w="25600">
              <a:solidFill>
                <a:schemeClr val="lt1"/>
              </a:solidFill>
              <a:prstDash val="solid"/>
              <a:round/>
              <a:headEnd len="med" w="med" type="none"/>
              <a:tailEnd len="med" w="med" type="none"/>
            </a:ln>
          </p:spPr>
        </p:sp>
      </p:grpSp>
      <p:grpSp>
        <p:nvGrpSpPr>
          <p:cNvPr id="1107" name="Google Shape;1107;p62"/>
          <p:cNvGrpSpPr/>
          <p:nvPr/>
        </p:nvGrpSpPr>
        <p:grpSpPr>
          <a:xfrm>
            <a:off x="5915013" y="1602513"/>
            <a:ext cx="2392050" cy="586550"/>
            <a:chOff x="4892800" y="1978288"/>
            <a:chExt cx="2392050" cy="586550"/>
          </a:xfrm>
        </p:grpSpPr>
        <p:sp>
          <p:nvSpPr>
            <p:cNvPr id="1108" name="Google Shape;1108;p62"/>
            <p:cNvSpPr/>
            <p:nvPr/>
          </p:nvSpPr>
          <p:spPr>
            <a:xfrm>
              <a:off x="4980550" y="2034438"/>
              <a:ext cx="2304300" cy="5304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62"/>
            <p:cNvSpPr/>
            <p:nvPr/>
          </p:nvSpPr>
          <p:spPr>
            <a:xfrm>
              <a:off x="4892800" y="1978288"/>
              <a:ext cx="2304300" cy="530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0" name="Google Shape;1110;p62"/>
          <p:cNvSpPr txBox="1"/>
          <p:nvPr>
            <p:ph idx="1" type="subTitle"/>
          </p:nvPr>
        </p:nvSpPr>
        <p:spPr>
          <a:xfrm rot="420">
            <a:off x="5882850" y="2189225"/>
            <a:ext cx="2456400" cy="1386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The overhead using the proposed k3s-powered NMF architecture is very low.</a:t>
            </a:r>
            <a:endParaRPr/>
          </a:p>
          <a:p>
            <a:pPr indent="0" lvl="0" marL="0" rtl="0" algn="ctr">
              <a:spcBef>
                <a:spcPts val="0"/>
              </a:spcBef>
              <a:spcAft>
                <a:spcPts val="0"/>
              </a:spcAft>
              <a:buNone/>
            </a:pPr>
            <a:r>
              <a:rPr lang="en"/>
              <a:t>Only 200+Mb more memory is used for the full-blown PoC example.</a:t>
            </a:r>
            <a:endParaRPr/>
          </a:p>
        </p:txBody>
      </p:sp>
      <p:sp>
        <p:nvSpPr>
          <p:cNvPr id="1111" name="Google Shape;1111;p62"/>
          <p:cNvSpPr txBox="1"/>
          <p:nvPr>
            <p:ph type="title"/>
          </p:nvPr>
        </p:nvSpPr>
        <p:spPr>
          <a:xfrm>
            <a:off x="5915025" y="1628950"/>
            <a:ext cx="2302200" cy="533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500"/>
              <a:t>What about </a:t>
            </a:r>
            <a:endParaRPr sz="1500"/>
          </a:p>
          <a:p>
            <a:pPr indent="0" lvl="0" marL="0" rtl="0" algn="ctr">
              <a:spcBef>
                <a:spcPts val="0"/>
              </a:spcBef>
              <a:spcAft>
                <a:spcPts val="0"/>
              </a:spcAft>
              <a:buNone/>
            </a:pPr>
            <a:r>
              <a:rPr lang="en" sz="1500"/>
              <a:t>memory usage?</a:t>
            </a:r>
            <a:endParaRPr sz="1500"/>
          </a:p>
        </p:txBody>
      </p:sp>
      <p:grpSp>
        <p:nvGrpSpPr>
          <p:cNvPr id="1112" name="Google Shape;1112;p62"/>
          <p:cNvGrpSpPr/>
          <p:nvPr/>
        </p:nvGrpSpPr>
        <p:grpSpPr>
          <a:xfrm>
            <a:off x="795237" y="1134378"/>
            <a:ext cx="4836094" cy="3320412"/>
            <a:chOff x="867571" y="1496924"/>
            <a:chExt cx="3704400" cy="2543403"/>
          </a:xfrm>
        </p:grpSpPr>
        <p:sp>
          <p:nvSpPr>
            <p:cNvPr id="1113" name="Google Shape;1113;p62"/>
            <p:cNvSpPr/>
            <p:nvPr/>
          </p:nvSpPr>
          <p:spPr>
            <a:xfrm>
              <a:off x="867571" y="1496924"/>
              <a:ext cx="3704400" cy="2112900"/>
            </a:xfrm>
            <a:prstGeom prst="roundRect">
              <a:avLst>
                <a:gd fmla="val 3857" name="adj"/>
              </a:avLst>
            </a:prstGeom>
            <a:solidFill>
              <a:schemeClr val="accent5"/>
            </a:solidFill>
            <a:ln cap="flat" cmpd="sng" w="25600">
              <a:solidFill>
                <a:schemeClr val="accent5"/>
              </a:solidFill>
              <a:prstDash val="solid"/>
              <a:round/>
              <a:headEnd len="sm" w="sm" type="none"/>
              <a:tailEnd len="sm" w="sm" type="none"/>
            </a:ln>
          </p:spPr>
          <p:txBody>
            <a:bodyPr anchorCtr="0" anchor="ctr" bIns="122900" lIns="122900" spcFirstLastPara="1" rIns="122900" wrap="square" tIns="122900">
              <a:noAutofit/>
            </a:bodyPr>
            <a:lstStyle/>
            <a:p>
              <a:pPr indent="0" lvl="0" marL="0" rtl="0" algn="l">
                <a:spcBef>
                  <a:spcPts val="0"/>
                </a:spcBef>
                <a:spcAft>
                  <a:spcPts val="0"/>
                </a:spcAft>
                <a:buNone/>
              </a:pPr>
              <a:r>
                <a:t/>
              </a:r>
              <a:endParaRPr/>
            </a:p>
          </p:txBody>
        </p:sp>
        <p:sp>
          <p:nvSpPr>
            <p:cNvPr id="1114" name="Google Shape;1114;p62"/>
            <p:cNvSpPr/>
            <p:nvPr/>
          </p:nvSpPr>
          <p:spPr>
            <a:xfrm>
              <a:off x="2085675" y="3609668"/>
              <a:ext cx="1264871" cy="430659"/>
            </a:xfrm>
            <a:custGeom>
              <a:rect b="b" l="l" r="r" t="t"/>
              <a:pathLst>
                <a:path extrusionOk="0" h="24926" w="65999">
                  <a:moveTo>
                    <a:pt x="13372" y="0"/>
                  </a:moveTo>
                  <a:cubicBezTo>
                    <a:pt x="13051" y="1881"/>
                    <a:pt x="12653" y="8225"/>
                    <a:pt x="11445" y="11283"/>
                  </a:cubicBezTo>
                  <a:cubicBezTo>
                    <a:pt x="10237" y="14341"/>
                    <a:pt x="7883" y="16511"/>
                    <a:pt x="6125" y="18346"/>
                  </a:cubicBezTo>
                  <a:cubicBezTo>
                    <a:pt x="4367" y="20181"/>
                    <a:pt x="1875" y="21297"/>
                    <a:pt x="896" y="22291"/>
                  </a:cubicBezTo>
                  <a:cubicBezTo>
                    <a:pt x="-82" y="23285"/>
                    <a:pt x="-174" y="23896"/>
                    <a:pt x="254" y="24309"/>
                  </a:cubicBezTo>
                  <a:cubicBezTo>
                    <a:pt x="682" y="24722"/>
                    <a:pt x="805" y="24692"/>
                    <a:pt x="3465" y="24768"/>
                  </a:cubicBezTo>
                  <a:cubicBezTo>
                    <a:pt x="6125" y="24845"/>
                    <a:pt x="10925" y="24768"/>
                    <a:pt x="16215" y="24768"/>
                  </a:cubicBezTo>
                  <a:cubicBezTo>
                    <a:pt x="21505" y="24768"/>
                    <a:pt x="28630" y="24768"/>
                    <a:pt x="35204" y="24768"/>
                  </a:cubicBezTo>
                  <a:cubicBezTo>
                    <a:pt x="41778" y="24768"/>
                    <a:pt x="50783" y="24768"/>
                    <a:pt x="55660" y="24768"/>
                  </a:cubicBezTo>
                  <a:cubicBezTo>
                    <a:pt x="60537" y="24768"/>
                    <a:pt x="62754" y="25104"/>
                    <a:pt x="64466" y="24768"/>
                  </a:cubicBezTo>
                  <a:cubicBezTo>
                    <a:pt x="66178" y="24432"/>
                    <a:pt x="66056" y="23346"/>
                    <a:pt x="65934" y="22750"/>
                  </a:cubicBezTo>
                  <a:cubicBezTo>
                    <a:pt x="65812" y="22154"/>
                    <a:pt x="65353" y="22765"/>
                    <a:pt x="63732" y="21190"/>
                  </a:cubicBezTo>
                  <a:cubicBezTo>
                    <a:pt x="62111" y="19615"/>
                    <a:pt x="57999" y="16512"/>
                    <a:pt x="56210" y="13301"/>
                  </a:cubicBezTo>
                  <a:cubicBezTo>
                    <a:pt x="54421" y="10091"/>
                    <a:pt x="53505" y="4083"/>
                    <a:pt x="53000" y="1927"/>
                  </a:cubicBezTo>
                  <a:cubicBezTo>
                    <a:pt x="52496" y="-229"/>
                    <a:pt x="53153" y="627"/>
                    <a:pt x="53183" y="367"/>
                  </a:cubicBezTo>
                </a:path>
              </a:pathLst>
            </a:custGeom>
            <a:solidFill>
              <a:schemeClr val="accent5"/>
            </a:solidFill>
            <a:ln cap="flat" cmpd="sng" w="25600">
              <a:solidFill>
                <a:schemeClr val="accent5"/>
              </a:solidFill>
              <a:prstDash val="solid"/>
              <a:round/>
              <a:headEnd len="med" w="med" type="none"/>
              <a:tailEnd len="med" w="med" type="none"/>
            </a:ln>
          </p:spPr>
        </p:sp>
        <p:cxnSp>
          <p:nvCxnSpPr>
            <p:cNvPr id="1115" name="Google Shape;1115;p62"/>
            <p:cNvCxnSpPr/>
            <p:nvPr/>
          </p:nvCxnSpPr>
          <p:spPr>
            <a:xfrm>
              <a:off x="2099346" y="3999597"/>
              <a:ext cx="1246500" cy="0"/>
            </a:xfrm>
            <a:prstGeom prst="straightConnector1">
              <a:avLst/>
            </a:prstGeom>
            <a:noFill/>
            <a:ln cap="flat" cmpd="sng" w="25600">
              <a:solidFill>
                <a:schemeClr val="accent5"/>
              </a:solidFill>
              <a:prstDash val="solid"/>
              <a:round/>
              <a:headEnd len="med" w="med" type="none"/>
              <a:tailEnd len="med" w="med" type="none"/>
            </a:ln>
          </p:spPr>
        </p:cxnSp>
      </p:grpSp>
      <p:pic>
        <p:nvPicPr>
          <p:cNvPr id="1116" name="Google Shape;1116;p62" title="memory_snapshot_k3s_nmf.png"/>
          <p:cNvPicPr preferRelativeResize="0"/>
          <p:nvPr>
            <p:ph idx="2" type="pic"/>
          </p:nvPr>
        </p:nvPicPr>
        <p:blipFill rotWithShape="1">
          <a:blip r:embed="rId3">
            <a:alphaModFix/>
          </a:blip>
          <a:srcRect b="0" l="0" r="0" t="-1481"/>
          <a:stretch/>
        </p:blipFill>
        <p:spPr>
          <a:xfrm>
            <a:off x="1030602" y="1325378"/>
            <a:ext cx="4365229" cy="2424282"/>
          </a:xfrm>
          <a:prstGeom prst="rect">
            <a:avLst/>
          </a:prstGeom>
        </p:spPr>
      </p:pic>
      <p:sp>
        <p:nvSpPr>
          <p:cNvPr id="1117" name="Google Shape;1117;p62"/>
          <p:cNvSpPr/>
          <p:nvPr/>
        </p:nvSpPr>
        <p:spPr>
          <a:xfrm>
            <a:off x="8040264" y="3832450"/>
            <a:ext cx="266820" cy="687953"/>
          </a:xfrm>
          <a:custGeom>
            <a:rect b="b" l="l" r="r" t="t"/>
            <a:pathLst>
              <a:path extrusionOk="0" h="7807" w="3028">
                <a:moveTo>
                  <a:pt x="1243" y="7807"/>
                </a:moveTo>
                <a:lnTo>
                  <a:pt x="1243" y="1041"/>
                </a:lnTo>
                <a:lnTo>
                  <a:pt x="385" y="1897"/>
                </a:lnTo>
                <a:lnTo>
                  <a:pt x="1" y="1512"/>
                </a:lnTo>
                <a:lnTo>
                  <a:pt x="1514" y="1"/>
                </a:lnTo>
                <a:lnTo>
                  <a:pt x="3028" y="1512"/>
                </a:lnTo>
                <a:lnTo>
                  <a:pt x="2643" y="1897"/>
                </a:lnTo>
                <a:lnTo>
                  <a:pt x="1788" y="1041"/>
                </a:lnTo>
                <a:lnTo>
                  <a:pt x="1788" y="780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grpSp>
        <p:nvGrpSpPr>
          <p:cNvPr id="1122" name="Google Shape;1122;p63"/>
          <p:cNvGrpSpPr/>
          <p:nvPr/>
        </p:nvGrpSpPr>
        <p:grpSpPr>
          <a:xfrm>
            <a:off x="3470987" y="1134461"/>
            <a:ext cx="4836094" cy="3320412"/>
            <a:chOff x="867571" y="1496924"/>
            <a:chExt cx="3704400" cy="2543403"/>
          </a:xfrm>
        </p:grpSpPr>
        <p:sp>
          <p:nvSpPr>
            <p:cNvPr id="1123" name="Google Shape;1123;p63"/>
            <p:cNvSpPr/>
            <p:nvPr/>
          </p:nvSpPr>
          <p:spPr>
            <a:xfrm>
              <a:off x="867571" y="1496924"/>
              <a:ext cx="3704400" cy="2112900"/>
            </a:xfrm>
            <a:prstGeom prst="roundRect">
              <a:avLst>
                <a:gd fmla="val 3857" name="adj"/>
              </a:avLst>
            </a:prstGeom>
            <a:solidFill>
              <a:schemeClr val="lt1"/>
            </a:solidFill>
            <a:ln cap="flat" cmpd="sng" w="25600">
              <a:solidFill>
                <a:schemeClr val="lt1"/>
              </a:solidFill>
              <a:prstDash val="solid"/>
              <a:round/>
              <a:headEnd len="sm" w="sm" type="none"/>
              <a:tailEnd len="sm" w="sm" type="none"/>
            </a:ln>
          </p:spPr>
          <p:txBody>
            <a:bodyPr anchorCtr="0" anchor="ctr" bIns="122900" lIns="122900" spcFirstLastPara="1" rIns="122900" wrap="square" tIns="122900">
              <a:noAutofit/>
            </a:bodyPr>
            <a:lstStyle/>
            <a:p>
              <a:pPr indent="0" lvl="0" marL="0" rtl="0" algn="l">
                <a:spcBef>
                  <a:spcPts val="0"/>
                </a:spcBef>
                <a:spcAft>
                  <a:spcPts val="0"/>
                </a:spcAft>
                <a:buNone/>
              </a:pPr>
              <a:r>
                <a:t/>
              </a:r>
              <a:endParaRPr/>
            </a:p>
          </p:txBody>
        </p:sp>
        <p:sp>
          <p:nvSpPr>
            <p:cNvPr id="1124" name="Google Shape;1124;p63"/>
            <p:cNvSpPr/>
            <p:nvPr/>
          </p:nvSpPr>
          <p:spPr>
            <a:xfrm>
              <a:off x="2085675" y="3609668"/>
              <a:ext cx="1264871" cy="430659"/>
            </a:xfrm>
            <a:custGeom>
              <a:rect b="b" l="l" r="r" t="t"/>
              <a:pathLst>
                <a:path extrusionOk="0" h="24926" w="65999">
                  <a:moveTo>
                    <a:pt x="13372" y="0"/>
                  </a:moveTo>
                  <a:cubicBezTo>
                    <a:pt x="13051" y="1881"/>
                    <a:pt x="12653" y="8225"/>
                    <a:pt x="11445" y="11283"/>
                  </a:cubicBezTo>
                  <a:cubicBezTo>
                    <a:pt x="10237" y="14341"/>
                    <a:pt x="7883" y="16511"/>
                    <a:pt x="6125" y="18346"/>
                  </a:cubicBezTo>
                  <a:cubicBezTo>
                    <a:pt x="4367" y="20181"/>
                    <a:pt x="1875" y="21297"/>
                    <a:pt x="896" y="22291"/>
                  </a:cubicBezTo>
                  <a:cubicBezTo>
                    <a:pt x="-82" y="23285"/>
                    <a:pt x="-174" y="23896"/>
                    <a:pt x="254" y="24309"/>
                  </a:cubicBezTo>
                  <a:cubicBezTo>
                    <a:pt x="682" y="24722"/>
                    <a:pt x="805" y="24692"/>
                    <a:pt x="3465" y="24768"/>
                  </a:cubicBezTo>
                  <a:cubicBezTo>
                    <a:pt x="6125" y="24845"/>
                    <a:pt x="10925" y="24768"/>
                    <a:pt x="16215" y="24768"/>
                  </a:cubicBezTo>
                  <a:cubicBezTo>
                    <a:pt x="21505" y="24768"/>
                    <a:pt x="28630" y="24768"/>
                    <a:pt x="35204" y="24768"/>
                  </a:cubicBezTo>
                  <a:cubicBezTo>
                    <a:pt x="41778" y="24768"/>
                    <a:pt x="50783" y="24768"/>
                    <a:pt x="55660" y="24768"/>
                  </a:cubicBezTo>
                  <a:cubicBezTo>
                    <a:pt x="60537" y="24768"/>
                    <a:pt x="62754" y="25104"/>
                    <a:pt x="64466" y="24768"/>
                  </a:cubicBezTo>
                  <a:cubicBezTo>
                    <a:pt x="66178" y="24432"/>
                    <a:pt x="66056" y="23346"/>
                    <a:pt x="65934" y="22750"/>
                  </a:cubicBezTo>
                  <a:cubicBezTo>
                    <a:pt x="65812" y="22154"/>
                    <a:pt x="65353" y="22765"/>
                    <a:pt x="63732" y="21190"/>
                  </a:cubicBezTo>
                  <a:cubicBezTo>
                    <a:pt x="62111" y="19615"/>
                    <a:pt x="57999" y="16512"/>
                    <a:pt x="56210" y="13301"/>
                  </a:cubicBezTo>
                  <a:cubicBezTo>
                    <a:pt x="54421" y="10091"/>
                    <a:pt x="53505" y="4083"/>
                    <a:pt x="53000" y="1927"/>
                  </a:cubicBezTo>
                  <a:cubicBezTo>
                    <a:pt x="52496" y="-229"/>
                    <a:pt x="53153" y="627"/>
                    <a:pt x="53183" y="367"/>
                  </a:cubicBezTo>
                </a:path>
              </a:pathLst>
            </a:custGeom>
            <a:solidFill>
              <a:schemeClr val="lt1"/>
            </a:solidFill>
            <a:ln cap="flat" cmpd="sng" w="25600">
              <a:solidFill>
                <a:schemeClr val="lt1"/>
              </a:solidFill>
              <a:prstDash val="solid"/>
              <a:round/>
              <a:headEnd len="med" w="med" type="none"/>
              <a:tailEnd len="med" w="med" type="none"/>
            </a:ln>
          </p:spPr>
        </p:sp>
      </p:grpSp>
      <p:grpSp>
        <p:nvGrpSpPr>
          <p:cNvPr id="1125" name="Google Shape;1125;p63"/>
          <p:cNvGrpSpPr/>
          <p:nvPr/>
        </p:nvGrpSpPr>
        <p:grpSpPr>
          <a:xfrm>
            <a:off x="638463" y="1585163"/>
            <a:ext cx="2392050" cy="586550"/>
            <a:chOff x="4892800" y="1978288"/>
            <a:chExt cx="2392050" cy="586550"/>
          </a:xfrm>
        </p:grpSpPr>
        <p:sp>
          <p:nvSpPr>
            <p:cNvPr id="1126" name="Google Shape;1126;p63"/>
            <p:cNvSpPr/>
            <p:nvPr/>
          </p:nvSpPr>
          <p:spPr>
            <a:xfrm>
              <a:off x="4980550" y="2034438"/>
              <a:ext cx="2304300" cy="5304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63"/>
            <p:cNvSpPr/>
            <p:nvPr/>
          </p:nvSpPr>
          <p:spPr>
            <a:xfrm>
              <a:off x="4892800" y="1978288"/>
              <a:ext cx="2304300" cy="530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8" name="Google Shape;1128;p63"/>
          <p:cNvSpPr txBox="1"/>
          <p:nvPr>
            <p:ph idx="1" type="subTitle"/>
          </p:nvPr>
        </p:nvSpPr>
        <p:spPr>
          <a:xfrm rot="420">
            <a:off x="606300" y="2171875"/>
            <a:ext cx="2456400" cy="1700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The CPU overhead using the proposed k3s architecture is almost negligible.</a:t>
            </a:r>
            <a:endParaRPr/>
          </a:p>
          <a:p>
            <a:pPr indent="0" lvl="0" marL="0" rtl="0" algn="ctr">
              <a:spcBef>
                <a:spcPts val="0"/>
              </a:spcBef>
              <a:spcAft>
                <a:spcPts val="0"/>
              </a:spcAft>
              <a:buNone/>
            </a:pPr>
            <a:r>
              <a:rPr lang="en"/>
              <a:t>&lt;5% average utilization difference comparing a deployed Supervisor with &amp; without k3s.</a:t>
            </a:r>
            <a:endParaRPr/>
          </a:p>
        </p:txBody>
      </p:sp>
      <p:sp>
        <p:nvSpPr>
          <p:cNvPr id="1129" name="Google Shape;1129;p63"/>
          <p:cNvSpPr txBox="1"/>
          <p:nvPr>
            <p:ph type="title"/>
          </p:nvPr>
        </p:nvSpPr>
        <p:spPr>
          <a:xfrm>
            <a:off x="638475" y="1611600"/>
            <a:ext cx="2302200" cy="533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500"/>
              <a:t>What about </a:t>
            </a:r>
            <a:endParaRPr sz="1500"/>
          </a:p>
          <a:p>
            <a:pPr indent="0" lvl="0" marL="0" rtl="0" algn="ctr">
              <a:spcBef>
                <a:spcPts val="0"/>
              </a:spcBef>
              <a:spcAft>
                <a:spcPts val="0"/>
              </a:spcAft>
              <a:buNone/>
            </a:pPr>
            <a:r>
              <a:rPr lang="en" sz="1500"/>
              <a:t>CPU usage?</a:t>
            </a:r>
            <a:endParaRPr sz="1500"/>
          </a:p>
        </p:txBody>
      </p:sp>
      <p:grpSp>
        <p:nvGrpSpPr>
          <p:cNvPr id="1130" name="Google Shape;1130;p63"/>
          <p:cNvGrpSpPr/>
          <p:nvPr/>
        </p:nvGrpSpPr>
        <p:grpSpPr>
          <a:xfrm>
            <a:off x="3508787" y="1134453"/>
            <a:ext cx="4836094" cy="3320412"/>
            <a:chOff x="867571" y="1496924"/>
            <a:chExt cx="3704400" cy="2543403"/>
          </a:xfrm>
        </p:grpSpPr>
        <p:sp>
          <p:nvSpPr>
            <p:cNvPr id="1131" name="Google Shape;1131;p63"/>
            <p:cNvSpPr/>
            <p:nvPr/>
          </p:nvSpPr>
          <p:spPr>
            <a:xfrm>
              <a:off x="867571" y="1496924"/>
              <a:ext cx="3704400" cy="2112900"/>
            </a:xfrm>
            <a:prstGeom prst="roundRect">
              <a:avLst>
                <a:gd fmla="val 3857" name="adj"/>
              </a:avLst>
            </a:prstGeom>
            <a:solidFill>
              <a:schemeClr val="accent5"/>
            </a:solidFill>
            <a:ln cap="flat" cmpd="sng" w="25600">
              <a:solidFill>
                <a:schemeClr val="accent5"/>
              </a:solidFill>
              <a:prstDash val="solid"/>
              <a:round/>
              <a:headEnd len="sm" w="sm" type="none"/>
              <a:tailEnd len="sm" w="sm" type="none"/>
            </a:ln>
          </p:spPr>
          <p:txBody>
            <a:bodyPr anchorCtr="0" anchor="ctr" bIns="122900" lIns="122900" spcFirstLastPara="1" rIns="122900" wrap="square" tIns="122900">
              <a:noAutofit/>
            </a:bodyPr>
            <a:lstStyle/>
            <a:p>
              <a:pPr indent="0" lvl="0" marL="0" rtl="0" algn="l">
                <a:spcBef>
                  <a:spcPts val="0"/>
                </a:spcBef>
                <a:spcAft>
                  <a:spcPts val="0"/>
                </a:spcAft>
                <a:buNone/>
              </a:pPr>
              <a:r>
                <a:t/>
              </a:r>
              <a:endParaRPr/>
            </a:p>
          </p:txBody>
        </p:sp>
        <p:sp>
          <p:nvSpPr>
            <p:cNvPr id="1132" name="Google Shape;1132;p63"/>
            <p:cNvSpPr/>
            <p:nvPr/>
          </p:nvSpPr>
          <p:spPr>
            <a:xfrm>
              <a:off x="2085675" y="3609668"/>
              <a:ext cx="1264871" cy="430659"/>
            </a:xfrm>
            <a:custGeom>
              <a:rect b="b" l="l" r="r" t="t"/>
              <a:pathLst>
                <a:path extrusionOk="0" h="24926" w="65999">
                  <a:moveTo>
                    <a:pt x="13372" y="0"/>
                  </a:moveTo>
                  <a:cubicBezTo>
                    <a:pt x="13051" y="1881"/>
                    <a:pt x="12653" y="8225"/>
                    <a:pt x="11445" y="11283"/>
                  </a:cubicBezTo>
                  <a:cubicBezTo>
                    <a:pt x="10237" y="14341"/>
                    <a:pt x="7883" y="16511"/>
                    <a:pt x="6125" y="18346"/>
                  </a:cubicBezTo>
                  <a:cubicBezTo>
                    <a:pt x="4367" y="20181"/>
                    <a:pt x="1875" y="21297"/>
                    <a:pt x="896" y="22291"/>
                  </a:cubicBezTo>
                  <a:cubicBezTo>
                    <a:pt x="-82" y="23285"/>
                    <a:pt x="-174" y="23896"/>
                    <a:pt x="254" y="24309"/>
                  </a:cubicBezTo>
                  <a:cubicBezTo>
                    <a:pt x="682" y="24722"/>
                    <a:pt x="805" y="24692"/>
                    <a:pt x="3465" y="24768"/>
                  </a:cubicBezTo>
                  <a:cubicBezTo>
                    <a:pt x="6125" y="24845"/>
                    <a:pt x="10925" y="24768"/>
                    <a:pt x="16215" y="24768"/>
                  </a:cubicBezTo>
                  <a:cubicBezTo>
                    <a:pt x="21505" y="24768"/>
                    <a:pt x="28630" y="24768"/>
                    <a:pt x="35204" y="24768"/>
                  </a:cubicBezTo>
                  <a:cubicBezTo>
                    <a:pt x="41778" y="24768"/>
                    <a:pt x="50783" y="24768"/>
                    <a:pt x="55660" y="24768"/>
                  </a:cubicBezTo>
                  <a:cubicBezTo>
                    <a:pt x="60537" y="24768"/>
                    <a:pt x="62754" y="25104"/>
                    <a:pt x="64466" y="24768"/>
                  </a:cubicBezTo>
                  <a:cubicBezTo>
                    <a:pt x="66178" y="24432"/>
                    <a:pt x="66056" y="23346"/>
                    <a:pt x="65934" y="22750"/>
                  </a:cubicBezTo>
                  <a:cubicBezTo>
                    <a:pt x="65812" y="22154"/>
                    <a:pt x="65353" y="22765"/>
                    <a:pt x="63732" y="21190"/>
                  </a:cubicBezTo>
                  <a:cubicBezTo>
                    <a:pt x="62111" y="19615"/>
                    <a:pt x="57999" y="16512"/>
                    <a:pt x="56210" y="13301"/>
                  </a:cubicBezTo>
                  <a:cubicBezTo>
                    <a:pt x="54421" y="10091"/>
                    <a:pt x="53505" y="4083"/>
                    <a:pt x="53000" y="1927"/>
                  </a:cubicBezTo>
                  <a:cubicBezTo>
                    <a:pt x="52496" y="-229"/>
                    <a:pt x="53153" y="627"/>
                    <a:pt x="53183" y="367"/>
                  </a:cubicBezTo>
                </a:path>
              </a:pathLst>
            </a:custGeom>
            <a:solidFill>
              <a:schemeClr val="accent5"/>
            </a:solidFill>
            <a:ln cap="flat" cmpd="sng" w="25600">
              <a:solidFill>
                <a:schemeClr val="accent5"/>
              </a:solidFill>
              <a:prstDash val="solid"/>
              <a:round/>
              <a:headEnd len="med" w="med" type="none"/>
              <a:tailEnd len="med" w="med" type="none"/>
            </a:ln>
          </p:spPr>
        </p:sp>
        <p:cxnSp>
          <p:nvCxnSpPr>
            <p:cNvPr id="1133" name="Google Shape;1133;p63"/>
            <p:cNvCxnSpPr/>
            <p:nvPr/>
          </p:nvCxnSpPr>
          <p:spPr>
            <a:xfrm>
              <a:off x="2099346" y="3999597"/>
              <a:ext cx="1246500" cy="0"/>
            </a:xfrm>
            <a:prstGeom prst="straightConnector1">
              <a:avLst/>
            </a:prstGeom>
            <a:noFill/>
            <a:ln cap="flat" cmpd="sng" w="25600">
              <a:solidFill>
                <a:schemeClr val="accent5"/>
              </a:solidFill>
              <a:prstDash val="solid"/>
              <a:round/>
              <a:headEnd len="med" w="med" type="none"/>
              <a:tailEnd len="med" w="med" type="none"/>
            </a:ln>
          </p:spPr>
        </p:cxnSp>
      </p:grpSp>
      <p:pic>
        <p:nvPicPr>
          <p:cNvPr id="1134" name="Google Shape;1134;p63" title="cpu_supervisor_nmf_k3s.png"/>
          <p:cNvPicPr preferRelativeResize="0"/>
          <p:nvPr>
            <p:ph idx="2" type="pic"/>
          </p:nvPr>
        </p:nvPicPr>
        <p:blipFill rotWithShape="1">
          <a:blip r:embed="rId3">
            <a:alphaModFix/>
          </a:blip>
          <a:srcRect b="0" l="0" r="0" t="0"/>
          <a:stretch/>
        </p:blipFill>
        <p:spPr>
          <a:xfrm>
            <a:off x="3706352" y="1249778"/>
            <a:ext cx="4365230" cy="2424282"/>
          </a:xfrm>
          <a:prstGeom prst="rect">
            <a:avLst/>
          </a:prstGeom>
        </p:spPr>
      </p:pic>
      <p:sp>
        <p:nvSpPr>
          <p:cNvPr id="1135" name="Google Shape;1135;p63"/>
          <p:cNvSpPr/>
          <p:nvPr/>
        </p:nvSpPr>
        <p:spPr>
          <a:xfrm>
            <a:off x="738639" y="3915550"/>
            <a:ext cx="266820" cy="687953"/>
          </a:xfrm>
          <a:custGeom>
            <a:rect b="b" l="l" r="r" t="t"/>
            <a:pathLst>
              <a:path extrusionOk="0" h="7807" w="3028">
                <a:moveTo>
                  <a:pt x="1243" y="7807"/>
                </a:moveTo>
                <a:lnTo>
                  <a:pt x="1243" y="1041"/>
                </a:lnTo>
                <a:lnTo>
                  <a:pt x="385" y="1897"/>
                </a:lnTo>
                <a:lnTo>
                  <a:pt x="1" y="1512"/>
                </a:lnTo>
                <a:lnTo>
                  <a:pt x="1514" y="1"/>
                </a:lnTo>
                <a:lnTo>
                  <a:pt x="3028" y="1512"/>
                </a:lnTo>
                <a:lnTo>
                  <a:pt x="2643" y="1897"/>
                </a:lnTo>
                <a:lnTo>
                  <a:pt x="1788" y="1041"/>
                </a:lnTo>
                <a:lnTo>
                  <a:pt x="1788" y="780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mc:AlternateContent>
    <mc:Choice Requires="p14">
      <p:transition spd="slow" p14:dur="1200">
        <p14:flip dir="l"/>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alpha val="0"/>
          </a:srgbClr>
        </a:solidFill>
      </p:bgPr>
    </p:bg>
    <p:spTree>
      <p:nvGrpSpPr>
        <p:cNvPr id="1139" name="Shape 1139"/>
        <p:cNvGrpSpPr/>
        <p:nvPr/>
      </p:nvGrpSpPr>
      <p:grpSpPr>
        <a:xfrm>
          <a:off x="0" y="0"/>
          <a:ext cx="0" cy="0"/>
          <a:chOff x="0" y="0"/>
          <a:chExt cx="0" cy="0"/>
        </a:xfrm>
      </p:grpSpPr>
      <p:sp>
        <p:nvSpPr>
          <p:cNvPr id="1140" name="Google Shape;1140;p64"/>
          <p:cNvSpPr/>
          <p:nvPr/>
        </p:nvSpPr>
        <p:spPr>
          <a:xfrm>
            <a:off x="412850" y="1422450"/>
            <a:ext cx="3070200" cy="2298600"/>
          </a:xfrm>
          <a:prstGeom prst="roundRect">
            <a:avLst>
              <a:gd fmla="val 6976"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64"/>
          <p:cNvSpPr/>
          <p:nvPr/>
        </p:nvSpPr>
        <p:spPr>
          <a:xfrm>
            <a:off x="509500" y="1469200"/>
            <a:ext cx="2878966" cy="2134539"/>
          </a:xfrm>
          <a:custGeom>
            <a:rect b="b" l="l" r="r" t="t"/>
            <a:pathLst>
              <a:path extrusionOk="0" h="14291" w="13231">
                <a:moveTo>
                  <a:pt x="368" y="1054"/>
                </a:moveTo>
                <a:cubicBezTo>
                  <a:pt x="368" y="1054"/>
                  <a:pt x="0" y="13182"/>
                  <a:pt x="685" y="13708"/>
                </a:cubicBezTo>
                <a:cubicBezTo>
                  <a:pt x="1368" y="14237"/>
                  <a:pt x="12496" y="14290"/>
                  <a:pt x="12863" y="13499"/>
                </a:cubicBezTo>
                <a:cubicBezTo>
                  <a:pt x="13231" y="12707"/>
                  <a:pt x="13128" y="683"/>
                  <a:pt x="12071" y="581"/>
                </a:cubicBezTo>
                <a:cubicBezTo>
                  <a:pt x="11018" y="474"/>
                  <a:pt x="578" y="1"/>
                  <a:pt x="368" y="1054"/>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64"/>
          <p:cNvSpPr txBox="1"/>
          <p:nvPr>
            <p:ph type="title"/>
          </p:nvPr>
        </p:nvSpPr>
        <p:spPr>
          <a:xfrm>
            <a:off x="745550" y="1654950"/>
            <a:ext cx="2404800" cy="1833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n" sz="2200">
                <a:solidFill>
                  <a:schemeClr val="lt1"/>
                </a:solidFill>
              </a:rPr>
              <a:t>Proof of Concept NMF with CICD System Design</a:t>
            </a:r>
            <a:endParaRPr b="0" sz="2200">
              <a:solidFill>
                <a:schemeClr val="lt1"/>
              </a:solidFill>
            </a:endParaRPr>
          </a:p>
        </p:txBody>
      </p:sp>
      <p:pic>
        <p:nvPicPr>
          <p:cNvPr id="1143" name="Google Shape;1143;p64" title="NMF with CICD System Design.png"/>
          <p:cNvPicPr preferRelativeResize="0"/>
          <p:nvPr/>
        </p:nvPicPr>
        <p:blipFill>
          <a:blip r:embed="rId3">
            <a:alphaModFix/>
          </a:blip>
          <a:stretch>
            <a:fillRect/>
          </a:stretch>
        </p:blipFill>
        <p:spPr>
          <a:xfrm>
            <a:off x="3656625" y="401525"/>
            <a:ext cx="5356150" cy="4340441"/>
          </a:xfrm>
          <a:prstGeom prst="rect">
            <a:avLst/>
          </a:prstGeom>
          <a:noFill/>
          <a:ln>
            <a:noFill/>
          </a:ln>
        </p:spPr>
      </p:pic>
      <p:sp>
        <p:nvSpPr>
          <p:cNvPr id="1144" name="Google Shape;1144;p64"/>
          <p:cNvSpPr/>
          <p:nvPr/>
        </p:nvSpPr>
        <p:spPr>
          <a:xfrm flipH="1" rot="8968779">
            <a:off x="1441299" y="411535"/>
            <a:ext cx="170137" cy="170177"/>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accent4"/>
          </a:solidFill>
          <a:ln>
            <a:noFill/>
          </a:ln>
        </p:spPr>
        <p:txBody>
          <a:bodyPr anchorCtr="0" anchor="ctr" bIns="34375" lIns="34375" spcFirstLastPara="1" rIns="34375" wrap="square" tIns="34375">
            <a:noAutofit/>
          </a:bodyPr>
          <a:lstStyle/>
          <a:p>
            <a:pPr indent="0" lvl="0" marL="0" rtl="0" algn="l">
              <a:spcBef>
                <a:spcPts val="0"/>
              </a:spcBef>
              <a:spcAft>
                <a:spcPts val="0"/>
              </a:spcAft>
              <a:buNone/>
            </a:pPr>
            <a:r>
              <a:t/>
            </a:r>
            <a:endParaRPr/>
          </a:p>
        </p:txBody>
      </p:sp>
      <p:sp>
        <p:nvSpPr>
          <p:cNvPr id="1145" name="Google Shape;1145;p64"/>
          <p:cNvSpPr/>
          <p:nvPr/>
        </p:nvSpPr>
        <p:spPr>
          <a:xfrm flipH="1" rot="-4048858">
            <a:off x="1173911" y="209820"/>
            <a:ext cx="704941" cy="573591"/>
          </a:xfrm>
          <a:custGeom>
            <a:rect b="b" l="l" r="r" t="t"/>
            <a:pathLst>
              <a:path extrusionOk="0" h="8014" w="9849">
                <a:moveTo>
                  <a:pt x="2143" y="0"/>
                </a:moveTo>
                <a:cubicBezTo>
                  <a:pt x="2606" y="0"/>
                  <a:pt x="2982" y="375"/>
                  <a:pt x="2982" y="837"/>
                </a:cubicBezTo>
                <a:cubicBezTo>
                  <a:pt x="2982" y="946"/>
                  <a:pt x="2961" y="1045"/>
                  <a:pt x="2924" y="1142"/>
                </a:cubicBezTo>
                <a:lnTo>
                  <a:pt x="8300" y="3856"/>
                </a:lnTo>
                <a:cubicBezTo>
                  <a:pt x="8450" y="3622"/>
                  <a:pt x="8711" y="3463"/>
                  <a:pt x="9009" y="3463"/>
                </a:cubicBezTo>
                <a:cubicBezTo>
                  <a:pt x="9472" y="3463"/>
                  <a:pt x="9848" y="3840"/>
                  <a:pt x="9848" y="4302"/>
                </a:cubicBezTo>
                <a:cubicBezTo>
                  <a:pt x="9848" y="4765"/>
                  <a:pt x="9472" y="5139"/>
                  <a:pt x="9009" y="5139"/>
                </a:cubicBezTo>
                <a:cubicBezTo>
                  <a:pt x="8709" y="5139"/>
                  <a:pt x="8444" y="4981"/>
                  <a:pt x="8298" y="4744"/>
                </a:cubicBezTo>
                <a:lnTo>
                  <a:pt x="2756" y="7483"/>
                </a:lnTo>
                <a:cubicBezTo>
                  <a:pt x="2766" y="7520"/>
                  <a:pt x="2770" y="7555"/>
                  <a:pt x="2770" y="7594"/>
                </a:cubicBezTo>
                <a:cubicBezTo>
                  <a:pt x="2770" y="7827"/>
                  <a:pt x="2583" y="8014"/>
                  <a:pt x="2353" y="8014"/>
                </a:cubicBezTo>
                <a:cubicBezTo>
                  <a:pt x="2120" y="8014"/>
                  <a:pt x="1933" y="7827"/>
                  <a:pt x="1933" y="7594"/>
                </a:cubicBezTo>
                <a:cubicBezTo>
                  <a:pt x="1933" y="7395"/>
                  <a:pt x="2071" y="7231"/>
                  <a:pt x="2260" y="7185"/>
                </a:cubicBezTo>
                <a:lnTo>
                  <a:pt x="2089" y="1670"/>
                </a:lnTo>
                <a:cubicBezTo>
                  <a:pt x="1654" y="1641"/>
                  <a:pt x="1306" y="1277"/>
                  <a:pt x="1306" y="835"/>
                </a:cubicBezTo>
                <a:cubicBezTo>
                  <a:pt x="1306" y="375"/>
                  <a:pt x="1680" y="0"/>
                  <a:pt x="2143" y="0"/>
                </a:cubicBezTo>
                <a:close/>
                <a:moveTo>
                  <a:pt x="416" y="4551"/>
                </a:moveTo>
                <a:cubicBezTo>
                  <a:pt x="646" y="4551"/>
                  <a:pt x="833" y="4736"/>
                  <a:pt x="833" y="4969"/>
                </a:cubicBezTo>
                <a:cubicBezTo>
                  <a:pt x="833" y="5199"/>
                  <a:pt x="648" y="5384"/>
                  <a:pt x="416" y="5384"/>
                </a:cubicBezTo>
                <a:cubicBezTo>
                  <a:pt x="187" y="5384"/>
                  <a:pt x="0" y="5199"/>
                  <a:pt x="0" y="4969"/>
                </a:cubicBezTo>
                <a:cubicBezTo>
                  <a:pt x="2" y="4736"/>
                  <a:pt x="187" y="4551"/>
                  <a:pt x="416" y="4551"/>
                </a:cubicBezTo>
                <a:close/>
                <a:moveTo>
                  <a:pt x="6856" y="952"/>
                </a:moveTo>
                <a:cubicBezTo>
                  <a:pt x="6716" y="952"/>
                  <a:pt x="6603" y="1066"/>
                  <a:pt x="6603" y="1205"/>
                </a:cubicBezTo>
                <a:cubicBezTo>
                  <a:pt x="6603" y="1343"/>
                  <a:pt x="6716" y="1456"/>
                  <a:pt x="6856" y="1456"/>
                </a:cubicBezTo>
                <a:cubicBezTo>
                  <a:pt x="6994" y="1456"/>
                  <a:pt x="7107" y="1343"/>
                  <a:pt x="7107" y="1205"/>
                </a:cubicBezTo>
                <a:cubicBezTo>
                  <a:pt x="7105" y="1066"/>
                  <a:pt x="6994" y="952"/>
                  <a:pt x="6856" y="952"/>
                </a:cubicBezTo>
                <a:close/>
                <a:moveTo>
                  <a:pt x="8226" y="4600"/>
                </a:moveTo>
                <a:cubicBezTo>
                  <a:pt x="8189" y="4508"/>
                  <a:pt x="8170" y="4407"/>
                  <a:pt x="8170" y="4302"/>
                </a:cubicBezTo>
                <a:cubicBezTo>
                  <a:pt x="8170" y="4195"/>
                  <a:pt x="8191" y="4093"/>
                  <a:pt x="8228" y="4000"/>
                </a:cubicBezTo>
                <a:lnTo>
                  <a:pt x="2852" y="1286"/>
                </a:lnTo>
                <a:cubicBezTo>
                  <a:pt x="2721" y="1491"/>
                  <a:pt x="2503" y="1637"/>
                  <a:pt x="2252" y="1668"/>
                </a:cubicBezTo>
                <a:lnTo>
                  <a:pt x="2421" y="7183"/>
                </a:lnTo>
                <a:cubicBezTo>
                  <a:pt x="2530" y="7202"/>
                  <a:pt x="2622" y="7261"/>
                  <a:pt x="2686" y="7344"/>
                </a:cubicBezTo>
                <a:close/>
              </a:path>
            </a:pathLst>
          </a:custGeom>
          <a:solidFill>
            <a:schemeClr val="accent3"/>
          </a:solidFill>
          <a:ln>
            <a:noFill/>
          </a:ln>
        </p:spPr>
        <p:txBody>
          <a:bodyPr anchorCtr="0" anchor="ctr" bIns="34375" lIns="34375" spcFirstLastPara="1" rIns="34375" wrap="square" tIns="34375">
            <a:noAutofit/>
          </a:bodyPr>
          <a:lstStyle/>
          <a:p>
            <a:pPr indent="0" lvl="0" marL="0" rtl="0" algn="l">
              <a:spcBef>
                <a:spcPts val="0"/>
              </a:spcBef>
              <a:spcAft>
                <a:spcPts val="0"/>
              </a:spcAft>
              <a:buNone/>
            </a:pPr>
            <a:r>
              <a:t/>
            </a:r>
            <a:endParaRPr sz="924"/>
          </a:p>
        </p:txBody>
      </p:sp>
      <p:grpSp>
        <p:nvGrpSpPr>
          <p:cNvPr id="1146" name="Google Shape;1146;p64"/>
          <p:cNvGrpSpPr/>
          <p:nvPr/>
        </p:nvGrpSpPr>
        <p:grpSpPr>
          <a:xfrm rot="4186041">
            <a:off x="1520614" y="373176"/>
            <a:ext cx="1036353" cy="1036234"/>
            <a:chOff x="277881" y="2901316"/>
            <a:chExt cx="1900344" cy="1900126"/>
          </a:xfrm>
        </p:grpSpPr>
        <p:sp>
          <p:nvSpPr>
            <p:cNvPr id="1147" name="Google Shape;1147;p64"/>
            <p:cNvSpPr/>
            <p:nvPr/>
          </p:nvSpPr>
          <p:spPr>
            <a:xfrm>
              <a:off x="627693" y="3153313"/>
              <a:ext cx="1354500" cy="1354500"/>
            </a:xfrm>
            <a:prstGeom prst="ellipse">
              <a:avLst/>
            </a:prstGeom>
            <a:solidFill>
              <a:schemeClr val="lt1"/>
            </a:solidFill>
            <a:ln>
              <a:noFill/>
            </a:ln>
          </p:spPr>
          <p:txBody>
            <a:bodyPr anchorCtr="0" anchor="ctr" bIns="50475" lIns="50475" spcFirstLastPara="1" rIns="50475" wrap="square" tIns="50475">
              <a:noAutofit/>
            </a:bodyPr>
            <a:lstStyle/>
            <a:p>
              <a:pPr indent="0" lvl="0" marL="0" rtl="0" algn="l">
                <a:spcBef>
                  <a:spcPts val="0"/>
                </a:spcBef>
                <a:spcAft>
                  <a:spcPts val="0"/>
                </a:spcAft>
                <a:buNone/>
              </a:pPr>
              <a:r>
                <a:t/>
              </a:r>
              <a:endParaRPr/>
            </a:p>
          </p:txBody>
        </p:sp>
        <p:grpSp>
          <p:nvGrpSpPr>
            <p:cNvPr id="1148" name="Google Shape;1148;p64"/>
            <p:cNvGrpSpPr/>
            <p:nvPr/>
          </p:nvGrpSpPr>
          <p:grpSpPr>
            <a:xfrm rot="2322109">
              <a:off x="551788" y="3175815"/>
              <a:ext cx="1352529" cy="1351128"/>
              <a:chOff x="200055" y="3556746"/>
              <a:chExt cx="869964" cy="869063"/>
            </a:xfrm>
          </p:grpSpPr>
          <p:sp>
            <p:nvSpPr>
              <p:cNvPr id="1149" name="Google Shape;1149;p64"/>
              <p:cNvSpPr/>
              <p:nvPr/>
            </p:nvSpPr>
            <p:spPr>
              <a:xfrm>
                <a:off x="200055" y="3556746"/>
                <a:ext cx="868968" cy="868968"/>
              </a:xfrm>
              <a:custGeom>
                <a:rect b="b" l="l" r="r" t="t"/>
                <a:pathLst>
                  <a:path extrusionOk="0" h="18323" w="18323">
                    <a:moveTo>
                      <a:pt x="15639" y="2684"/>
                    </a:moveTo>
                    <a:cubicBezTo>
                      <a:pt x="17358" y="4401"/>
                      <a:pt x="18323" y="6731"/>
                      <a:pt x="18323" y="9162"/>
                    </a:cubicBezTo>
                    <a:cubicBezTo>
                      <a:pt x="18323" y="11590"/>
                      <a:pt x="17358" y="13920"/>
                      <a:pt x="15639" y="15639"/>
                    </a:cubicBezTo>
                    <a:cubicBezTo>
                      <a:pt x="13922" y="17356"/>
                      <a:pt x="11592" y="18323"/>
                      <a:pt x="9162" y="18323"/>
                    </a:cubicBezTo>
                    <a:cubicBezTo>
                      <a:pt x="6733" y="18323"/>
                      <a:pt x="4403" y="17356"/>
                      <a:pt x="2684" y="15639"/>
                    </a:cubicBezTo>
                    <a:cubicBezTo>
                      <a:pt x="967" y="13920"/>
                      <a:pt x="1" y="11590"/>
                      <a:pt x="1" y="9162"/>
                    </a:cubicBezTo>
                    <a:cubicBezTo>
                      <a:pt x="1" y="6731"/>
                      <a:pt x="967" y="4401"/>
                      <a:pt x="2684" y="2684"/>
                    </a:cubicBezTo>
                    <a:cubicBezTo>
                      <a:pt x="4403" y="965"/>
                      <a:pt x="6733" y="1"/>
                      <a:pt x="9162" y="1"/>
                    </a:cubicBezTo>
                    <a:cubicBezTo>
                      <a:pt x="11592" y="1"/>
                      <a:pt x="13922" y="965"/>
                      <a:pt x="15639" y="2684"/>
                    </a:cubicBezTo>
                    <a:close/>
                  </a:path>
                </a:pathLst>
              </a:custGeom>
              <a:solidFill>
                <a:schemeClr val="accent3"/>
              </a:solidFill>
              <a:ln>
                <a:noFill/>
              </a:ln>
            </p:spPr>
            <p:txBody>
              <a:bodyPr anchorCtr="0" anchor="ctr" bIns="50475" lIns="50475" spcFirstLastPara="1" rIns="50475" wrap="square" tIns="50475">
                <a:noAutofit/>
              </a:bodyPr>
              <a:lstStyle/>
              <a:p>
                <a:pPr indent="0" lvl="0" marL="0" rtl="0" algn="l">
                  <a:spcBef>
                    <a:spcPts val="0"/>
                  </a:spcBef>
                  <a:spcAft>
                    <a:spcPts val="0"/>
                  </a:spcAft>
                  <a:buNone/>
                </a:pPr>
                <a:r>
                  <a:t/>
                </a:r>
                <a:endParaRPr sz="772"/>
              </a:p>
            </p:txBody>
          </p:sp>
          <p:sp>
            <p:nvSpPr>
              <p:cNvPr id="1150" name="Google Shape;1150;p64"/>
              <p:cNvSpPr/>
              <p:nvPr/>
            </p:nvSpPr>
            <p:spPr>
              <a:xfrm>
                <a:off x="311314" y="3605499"/>
                <a:ext cx="474914" cy="486723"/>
              </a:xfrm>
              <a:custGeom>
                <a:rect b="b" l="l" r="r" t="t"/>
                <a:pathLst>
                  <a:path extrusionOk="0" h="10263" w="10014">
                    <a:moveTo>
                      <a:pt x="8596" y="30"/>
                    </a:moveTo>
                    <a:cubicBezTo>
                      <a:pt x="9008" y="54"/>
                      <a:pt x="9368" y="246"/>
                      <a:pt x="9620" y="536"/>
                    </a:cubicBezTo>
                    <a:cubicBezTo>
                      <a:pt x="9871" y="823"/>
                      <a:pt x="10013" y="1206"/>
                      <a:pt x="9986" y="1617"/>
                    </a:cubicBezTo>
                    <a:cubicBezTo>
                      <a:pt x="9962" y="2028"/>
                      <a:pt x="9769" y="2388"/>
                      <a:pt x="9481" y="2641"/>
                    </a:cubicBezTo>
                    <a:cubicBezTo>
                      <a:pt x="9193" y="2892"/>
                      <a:pt x="8810" y="3034"/>
                      <a:pt x="8401" y="3009"/>
                    </a:cubicBezTo>
                    <a:cubicBezTo>
                      <a:pt x="7990" y="2983"/>
                      <a:pt x="7630" y="2789"/>
                      <a:pt x="7379" y="2501"/>
                    </a:cubicBezTo>
                    <a:cubicBezTo>
                      <a:pt x="7126" y="2214"/>
                      <a:pt x="6984" y="1831"/>
                      <a:pt x="7011" y="1420"/>
                    </a:cubicBezTo>
                    <a:cubicBezTo>
                      <a:pt x="7036" y="1009"/>
                      <a:pt x="7229" y="649"/>
                      <a:pt x="7517" y="398"/>
                    </a:cubicBezTo>
                    <a:cubicBezTo>
                      <a:pt x="7805" y="145"/>
                      <a:pt x="8187" y="1"/>
                      <a:pt x="8596" y="30"/>
                    </a:cubicBezTo>
                    <a:close/>
                    <a:moveTo>
                      <a:pt x="3032" y="6968"/>
                    </a:moveTo>
                    <a:cubicBezTo>
                      <a:pt x="3482" y="6995"/>
                      <a:pt x="3879" y="7206"/>
                      <a:pt x="4155" y="7519"/>
                    </a:cubicBezTo>
                    <a:cubicBezTo>
                      <a:pt x="4432" y="7836"/>
                      <a:pt x="4587" y="8255"/>
                      <a:pt x="4558" y="8707"/>
                    </a:cubicBezTo>
                    <a:cubicBezTo>
                      <a:pt x="4531" y="9158"/>
                      <a:pt x="4319" y="9555"/>
                      <a:pt x="4007" y="9830"/>
                    </a:cubicBezTo>
                    <a:cubicBezTo>
                      <a:pt x="3690" y="10108"/>
                      <a:pt x="3270" y="10262"/>
                      <a:pt x="2818" y="10233"/>
                    </a:cubicBezTo>
                    <a:cubicBezTo>
                      <a:pt x="2368" y="10205"/>
                      <a:pt x="1971" y="9995"/>
                      <a:pt x="1695" y="9680"/>
                    </a:cubicBezTo>
                    <a:cubicBezTo>
                      <a:pt x="1418" y="9366"/>
                      <a:pt x="1263" y="8946"/>
                      <a:pt x="1292" y="8496"/>
                    </a:cubicBezTo>
                    <a:cubicBezTo>
                      <a:pt x="1319" y="8045"/>
                      <a:pt x="1531" y="7648"/>
                      <a:pt x="1843" y="7373"/>
                    </a:cubicBezTo>
                    <a:cubicBezTo>
                      <a:pt x="2160" y="7093"/>
                      <a:pt x="2582" y="6937"/>
                      <a:pt x="3032" y="6968"/>
                    </a:cubicBezTo>
                    <a:close/>
                    <a:moveTo>
                      <a:pt x="3949" y="7702"/>
                    </a:moveTo>
                    <a:cubicBezTo>
                      <a:pt x="3721" y="7441"/>
                      <a:pt x="3392" y="7268"/>
                      <a:pt x="3015" y="7241"/>
                    </a:cubicBezTo>
                    <a:cubicBezTo>
                      <a:pt x="2641" y="7217"/>
                      <a:pt x="2292" y="7348"/>
                      <a:pt x="2033" y="7576"/>
                    </a:cubicBezTo>
                    <a:cubicBezTo>
                      <a:pt x="1769" y="7805"/>
                      <a:pt x="1597" y="8134"/>
                      <a:pt x="1572" y="8510"/>
                    </a:cubicBezTo>
                    <a:cubicBezTo>
                      <a:pt x="1545" y="8884"/>
                      <a:pt x="1677" y="9234"/>
                      <a:pt x="1905" y="9493"/>
                    </a:cubicBezTo>
                    <a:cubicBezTo>
                      <a:pt x="2135" y="9756"/>
                      <a:pt x="2464" y="9929"/>
                      <a:pt x="2839" y="9954"/>
                    </a:cubicBezTo>
                    <a:cubicBezTo>
                      <a:pt x="3215" y="9980"/>
                      <a:pt x="3565" y="9849"/>
                      <a:pt x="3824" y="9621"/>
                    </a:cubicBezTo>
                    <a:cubicBezTo>
                      <a:pt x="4085" y="9390"/>
                      <a:pt x="4258" y="9061"/>
                      <a:pt x="4284" y="8687"/>
                    </a:cubicBezTo>
                    <a:cubicBezTo>
                      <a:pt x="4307" y="8313"/>
                      <a:pt x="4177" y="7965"/>
                      <a:pt x="3949" y="7702"/>
                    </a:cubicBezTo>
                    <a:close/>
                    <a:moveTo>
                      <a:pt x="1027" y="4124"/>
                    </a:moveTo>
                    <a:cubicBezTo>
                      <a:pt x="1288" y="4142"/>
                      <a:pt x="1518" y="4262"/>
                      <a:pt x="1679" y="4445"/>
                    </a:cubicBezTo>
                    <a:cubicBezTo>
                      <a:pt x="1841" y="4628"/>
                      <a:pt x="1932" y="4872"/>
                      <a:pt x="1913" y="5134"/>
                    </a:cubicBezTo>
                    <a:cubicBezTo>
                      <a:pt x="1895" y="5397"/>
                      <a:pt x="1776" y="5625"/>
                      <a:pt x="1592" y="5787"/>
                    </a:cubicBezTo>
                    <a:cubicBezTo>
                      <a:pt x="1409" y="5946"/>
                      <a:pt x="1165" y="6038"/>
                      <a:pt x="904" y="6022"/>
                    </a:cubicBezTo>
                    <a:cubicBezTo>
                      <a:pt x="640" y="6003"/>
                      <a:pt x="412" y="5882"/>
                      <a:pt x="254" y="5699"/>
                    </a:cubicBezTo>
                    <a:cubicBezTo>
                      <a:pt x="91" y="5516"/>
                      <a:pt x="1" y="5273"/>
                      <a:pt x="19" y="5010"/>
                    </a:cubicBezTo>
                    <a:cubicBezTo>
                      <a:pt x="36" y="4749"/>
                      <a:pt x="157" y="4519"/>
                      <a:pt x="340" y="4360"/>
                    </a:cubicBezTo>
                    <a:cubicBezTo>
                      <a:pt x="523" y="4196"/>
                      <a:pt x="768" y="4105"/>
                      <a:pt x="1027" y="4124"/>
                    </a:cubicBezTo>
                    <a:close/>
                    <a:moveTo>
                      <a:pt x="1471" y="4628"/>
                    </a:moveTo>
                    <a:cubicBezTo>
                      <a:pt x="1358" y="4496"/>
                      <a:pt x="1196" y="4412"/>
                      <a:pt x="1008" y="4399"/>
                    </a:cubicBezTo>
                    <a:cubicBezTo>
                      <a:pt x="823" y="4387"/>
                      <a:pt x="651" y="4451"/>
                      <a:pt x="521" y="4566"/>
                    </a:cubicBezTo>
                    <a:cubicBezTo>
                      <a:pt x="390" y="4679"/>
                      <a:pt x="305" y="4842"/>
                      <a:pt x="291" y="5029"/>
                    </a:cubicBezTo>
                    <a:cubicBezTo>
                      <a:pt x="278" y="5214"/>
                      <a:pt x="342" y="5389"/>
                      <a:pt x="455" y="5518"/>
                    </a:cubicBezTo>
                    <a:cubicBezTo>
                      <a:pt x="568" y="5646"/>
                      <a:pt x="733" y="5734"/>
                      <a:pt x="918" y="5746"/>
                    </a:cubicBezTo>
                    <a:cubicBezTo>
                      <a:pt x="1103" y="5759"/>
                      <a:pt x="1278" y="5695"/>
                      <a:pt x="1407" y="5582"/>
                    </a:cubicBezTo>
                    <a:cubicBezTo>
                      <a:pt x="1535" y="5469"/>
                      <a:pt x="1623" y="5304"/>
                      <a:pt x="1636" y="5119"/>
                    </a:cubicBezTo>
                    <a:cubicBezTo>
                      <a:pt x="1648" y="4928"/>
                      <a:pt x="1584" y="4757"/>
                      <a:pt x="1471" y="4628"/>
                    </a:cubicBezTo>
                    <a:close/>
                    <a:moveTo>
                      <a:pt x="8578" y="305"/>
                    </a:moveTo>
                    <a:cubicBezTo>
                      <a:pt x="8245" y="285"/>
                      <a:pt x="7930" y="400"/>
                      <a:pt x="7700" y="603"/>
                    </a:cubicBezTo>
                    <a:cubicBezTo>
                      <a:pt x="7465" y="809"/>
                      <a:pt x="7311" y="1101"/>
                      <a:pt x="7289" y="1436"/>
                    </a:cubicBezTo>
                    <a:cubicBezTo>
                      <a:pt x="7268" y="1769"/>
                      <a:pt x="7383" y="2080"/>
                      <a:pt x="7587" y="2314"/>
                    </a:cubicBezTo>
                    <a:cubicBezTo>
                      <a:pt x="7790" y="2549"/>
                      <a:pt x="8084" y="2703"/>
                      <a:pt x="8420" y="2726"/>
                    </a:cubicBezTo>
                    <a:cubicBezTo>
                      <a:pt x="8753" y="2746"/>
                      <a:pt x="9065" y="2631"/>
                      <a:pt x="9298" y="2427"/>
                    </a:cubicBezTo>
                    <a:cubicBezTo>
                      <a:pt x="9532" y="2224"/>
                      <a:pt x="9686" y="1930"/>
                      <a:pt x="9709" y="1595"/>
                    </a:cubicBezTo>
                    <a:cubicBezTo>
                      <a:pt x="9756" y="926"/>
                      <a:pt x="9250" y="348"/>
                      <a:pt x="8578" y="305"/>
                    </a:cubicBezTo>
                    <a:close/>
                  </a:path>
                </a:pathLst>
              </a:custGeom>
              <a:solidFill>
                <a:srgbClr val="FF9BDA"/>
              </a:solidFill>
              <a:ln>
                <a:noFill/>
              </a:ln>
            </p:spPr>
            <p:txBody>
              <a:bodyPr anchorCtr="0" anchor="ctr" bIns="50475" lIns="50475" spcFirstLastPara="1" rIns="50475" wrap="square" tIns="50475">
                <a:noAutofit/>
              </a:bodyPr>
              <a:lstStyle/>
              <a:p>
                <a:pPr indent="0" lvl="0" marL="0" rtl="0" algn="l">
                  <a:spcBef>
                    <a:spcPts val="0"/>
                  </a:spcBef>
                  <a:spcAft>
                    <a:spcPts val="0"/>
                  </a:spcAft>
                  <a:buNone/>
                </a:pPr>
                <a:r>
                  <a:t/>
                </a:r>
                <a:endParaRPr/>
              </a:p>
            </p:txBody>
          </p:sp>
          <p:sp>
            <p:nvSpPr>
              <p:cNvPr id="1151" name="Google Shape;1151;p64"/>
              <p:cNvSpPr/>
              <p:nvPr/>
            </p:nvSpPr>
            <p:spPr>
              <a:xfrm>
                <a:off x="270576" y="3701013"/>
                <a:ext cx="799443" cy="724796"/>
              </a:xfrm>
              <a:custGeom>
                <a:rect b="b" l="l" r="r" t="t"/>
                <a:pathLst>
                  <a:path extrusionOk="0" h="15283" w="16857">
                    <a:moveTo>
                      <a:pt x="14493" y="0"/>
                    </a:moveTo>
                    <a:cubicBezTo>
                      <a:pt x="15653" y="1289"/>
                      <a:pt x="16445" y="2904"/>
                      <a:pt x="16725" y="4676"/>
                    </a:cubicBezTo>
                    <a:cubicBezTo>
                      <a:pt x="16272" y="4697"/>
                      <a:pt x="15859" y="4874"/>
                      <a:pt x="15534" y="5159"/>
                    </a:cubicBezTo>
                    <a:cubicBezTo>
                      <a:pt x="15160" y="5488"/>
                      <a:pt x="14911" y="5961"/>
                      <a:pt x="14874" y="6498"/>
                    </a:cubicBezTo>
                    <a:cubicBezTo>
                      <a:pt x="14839" y="7035"/>
                      <a:pt x="15026" y="7537"/>
                      <a:pt x="15355" y="7911"/>
                    </a:cubicBezTo>
                    <a:cubicBezTo>
                      <a:pt x="15645" y="8244"/>
                      <a:pt x="16048" y="8476"/>
                      <a:pt x="16509" y="8552"/>
                    </a:cubicBezTo>
                    <a:cubicBezTo>
                      <a:pt x="15478" y="12311"/>
                      <a:pt x="12131" y="15053"/>
                      <a:pt x="8187" y="15266"/>
                    </a:cubicBezTo>
                    <a:cubicBezTo>
                      <a:pt x="8195" y="15201"/>
                      <a:pt x="8201" y="15139"/>
                      <a:pt x="8207" y="15075"/>
                    </a:cubicBezTo>
                    <a:cubicBezTo>
                      <a:pt x="8244" y="14479"/>
                      <a:pt x="8039" y="13926"/>
                      <a:pt x="7677" y="13510"/>
                    </a:cubicBezTo>
                    <a:cubicBezTo>
                      <a:pt x="7313" y="13093"/>
                      <a:pt x="6790" y="12819"/>
                      <a:pt x="6196" y="12780"/>
                    </a:cubicBezTo>
                    <a:cubicBezTo>
                      <a:pt x="5602" y="12741"/>
                      <a:pt x="5047" y="12947"/>
                      <a:pt x="4631" y="13309"/>
                    </a:cubicBezTo>
                    <a:cubicBezTo>
                      <a:pt x="4288" y="13611"/>
                      <a:pt x="4043" y="14016"/>
                      <a:pt x="3942" y="14485"/>
                    </a:cubicBezTo>
                    <a:cubicBezTo>
                      <a:pt x="2320" y="13759"/>
                      <a:pt x="954" y="12583"/>
                      <a:pt x="0" y="11117"/>
                    </a:cubicBezTo>
                    <a:cubicBezTo>
                      <a:pt x="3899" y="11551"/>
                      <a:pt x="5402" y="10839"/>
                      <a:pt x="6829" y="7921"/>
                    </a:cubicBezTo>
                    <a:cubicBezTo>
                      <a:pt x="8343" y="4826"/>
                      <a:pt x="11113" y="8604"/>
                      <a:pt x="12322" y="3691"/>
                    </a:cubicBezTo>
                    <a:cubicBezTo>
                      <a:pt x="12892" y="1372"/>
                      <a:pt x="13749" y="391"/>
                      <a:pt x="14493" y="0"/>
                    </a:cubicBezTo>
                    <a:close/>
                    <a:moveTo>
                      <a:pt x="16764" y="4954"/>
                    </a:moveTo>
                    <a:cubicBezTo>
                      <a:pt x="16365" y="4966"/>
                      <a:pt x="16001" y="5120"/>
                      <a:pt x="15717" y="5367"/>
                    </a:cubicBezTo>
                    <a:cubicBezTo>
                      <a:pt x="15396" y="5649"/>
                      <a:pt x="15180" y="6056"/>
                      <a:pt x="15151" y="6513"/>
                    </a:cubicBezTo>
                    <a:cubicBezTo>
                      <a:pt x="15123" y="6973"/>
                      <a:pt x="15283" y="7403"/>
                      <a:pt x="15563" y="7724"/>
                    </a:cubicBezTo>
                    <a:cubicBezTo>
                      <a:pt x="15818" y="8014"/>
                      <a:pt x="16171" y="8217"/>
                      <a:pt x="16579" y="8277"/>
                    </a:cubicBezTo>
                    <a:cubicBezTo>
                      <a:pt x="16700" y="7771"/>
                      <a:pt x="16782" y="7251"/>
                      <a:pt x="16815" y="6714"/>
                    </a:cubicBezTo>
                    <a:cubicBezTo>
                      <a:pt x="16856" y="6118"/>
                      <a:pt x="16838" y="5528"/>
                      <a:pt x="16764" y="4954"/>
                    </a:cubicBezTo>
                    <a:close/>
                    <a:moveTo>
                      <a:pt x="7905" y="15277"/>
                    </a:moveTo>
                    <a:cubicBezTo>
                      <a:pt x="7919" y="15205"/>
                      <a:pt x="7930" y="15133"/>
                      <a:pt x="7932" y="15055"/>
                    </a:cubicBezTo>
                    <a:cubicBezTo>
                      <a:pt x="7965" y="14536"/>
                      <a:pt x="7786" y="14053"/>
                      <a:pt x="7469" y="13693"/>
                    </a:cubicBezTo>
                    <a:cubicBezTo>
                      <a:pt x="7150" y="13329"/>
                      <a:pt x="6696" y="13091"/>
                      <a:pt x="6178" y="13056"/>
                    </a:cubicBezTo>
                    <a:cubicBezTo>
                      <a:pt x="5659" y="13021"/>
                      <a:pt x="5176" y="13200"/>
                      <a:pt x="4816" y="13518"/>
                    </a:cubicBezTo>
                    <a:cubicBezTo>
                      <a:pt x="4506" y="13790"/>
                      <a:pt x="4284" y="14164"/>
                      <a:pt x="4208" y="14594"/>
                    </a:cubicBezTo>
                    <a:cubicBezTo>
                      <a:pt x="5098" y="14960"/>
                      <a:pt x="6064" y="15190"/>
                      <a:pt x="7082" y="15258"/>
                    </a:cubicBezTo>
                    <a:cubicBezTo>
                      <a:pt x="7358" y="15279"/>
                      <a:pt x="7633" y="15283"/>
                      <a:pt x="7905" y="15277"/>
                    </a:cubicBezTo>
                    <a:close/>
                  </a:path>
                </a:pathLst>
              </a:custGeom>
              <a:solidFill>
                <a:srgbClr val="FF9BDA"/>
              </a:solidFill>
              <a:ln>
                <a:noFill/>
              </a:ln>
            </p:spPr>
            <p:txBody>
              <a:bodyPr anchorCtr="0" anchor="ctr" bIns="50475" lIns="50475" spcFirstLastPara="1" rIns="50475" wrap="square" tIns="50475">
                <a:noAutofit/>
              </a:bodyPr>
              <a:lstStyle/>
              <a:p>
                <a:pPr indent="0" lvl="0" marL="0" rtl="0" algn="l">
                  <a:spcBef>
                    <a:spcPts val="0"/>
                  </a:spcBef>
                  <a:spcAft>
                    <a:spcPts val="0"/>
                  </a:spcAft>
                  <a:buNone/>
                </a:pPr>
                <a:r>
                  <a:t/>
                </a:r>
                <a:endParaRPr/>
              </a:p>
            </p:txBody>
          </p:sp>
          <p:sp>
            <p:nvSpPr>
              <p:cNvPr id="1152" name="Google Shape;1152;p64"/>
              <p:cNvSpPr/>
              <p:nvPr/>
            </p:nvSpPr>
            <p:spPr>
              <a:xfrm>
                <a:off x="731547" y="4048069"/>
                <a:ext cx="85887" cy="85697"/>
              </a:xfrm>
              <a:custGeom>
                <a:rect b="b" l="l" r="r" t="t"/>
                <a:pathLst>
                  <a:path extrusionOk="0" h="1807" w="1811">
                    <a:moveTo>
                      <a:pt x="961" y="31"/>
                    </a:moveTo>
                    <a:cubicBezTo>
                      <a:pt x="1442" y="64"/>
                      <a:pt x="1810" y="478"/>
                      <a:pt x="1777" y="959"/>
                    </a:cubicBezTo>
                    <a:cubicBezTo>
                      <a:pt x="1747" y="1440"/>
                      <a:pt x="1329" y="1806"/>
                      <a:pt x="848" y="1773"/>
                    </a:cubicBezTo>
                    <a:cubicBezTo>
                      <a:pt x="369" y="1740"/>
                      <a:pt x="1" y="1327"/>
                      <a:pt x="34" y="846"/>
                    </a:cubicBezTo>
                    <a:cubicBezTo>
                      <a:pt x="64" y="365"/>
                      <a:pt x="482" y="1"/>
                      <a:pt x="961" y="31"/>
                    </a:cubicBezTo>
                    <a:close/>
                  </a:path>
                </a:pathLst>
              </a:custGeom>
              <a:solidFill>
                <a:srgbClr val="FFFFFF"/>
              </a:solidFill>
              <a:ln>
                <a:noFill/>
              </a:ln>
            </p:spPr>
            <p:txBody>
              <a:bodyPr anchorCtr="0" anchor="ctr" bIns="50475" lIns="50475" spcFirstLastPara="1" rIns="50475" wrap="square" tIns="50475">
                <a:noAutofit/>
              </a:bodyPr>
              <a:lstStyle/>
              <a:p>
                <a:pPr indent="0" lvl="0" marL="0" rtl="0" algn="l">
                  <a:spcBef>
                    <a:spcPts val="0"/>
                  </a:spcBef>
                  <a:spcAft>
                    <a:spcPts val="0"/>
                  </a:spcAft>
                  <a:buNone/>
                </a:pPr>
                <a:r>
                  <a:t/>
                </a:r>
                <a:endParaRPr/>
              </a:p>
            </p:txBody>
          </p:sp>
        </p:gr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sp>
        <p:nvSpPr>
          <p:cNvPr id="1157" name="Google Shape;1157;p65"/>
          <p:cNvSpPr/>
          <p:nvPr/>
        </p:nvSpPr>
        <p:spPr>
          <a:xfrm rot="5400000">
            <a:off x="3313951" y="1884575"/>
            <a:ext cx="649748" cy="1675402"/>
          </a:xfrm>
          <a:custGeom>
            <a:rect b="b" l="l" r="r" t="t"/>
            <a:pathLst>
              <a:path extrusionOk="0" h="7807" w="3028">
                <a:moveTo>
                  <a:pt x="1243" y="7807"/>
                </a:moveTo>
                <a:lnTo>
                  <a:pt x="1243" y="1041"/>
                </a:lnTo>
                <a:lnTo>
                  <a:pt x="385" y="1897"/>
                </a:lnTo>
                <a:lnTo>
                  <a:pt x="1" y="1512"/>
                </a:lnTo>
                <a:lnTo>
                  <a:pt x="1514" y="1"/>
                </a:lnTo>
                <a:lnTo>
                  <a:pt x="3028" y="1512"/>
                </a:lnTo>
                <a:lnTo>
                  <a:pt x="2643" y="1897"/>
                </a:lnTo>
                <a:lnTo>
                  <a:pt x="1788" y="1041"/>
                </a:lnTo>
                <a:lnTo>
                  <a:pt x="1788" y="7807"/>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58" name="Google Shape;1158;p65"/>
          <p:cNvGrpSpPr/>
          <p:nvPr/>
        </p:nvGrpSpPr>
        <p:grpSpPr>
          <a:xfrm>
            <a:off x="4882194" y="2169725"/>
            <a:ext cx="3123078" cy="1105100"/>
            <a:chOff x="1378750" y="2164200"/>
            <a:chExt cx="5607968" cy="1105100"/>
          </a:xfrm>
        </p:grpSpPr>
        <p:sp>
          <p:nvSpPr>
            <p:cNvPr id="1159" name="Google Shape;1159;p65"/>
            <p:cNvSpPr/>
            <p:nvPr/>
          </p:nvSpPr>
          <p:spPr>
            <a:xfrm>
              <a:off x="1443018" y="2249900"/>
              <a:ext cx="5543700" cy="1019400"/>
            </a:xfrm>
            <a:prstGeom prst="roundRect">
              <a:avLst>
                <a:gd fmla="val 16667" name="adj"/>
              </a:avLst>
            </a:prstGeom>
            <a:solidFill>
              <a:schemeClr val="lt1"/>
            </a:solidFill>
            <a:ln cap="flat" cmpd="sng" w="381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65"/>
            <p:cNvSpPr/>
            <p:nvPr/>
          </p:nvSpPr>
          <p:spPr>
            <a:xfrm>
              <a:off x="1378750" y="2164200"/>
              <a:ext cx="5543700" cy="10194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61" name="Google Shape;1161;p65"/>
          <p:cNvSpPr txBox="1"/>
          <p:nvPr>
            <p:ph type="title"/>
          </p:nvPr>
        </p:nvSpPr>
        <p:spPr>
          <a:xfrm>
            <a:off x="4985138" y="2249600"/>
            <a:ext cx="29172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300"/>
              <a:t>Q&amp;A</a:t>
            </a:r>
            <a:endParaRPr sz="3300"/>
          </a:p>
        </p:txBody>
      </p:sp>
      <p:grpSp>
        <p:nvGrpSpPr>
          <p:cNvPr id="1162" name="Google Shape;1162;p65"/>
          <p:cNvGrpSpPr/>
          <p:nvPr/>
        </p:nvGrpSpPr>
        <p:grpSpPr>
          <a:xfrm rot="2700000">
            <a:off x="113546" y="2934666"/>
            <a:ext cx="1724943" cy="1686284"/>
            <a:chOff x="7499398" y="624507"/>
            <a:chExt cx="1440046" cy="1407772"/>
          </a:xfrm>
        </p:grpSpPr>
        <p:sp>
          <p:nvSpPr>
            <p:cNvPr id="1163" name="Google Shape;1163;p65"/>
            <p:cNvSpPr/>
            <p:nvPr/>
          </p:nvSpPr>
          <p:spPr>
            <a:xfrm rot="-497753">
              <a:off x="7734887" y="799728"/>
              <a:ext cx="1129014" cy="1129014"/>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4" name="Google Shape;1164;p65"/>
            <p:cNvGrpSpPr/>
            <p:nvPr/>
          </p:nvGrpSpPr>
          <p:grpSpPr>
            <a:xfrm rot="-1343739">
              <a:off x="7664174" y="789203"/>
              <a:ext cx="1078029" cy="1078380"/>
              <a:chOff x="5759760" y="3433415"/>
              <a:chExt cx="583422" cy="583612"/>
            </a:xfrm>
          </p:grpSpPr>
          <p:sp>
            <p:nvSpPr>
              <p:cNvPr id="1165" name="Google Shape;1165;p65"/>
              <p:cNvSpPr/>
              <p:nvPr/>
            </p:nvSpPr>
            <p:spPr>
              <a:xfrm>
                <a:off x="5759760" y="3433415"/>
                <a:ext cx="583422" cy="583612"/>
              </a:xfrm>
              <a:custGeom>
                <a:rect b="b" l="l" r="r" t="t"/>
                <a:pathLst>
                  <a:path extrusionOk="0" h="12306" w="12302">
                    <a:moveTo>
                      <a:pt x="6540" y="217"/>
                    </a:moveTo>
                    <a:cubicBezTo>
                      <a:pt x="9818" y="430"/>
                      <a:pt x="12302" y="3262"/>
                      <a:pt x="12090" y="6542"/>
                    </a:cubicBezTo>
                    <a:cubicBezTo>
                      <a:pt x="11876" y="9820"/>
                      <a:pt x="9042" y="12306"/>
                      <a:pt x="5762" y="12092"/>
                    </a:cubicBezTo>
                    <a:cubicBezTo>
                      <a:pt x="2487" y="11878"/>
                      <a:pt x="1" y="9047"/>
                      <a:pt x="214" y="5767"/>
                    </a:cubicBezTo>
                    <a:cubicBezTo>
                      <a:pt x="426" y="2487"/>
                      <a:pt x="3260" y="1"/>
                      <a:pt x="6540" y="217"/>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65"/>
              <p:cNvSpPr/>
              <p:nvPr/>
            </p:nvSpPr>
            <p:spPr>
              <a:xfrm>
                <a:off x="5834360" y="3463578"/>
                <a:ext cx="315613" cy="339421"/>
              </a:xfrm>
              <a:custGeom>
                <a:rect b="b" l="l" r="r" t="t"/>
                <a:pathLst>
                  <a:path extrusionOk="0" h="7157" w="6655">
                    <a:moveTo>
                      <a:pt x="5732" y="251"/>
                    </a:moveTo>
                    <a:cubicBezTo>
                      <a:pt x="5999" y="269"/>
                      <a:pt x="6233" y="393"/>
                      <a:pt x="6398" y="580"/>
                    </a:cubicBezTo>
                    <a:cubicBezTo>
                      <a:pt x="6562" y="769"/>
                      <a:pt x="6655" y="1016"/>
                      <a:pt x="6636" y="1283"/>
                    </a:cubicBezTo>
                    <a:cubicBezTo>
                      <a:pt x="6620" y="1551"/>
                      <a:pt x="6497" y="1783"/>
                      <a:pt x="6307" y="1947"/>
                    </a:cubicBezTo>
                    <a:cubicBezTo>
                      <a:pt x="6122" y="2112"/>
                      <a:pt x="5874" y="2205"/>
                      <a:pt x="5606" y="2188"/>
                    </a:cubicBezTo>
                    <a:cubicBezTo>
                      <a:pt x="5339" y="2170"/>
                      <a:pt x="5104" y="2046"/>
                      <a:pt x="4940" y="1859"/>
                    </a:cubicBezTo>
                    <a:cubicBezTo>
                      <a:pt x="4775" y="1674"/>
                      <a:pt x="4683" y="1423"/>
                      <a:pt x="4701" y="1156"/>
                    </a:cubicBezTo>
                    <a:cubicBezTo>
                      <a:pt x="4720" y="888"/>
                      <a:pt x="4843" y="656"/>
                      <a:pt x="5030" y="492"/>
                    </a:cubicBezTo>
                    <a:cubicBezTo>
                      <a:pt x="5216" y="329"/>
                      <a:pt x="5464" y="237"/>
                      <a:pt x="5732" y="251"/>
                    </a:cubicBezTo>
                    <a:close/>
                    <a:moveTo>
                      <a:pt x="1535" y="4298"/>
                    </a:moveTo>
                    <a:cubicBezTo>
                      <a:pt x="1925" y="4323"/>
                      <a:pt x="2271" y="4506"/>
                      <a:pt x="2509" y="4777"/>
                    </a:cubicBezTo>
                    <a:cubicBezTo>
                      <a:pt x="2748" y="5051"/>
                      <a:pt x="2884" y="5417"/>
                      <a:pt x="2859" y="5805"/>
                    </a:cubicBezTo>
                    <a:cubicBezTo>
                      <a:pt x="2832" y="6196"/>
                      <a:pt x="2651" y="6541"/>
                      <a:pt x="2378" y="6780"/>
                    </a:cubicBezTo>
                    <a:cubicBezTo>
                      <a:pt x="2106" y="7018"/>
                      <a:pt x="1740" y="7156"/>
                      <a:pt x="1350" y="7129"/>
                    </a:cubicBezTo>
                    <a:cubicBezTo>
                      <a:pt x="959" y="7105"/>
                      <a:pt x="616" y="6922"/>
                      <a:pt x="375" y="6650"/>
                    </a:cubicBezTo>
                    <a:cubicBezTo>
                      <a:pt x="136" y="6377"/>
                      <a:pt x="1" y="6009"/>
                      <a:pt x="25" y="5622"/>
                    </a:cubicBezTo>
                    <a:cubicBezTo>
                      <a:pt x="52" y="5231"/>
                      <a:pt x="235" y="4886"/>
                      <a:pt x="507" y="4647"/>
                    </a:cubicBezTo>
                    <a:cubicBezTo>
                      <a:pt x="780" y="4409"/>
                      <a:pt x="1144" y="4271"/>
                      <a:pt x="1535" y="4298"/>
                    </a:cubicBezTo>
                    <a:close/>
                    <a:moveTo>
                      <a:pt x="2333" y="4937"/>
                    </a:moveTo>
                    <a:cubicBezTo>
                      <a:pt x="2133" y="4711"/>
                      <a:pt x="1845" y="4559"/>
                      <a:pt x="1522" y="4538"/>
                    </a:cubicBezTo>
                    <a:cubicBezTo>
                      <a:pt x="1195" y="4518"/>
                      <a:pt x="893" y="4629"/>
                      <a:pt x="667" y="4830"/>
                    </a:cubicBezTo>
                    <a:cubicBezTo>
                      <a:pt x="441" y="5028"/>
                      <a:pt x="289" y="5316"/>
                      <a:pt x="268" y="5639"/>
                    </a:cubicBezTo>
                    <a:cubicBezTo>
                      <a:pt x="247" y="5966"/>
                      <a:pt x="358" y="6270"/>
                      <a:pt x="558" y="6496"/>
                    </a:cubicBezTo>
                    <a:cubicBezTo>
                      <a:pt x="759" y="6722"/>
                      <a:pt x="1043" y="6872"/>
                      <a:pt x="1368" y="6893"/>
                    </a:cubicBezTo>
                    <a:cubicBezTo>
                      <a:pt x="1695" y="6914"/>
                      <a:pt x="1997" y="6805"/>
                      <a:pt x="2224" y="6603"/>
                    </a:cubicBezTo>
                    <a:cubicBezTo>
                      <a:pt x="2452" y="6406"/>
                      <a:pt x="2602" y="6118"/>
                      <a:pt x="2622" y="5793"/>
                    </a:cubicBezTo>
                    <a:cubicBezTo>
                      <a:pt x="2643" y="5468"/>
                      <a:pt x="2530" y="5164"/>
                      <a:pt x="2333" y="4937"/>
                    </a:cubicBezTo>
                    <a:close/>
                    <a:moveTo>
                      <a:pt x="3468" y="12"/>
                    </a:moveTo>
                    <a:cubicBezTo>
                      <a:pt x="3638" y="23"/>
                      <a:pt x="3788" y="103"/>
                      <a:pt x="3891" y="220"/>
                    </a:cubicBezTo>
                    <a:cubicBezTo>
                      <a:pt x="3998" y="339"/>
                      <a:pt x="4056" y="498"/>
                      <a:pt x="4043" y="668"/>
                    </a:cubicBezTo>
                    <a:cubicBezTo>
                      <a:pt x="4033" y="837"/>
                      <a:pt x="3953" y="987"/>
                      <a:pt x="3836" y="1092"/>
                    </a:cubicBezTo>
                    <a:cubicBezTo>
                      <a:pt x="3716" y="1197"/>
                      <a:pt x="3558" y="1257"/>
                      <a:pt x="3387" y="1244"/>
                    </a:cubicBezTo>
                    <a:cubicBezTo>
                      <a:pt x="3219" y="1234"/>
                      <a:pt x="3069" y="1154"/>
                      <a:pt x="2964" y="1034"/>
                    </a:cubicBezTo>
                    <a:cubicBezTo>
                      <a:pt x="2859" y="917"/>
                      <a:pt x="2799" y="757"/>
                      <a:pt x="2812" y="588"/>
                    </a:cubicBezTo>
                    <a:cubicBezTo>
                      <a:pt x="2826" y="420"/>
                      <a:pt x="2902" y="269"/>
                      <a:pt x="3021" y="165"/>
                    </a:cubicBezTo>
                    <a:cubicBezTo>
                      <a:pt x="3139" y="60"/>
                      <a:pt x="3299" y="0"/>
                      <a:pt x="3468" y="12"/>
                    </a:cubicBezTo>
                    <a:close/>
                    <a:moveTo>
                      <a:pt x="3756" y="339"/>
                    </a:moveTo>
                    <a:cubicBezTo>
                      <a:pt x="3682" y="253"/>
                      <a:pt x="3577" y="198"/>
                      <a:pt x="3455" y="193"/>
                    </a:cubicBezTo>
                    <a:cubicBezTo>
                      <a:pt x="3334" y="185"/>
                      <a:pt x="3221" y="226"/>
                      <a:pt x="3139" y="300"/>
                    </a:cubicBezTo>
                    <a:cubicBezTo>
                      <a:pt x="3054" y="374"/>
                      <a:pt x="2997" y="481"/>
                      <a:pt x="2993" y="601"/>
                    </a:cubicBezTo>
                    <a:cubicBezTo>
                      <a:pt x="2984" y="722"/>
                      <a:pt x="3026" y="835"/>
                      <a:pt x="3100" y="917"/>
                    </a:cubicBezTo>
                    <a:cubicBezTo>
                      <a:pt x="3176" y="1002"/>
                      <a:pt x="3281" y="1055"/>
                      <a:pt x="3402" y="1063"/>
                    </a:cubicBezTo>
                    <a:cubicBezTo>
                      <a:pt x="3521" y="1071"/>
                      <a:pt x="3634" y="1030"/>
                      <a:pt x="3716" y="956"/>
                    </a:cubicBezTo>
                    <a:cubicBezTo>
                      <a:pt x="3803" y="882"/>
                      <a:pt x="3856" y="775"/>
                      <a:pt x="3865" y="656"/>
                    </a:cubicBezTo>
                    <a:cubicBezTo>
                      <a:pt x="3871" y="537"/>
                      <a:pt x="3830" y="424"/>
                      <a:pt x="3756" y="339"/>
                    </a:cubicBezTo>
                    <a:close/>
                    <a:moveTo>
                      <a:pt x="5719" y="432"/>
                    </a:moveTo>
                    <a:cubicBezTo>
                      <a:pt x="5503" y="415"/>
                      <a:pt x="5300" y="492"/>
                      <a:pt x="5150" y="627"/>
                    </a:cubicBezTo>
                    <a:cubicBezTo>
                      <a:pt x="4998" y="761"/>
                      <a:pt x="4895" y="950"/>
                      <a:pt x="4882" y="1170"/>
                    </a:cubicBezTo>
                    <a:cubicBezTo>
                      <a:pt x="4866" y="1386"/>
                      <a:pt x="4944" y="1588"/>
                      <a:pt x="5078" y="1740"/>
                    </a:cubicBezTo>
                    <a:cubicBezTo>
                      <a:pt x="5211" y="1892"/>
                      <a:pt x="5401" y="1995"/>
                      <a:pt x="5619" y="2007"/>
                    </a:cubicBezTo>
                    <a:cubicBezTo>
                      <a:pt x="5834" y="2024"/>
                      <a:pt x="6038" y="1945"/>
                      <a:pt x="6190" y="1812"/>
                    </a:cubicBezTo>
                    <a:cubicBezTo>
                      <a:pt x="6342" y="1678"/>
                      <a:pt x="6445" y="1487"/>
                      <a:pt x="6458" y="1269"/>
                    </a:cubicBezTo>
                    <a:cubicBezTo>
                      <a:pt x="6486" y="835"/>
                      <a:pt x="6157" y="459"/>
                      <a:pt x="5719" y="43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65"/>
              <p:cNvSpPr/>
              <p:nvPr/>
            </p:nvSpPr>
            <p:spPr>
              <a:xfrm>
                <a:off x="5815058" y="3536707"/>
                <a:ext cx="519161" cy="470788"/>
              </a:xfrm>
              <a:custGeom>
                <a:rect b="b" l="l" r="r" t="t"/>
                <a:pathLst>
                  <a:path extrusionOk="0" h="9927" w="10947">
                    <a:moveTo>
                      <a:pt x="9412" y="0"/>
                    </a:moveTo>
                    <a:cubicBezTo>
                      <a:pt x="10165" y="837"/>
                      <a:pt x="10679" y="1886"/>
                      <a:pt x="10860" y="3038"/>
                    </a:cubicBezTo>
                    <a:lnTo>
                      <a:pt x="10887" y="3219"/>
                    </a:lnTo>
                    <a:cubicBezTo>
                      <a:pt x="10934" y="3591"/>
                      <a:pt x="10946" y="3973"/>
                      <a:pt x="10922" y="4364"/>
                    </a:cubicBezTo>
                    <a:cubicBezTo>
                      <a:pt x="10899" y="4714"/>
                      <a:pt x="10848" y="5053"/>
                      <a:pt x="10768" y="5380"/>
                    </a:cubicBezTo>
                    <a:lnTo>
                      <a:pt x="10722" y="5555"/>
                    </a:lnTo>
                    <a:cubicBezTo>
                      <a:pt x="10054" y="7998"/>
                      <a:pt x="7878" y="9778"/>
                      <a:pt x="5316" y="9916"/>
                    </a:cubicBezTo>
                    <a:cubicBezTo>
                      <a:pt x="5324" y="9875"/>
                      <a:pt x="5326" y="9834"/>
                      <a:pt x="5328" y="9793"/>
                    </a:cubicBezTo>
                    <a:cubicBezTo>
                      <a:pt x="5355" y="9408"/>
                      <a:pt x="5222" y="9048"/>
                      <a:pt x="4985" y="8779"/>
                    </a:cubicBezTo>
                    <a:cubicBezTo>
                      <a:pt x="4749" y="8507"/>
                      <a:pt x="4409" y="8329"/>
                      <a:pt x="4023" y="8302"/>
                    </a:cubicBezTo>
                    <a:cubicBezTo>
                      <a:pt x="3638" y="8277"/>
                      <a:pt x="3278" y="8411"/>
                      <a:pt x="3009" y="8647"/>
                    </a:cubicBezTo>
                    <a:cubicBezTo>
                      <a:pt x="2785" y="8843"/>
                      <a:pt x="2626" y="9106"/>
                      <a:pt x="2561" y="9410"/>
                    </a:cubicBezTo>
                    <a:cubicBezTo>
                      <a:pt x="1508" y="8939"/>
                      <a:pt x="622" y="8174"/>
                      <a:pt x="0" y="7222"/>
                    </a:cubicBezTo>
                    <a:cubicBezTo>
                      <a:pt x="2532" y="7506"/>
                      <a:pt x="3509" y="7043"/>
                      <a:pt x="4434" y="5147"/>
                    </a:cubicBezTo>
                    <a:cubicBezTo>
                      <a:pt x="5417" y="3138"/>
                      <a:pt x="7218" y="5590"/>
                      <a:pt x="8004" y="2400"/>
                    </a:cubicBezTo>
                    <a:cubicBezTo>
                      <a:pt x="8370" y="893"/>
                      <a:pt x="8929" y="253"/>
                      <a:pt x="9412" y="0"/>
                    </a:cubicBezTo>
                    <a:close/>
                    <a:moveTo>
                      <a:pt x="5131" y="9922"/>
                    </a:moveTo>
                    <a:cubicBezTo>
                      <a:pt x="5139" y="9875"/>
                      <a:pt x="5148" y="9828"/>
                      <a:pt x="5150" y="9778"/>
                    </a:cubicBezTo>
                    <a:cubicBezTo>
                      <a:pt x="5170" y="9441"/>
                      <a:pt x="5055" y="9126"/>
                      <a:pt x="4849" y="8894"/>
                    </a:cubicBezTo>
                    <a:cubicBezTo>
                      <a:pt x="4644" y="8660"/>
                      <a:pt x="4348" y="8503"/>
                      <a:pt x="4010" y="8479"/>
                    </a:cubicBezTo>
                    <a:cubicBezTo>
                      <a:pt x="3673" y="8458"/>
                      <a:pt x="3361" y="8575"/>
                      <a:pt x="3124" y="8781"/>
                    </a:cubicBezTo>
                    <a:cubicBezTo>
                      <a:pt x="2921" y="8958"/>
                      <a:pt x="2777" y="9203"/>
                      <a:pt x="2729" y="9482"/>
                    </a:cubicBezTo>
                    <a:cubicBezTo>
                      <a:pt x="3309" y="9719"/>
                      <a:pt x="3936" y="9871"/>
                      <a:pt x="4594" y="9912"/>
                    </a:cubicBezTo>
                    <a:cubicBezTo>
                      <a:pt x="4777" y="9924"/>
                      <a:pt x="4954" y="9926"/>
                      <a:pt x="5131" y="992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65"/>
              <p:cNvSpPr/>
              <p:nvPr/>
            </p:nvSpPr>
            <p:spPr>
              <a:xfrm>
                <a:off x="6114357" y="3762165"/>
                <a:ext cx="55724" cy="55630"/>
              </a:xfrm>
              <a:custGeom>
                <a:rect b="b" l="l" r="r" t="t"/>
                <a:pathLst>
                  <a:path extrusionOk="0" h="1173" w="1175">
                    <a:moveTo>
                      <a:pt x="626" y="19"/>
                    </a:moveTo>
                    <a:cubicBezTo>
                      <a:pt x="936" y="40"/>
                      <a:pt x="1175" y="309"/>
                      <a:pt x="1154" y="624"/>
                    </a:cubicBezTo>
                    <a:cubicBezTo>
                      <a:pt x="1133" y="934"/>
                      <a:pt x="864" y="1173"/>
                      <a:pt x="552" y="1152"/>
                    </a:cubicBezTo>
                    <a:cubicBezTo>
                      <a:pt x="237" y="1132"/>
                      <a:pt x="0" y="862"/>
                      <a:pt x="21" y="550"/>
                    </a:cubicBezTo>
                    <a:cubicBezTo>
                      <a:pt x="42" y="237"/>
                      <a:pt x="311" y="1"/>
                      <a:pt x="626" y="1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69" name="Google Shape;1169;p65"/>
          <p:cNvSpPr/>
          <p:nvPr/>
        </p:nvSpPr>
        <p:spPr>
          <a:xfrm>
            <a:off x="441892" y="4334348"/>
            <a:ext cx="649752" cy="649871"/>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0" name="Google Shape;1170;p65"/>
          <p:cNvGrpSpPr/>
          <p:nvPr/>
        </p:nvGrpSpPr>
        <p:grpSpPr>
          <a:xfrm rot="585029">
            <a:off x="1392974" y="4072531"/>
            <a:ext cx="1045017" cy="1021596"/>
            <a:chOff x="7499398" y="624507"/>
            <a:chExt cx="1440046" cy="1407772"/>
          </a:xfrm>
        </p:grpSpPr>
        <p:sp>
          <p:nvSpPr>
            <p:cNvPr id="1171" name="Google Shape;1171;p65"/>
            <p:cNvSpPr/>
            <p:nvPr/>
          </p:nvSpPr>
          <p:spPr>
            <a:xfrm rot="-497753">
              <a:off x="7734887" y="799728"/>
              <a:ext cx="1129014" cy="1129014"/>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2" name="Google Shape;1172;p65"/>
            <p:cNvGrpSpPr/>
            <p:nvPr/>
          </p:nvGrpSpPr>
          <p:grpSpPr>
            <a:xfrm rot="-1343739">
              <a:off x="7664174" y="789203"/>
              <a:ext cx="1078029" cy="1078380"/>
              <a:chOff x="5759760" y="3433415"/>
              <a:chExt cx="583422" cy="583612"/>
            </a:xfrm>
          </p:grpSpPr>
          <p:sp>
            <p:nvSpPr>
              <p:cNvPr id="1173" name="Google Shape;1173;p65"/>
              <p:cNvSpPr/>
              <p:nvPr/>
            </p:nvSpPr>
            <p:spPr>
              <a:xfrm>
                <a:off x="5759760" y="3433415"/>
                <a:ext cx="583422" cy="583612"/>
              </a:xfrm>
              <a:custGeom>
                <a:rect b="b" l="l" r="r" t="t"/>
                <a:pathLst>
                  <a:path extrusionOk="0" h="12306" w="12302">
                    <a:moveTo>
                      <a:pt x="6540" y="217"/>
                    </a:moveTo>
                    <a:cubicBezTo>
                      <a:pt x="9818" y="430"/>
                      <a:pt x="12302" y="3262"/>
                      <a:pt x="12090" y="6542"/>
                    </a:cubicBezTo>
                    <a:cubicBezTo>
                      <a:pt x="11876" y="9820"/>
                      <a:pt x="9042" y="12306"/>
                      <a:pt x="5762" y="12092"/>
                    </a:cubicBezTo>
                    <a:cubicBezTo>
                      <a:pt x="2487" y="11878"/>
                      <a:pt x="1" y="9047"/>
                      <a:pt x="214" y="5767"/>
                    </a:cubicBezTo>
                    <a:cubicBezTo>
                      <a:pt x="426" y="2487"/>
                      <a:pt x="3260" y="1"/>
                      <a:pt x="6540" y="217"/>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65"/>
              <p:cNvSpPr/>
              <p:nvPr/>
            </p:nvSpPr>
            <p:spPr>
              <a:xfrm>
                <a:off x="5834360" y="3463578"/>
                <a:ext cx="315613" cy="339421"/>
              </a:xfrm>
              <a:custGeom>
                <a:rect b="b" l="l" r="r" t="t"/>
                <a:pathLst>
                  <a:path extrusionOk="0" h="7157" w="6655">
                    <a:moveTo>
                      <a:pt x="5732" y="251"/>
                    </a:moveTo>
                    <a:cubicBezTo>
                      <a:pt x="5999" y="269"/>
                      <a:pt x="6233" y="393"/>
                      <a:pt x="6398" y="580"/>
                    </a:cubicBezTo>
                    <a:cubicBezTo>
                      <a:pt x="6562" y="769"/>
                      <a:pt x="6655" y="1016"/>
                      <a:pt x="6636" y="1283"/>
                    </a:cubicBezTo>
                    <a:cubicBezTo>
                      <a:pt x="6620" y="1551"/>
                      <a:pt x="6497" y="1783"/>
                      <a:pt x="6307" y="1947"/>
                    </a:cubicBezTo>
                    <a:cubicBezTo>
                      <a:pt x="6122" y="2112"/>
                      <a:pt x="5874" y="2205"/>
                      <a:pt x="5606" y="2188"/>
                    </a:cubicBezTo>
                    <a:cubicBezTo>
                      <a:pt x="5339" y="2170"/>
                      <a:pt x="5104" y="2046"/>
                      <a:pt x="4940" y="1859"/>
                    </a:cubicBezTo>
                    <a:cubicBezTo>
                      <a:pt x="4775" y="1674"/>
                      <a:pt x="4683" y="1423"/>
                      <a:pt x="4701" y="1156"/>
                    </a:cubicBezTo>
                    <a:cubicBezTo>
                      <a:pt x="4720" y="888"/>
                      <a:pt x="4843" y="656"/>
                      <a:pt x="5030" y="492"/>
                    </a:cubicBezTo>
                    <a:cubicBezTo>
                      <a:pt x="5216" y="329"/>
                      <a:pt x="5464" y="237"/>
                      <a:pt x="5732" y="251"/>
                    </a:cubicBezTo>
                    <a:close/>
                    <a:moveTo>
                      <a:pt x="1535" y="4298"/>
                    </a:moveTo>
                    <a:cubicBezTo>
                      <a:pt x="1925" y="4323"/>
                      <a:pt x="2271" y="4506"/>
                      <a:pt x="2509" y="4777"/>
                    </a:cubicBezTo>
                    <a:cubicBezTo>
                      <a:pt x="2748" y="5051"/>
                      <a:pt x="2884" y="5417"/>
                      <a:pt x="2859" y="5805"/>
                    </a:cubicBezTo>
                    <a:cubicBezTo>
                      <a:pt x="2832" y="6196"/>
                      <a:pt x="2651" y="6541"/>
                      <a:pt x="2378" y="6780"/>
                    </a:cubicBezTo>
                    <a:cubicBezTo>
                      <a:pt x="2106" y="7018"/>
                      <a:pt x="1740" y="7156"/>
                      <a:pt x="1350" y="7129"/>
                    </a:cubicBezTo>
                    <a:cubicBezTo>
                      <a:pt x="959" y="7105"/>
                      <a:pt x="616" y="6922"/>
                      <a:pt x="375" y="6650"/>
                    </a:cubicBezTo>
                    <a:cubicBezTo>
                      <a:pt x="136" y="6377"/>
                      <a:pt x="1" y="6009"/>
                      <a:pt x="25" y="5622"/>
                    </a:cubicBezTo>
                    <a:cubicBezTo>
                      <a:pt x="52" y="5231"/>
                      <a:pt x="235" y="4886"/>
                      <a:pt x="507" y="4647"/>
                    </a:cubicBezTo>
                    <a:cubicBezTo>
                      <a:pt x="780" y="4409"/>
                      <a:pt x="1144" y="4271"/>
                      <a:pt x="1535" y="4298"/>
                    </a:cubicBezTo>
                    <a:close/>
                    <a:moveTo>
                      <a:pt x="2333" y="4937"/>
                    </a:moveTo>
                    <a:cubicBezTo>
                      <a:pt x="2133" y="4711"/>
                      <a:pt x="1845" y="4559"/>
                      <a:pt x="1522" y="4538"/>
                    </a:cubicBezTo>
                    <a:cubicBezTo>
                      <a:pt x="1195" y="4518"/>
                      <a:pt x="893" y="4629"/>
                      <a:pt x="667" y="4830"/>
                    </a:cubicBezTo>
                    <a:cubicBezTo>
                      <a:pt x="441" y="5028"/>
                      <a:pt x="289" y="5316"/>
                      <a:pt x="268" y="5639"/>
                    </a:cubicBezTo>
                    <a:cubicBezTo>
                      <a:pt x="247" y="5966"/>
                      <a:pt x="358" y="6270"/>
                      <a:pt x="558" y="6496"/>
                    </a:cubicBezTo>
                    <a:cubicBezTo>
                      <a:pt x="759" y="6722"/>
                      <a:pt x="1043" y="6872"/>
                      <a:pt x="1368" y="6893"/>
                    </a:cubicBezTo>
                    <a:cubicBezTo>
                      <a:pt x="1695" y="6914"/>
                      <a:pt x="1997" y="6805"/>
                      <a:pt x="2224" y="6603"/>
                    </a:cubicBezTo>
                    <a:cubicBezTo>
                      <a:pt x="2452" y="6406"/>
                      <a:pt x="2602" y="6118"/>
                      <a:pt x="2622" y="5793"/>
                    </a:cubicBezTo>
                    <a:cubicBezTo>
                      <a:pt x="2643" y="5468"/>
                      <a:pt x="2530" y="5164"/>
                      <a:pt x="2333" y="4937"/>
                    </a:cubicBezTo>
                    <a:close/>
                    <a:moveTo>
                      <a:pt x="3468" y="12"/>
                    </a:moveTo>
                    <a:cubicBezTo>
                      <a:pt x="3638" y="23"/>
                      <a:pt x="3788" y="103"/>
                      <a:pt x="3891" y="220"/>
                    </a:cubicBezTo>
                    <a:cubicBezTo>
                      <a:pt x="3998" y="339"/>
                      <a:pt x="4056" y="498"/>
                      <a:pt x="4043" y="668"/>
                    </a:cubicBezTo>
                    <a:cubicBezTo>
                      <a:pt x="4033" y="837"/>
                      <a:pt x="3953" y="987"/>
                      <a:pt x="3836" y="1092"/>
                    </a:cubicBezTo>
                    <a:cubicBezTo>
                      <a:pt x="3716" y="1197"/>
                      <a:pt x="3558" y="1257"/>
                      <a:pt x="3387" y="1244"/>
                    </a:cubicBezTo>
                    <a:cubicBezTo>
                      <a:pt x="3219" y="1234"/>
                      <a:pt x="3069" y="1154"/>
                      <a:pt x="2964" y="1034"/>
                    </a:cubicBezTo>
                    <a:cubicBezTo>
                      <a:pt x="2859" y="917"/>
                      <a:pt x="2799" y="757"/>
                      <a:pt x="2812" y="588"/>
                    </a:cubicBezTo>
                    <a:cubicBezTo>
                      <a:pt x="2826" y="420"/>
                      <a:pt x="2902" y="269"/>
                      <a:pt x="3021" y="165"/>
                    </a:cubicBezTo>
                    <a:cubicBezTo>
                      <a:pt x="3139" y="60"/>
                      <a:pt x="3299" y="0"/>
                      <a:pt x="3468" y="12"/>
                    </a:cubicBezTo>
                    <a:close/>
                    <a:moveTo>
                      <a:pt x="3756" y="339"/>
                    </a:moveTo>
                    <a:cubicBezTo>
                      <a:pt x="3682" y="253"/>
                      <a:pt x="3577" y="198"/>
                      <a:pt x="3455" y="193"/>
                    </a:cubicBezTo>
                    <a:cubicBezTo>
                      <a:pt x="3334" y="185"/>
                      <a:pt x="3221" y="226"/>
                      <a:pt x="3139" y="300"/>
                    </a:cubicBezTo>
                    <a:cubicBezTo>
                      <a:pt x="3054" y="374"/>
                      <a:pt x="2997" y="481"/>
                      <a:pt x="2993" y="601"/>
                    </a:cubicBezTo>
                    <a:cubicBezTo>
                      <a:pt x="2984" y="722"/>
                      <a:pt x="3026" y="835"/>
                      <a:pt x="3100" y="917"/>
                    </a:cubicBezTo>
                    <a:cubicBezTo>
                      <a:pt x="3176" y="1002"/>
                      <a:pt x="3281" y="1055"/>
                      <a:pt x="3402" y="1063"/>
                    </a:cubicBezTo>
                    <a:cubicBezTo>
                      <a:pt x="3521" y="1071"/>
                      <a:pt x="3634" y="1030"/>
                      <a:pt x="3716" y="956"/>
                    </a:cubicBezTo>
                    <a:cubicBezTo>
                      <a:pt x="3803" y="882"/>
                      <a:pt x="3856" y="775"/>
                      <a:pt x="3865" y="656"/>
                    </a:cubicBezTo>
                    <a:cubicBezTo>
                      <a:pt x="3871" y="537"/>
                      <a:pt x="3830" y="424"/>
                      <a:pt x="3756" y="339"/>
                    </a:cubicBezTo>
                    <a:close/>
                    <a:moveTo>
                      <a:pt x="5719" y="432"/>
                    </a:moveTo>
                    <a:cubicBezTo>
                      <a:pt x="5503" y="415"/>
                      <a:pt x="5300" y="492"/>
                      <a:pt x="5150" y="627"/>
                    </a:cubicBezTo>
                    <a:cubicBezTo>
                      <a:pt x="4998" y="761"/>
                      <a:pt x="4895" y="950"/>
                      <a:pt x="4882" y="1170"/>
                    </a:cubicBezTo>
                    <a:cubicBezTo>
                      <a:pt x="4866" y="1386"/>
                      <a:pt x="4944" y="1588"/>
                      <a:pt x="5078" y="1740"/>
                    </a:cubicBezTo>
                    <a:cubicBezTo>
                      <a:pt x="5211" y="1892"/>
                      <a:pt x="5401" y="1995"/>
                      <a:pt x="5619" y="2007"/>
                    </a:cubicBezTo>
                    <a:cubicBezTo>
                      <a:pt x="5834" y="2024"/>
                      <a:pt x="6038" y="1945"/>
                      <a:pt x="6190" y="1812"/>
                    </a:cubicBezTo>
                    <a:cubicBezTo>
                      <a:pt x="6342" y="1678"/>
                      <a:pt x="6445" y="1487"/>
                      <a:pt x="6458" y="1269"/>
                    </a:cubicBezTo>
                    <a:cubicBezTo>
                      <a:pt x="6486" y="835"/>
                      <a:pt x="6157" y="459"/>
                      <a:pt x="5719" y="43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65"/>
              <p:cNvSpPr/>
              <p:nvPr/>
            </p:nvSpPr>
            <p:spPr>
              <a:xfrm>
                <a:off x="5815058" y="3536707"/>
                <a:ext cx="519161" cy="470788"/>
              </a:xfrm>
              <a:custGeom>
                <a:rect b="b" l="l" r="r" t="t"/>
                <a:pathLst>
                  <a:path extrusionOk="0" h="9927" w="10947">
                    <a:moveTo>
                      <a:pt x="9412" y="0"/>
                    </a:moveTo>
                    <a:cubicBezTo>
                      <a:pt x="10165" y="837"/>
                      <a:pt x="10679" y="1886"/>
                      <a:pt x="10860" y="3038"/>
                    </a:cubicBezTo>
                    <a:lnTo>
                      <a:pt x="10887" y="3219"/>
                    </a:lnTo>
                    <a:cubicBezTo>
                      <a:pt x="10934" y="3591"/>
                      <a:pt x="10946" y="3973"/>
                      <a:pt x="10922" y="4364"/>
                    </a:cubicBezTo>
                    <a:cubicBezTo>
                      <a:pt x="10899" y="4714"/>
                      <a:pt x="10848" y="5053"/>
                      <a:pt x="10768" y="5380"/>
                    </a:cubicBezTo>
                    <a:lnTo>
                      <a:pt x="10722" y="5555"/>
                    </a:lnTo>
                    <a:cubicBezTo>
                      <a:pt x="10054" y="7998"/>
                      <a:pt x="7878" y="9778"/>
                      <a:pt x="5316" y="9916"/>
                    </a:cubicBezTo>
                    <a:cubicBezTo>
                      <a:pt x="5324" y="9875"/>
                      <a:pt x="5326" y="9834"/>
                      <a:pt x="5328" y="9793"/>
                    </a:cubicBezTo>
                    <a:cubicBezTo>
                      <a:pt x="5355" y="9408"/>
                      <a:pt x="5222" y="9048"/>
                      <a:pt x="4985" y="8779"/>
                    </a:cubicBezTo>
                    <a:cubicBezTo>
                      <a:pt x="4749" y="8507"/>
                      <a:pt x="4409" y="8329"/>
                      <a:pt x="4023" y="8302"/>
                    </a:cubicBezTo>
                    <a:cubicBezTo>
                      <a:pt x="3638" y="8277"/>
                      <a:pt x="3278" y="8411"/>
                      <a:pt x="3009" y="8647"/>
                    </a:cubicBezTo>
                    <a:cubicBezTo>
                      <a:pt x="2785" y="8843"/>
                      <a:pt x="2626" y="9106"/>
                      <a:pt x="2561" y="9410"/>
                    </a:cubicBezTo>
                    <a:cubicBezTo>
                      <a:pt x="1508" y="8939"/>
                      <a:pt x="622" y="8174"/>
                      <a:pt x="0" y="7222"/>
                    </a:cubicBezTo>
                    <a:cubicBezTo>
                      <a:pt x="2532" y="7506"/>
                      <a:pt x="3509" y="7043"/>
                      <a:pt x="4434" y="5147"/>
                    </a:cubicBezTo>
                    <a:cubicBezTo>
                      <a:pt x="5417" y="3138"/>
                      <a:pt x="7218" y="5590"/>
                      <a:pt x="8004" y="2400"/>
                    </a:cubicBezTo>
                    <a:cubicBezTo>
                      <a:pt x="8370" y="893"/>
                      <a:pt x="8929" y="253"/>
                      <a:pt x="9412" y="0"/>
                    </a:cubicBezTo>
                    <a:close/>
                    <a:moveTo>
                      <a:pt x="5131" y="9922"/>
                    </a:moveTo>
                    <a:cubicBezTo>
                      <a:pt x="5139" y="9875"/>
                      <a:pt x="5148" y="9828"/>
                      <a:pt x="5150" y="9778"/>
                    </a:cubicBezTo>
                    <a:cubicBezTo>
                      <a:pt x="5170" y="9441"/>
                      <a:pt x="5055" y="9126"/>
                      <a:pt x="4849" y="8894"/>
                    </a:cubicBezTo>
                    <a:cubicBezTo>
                      <a:pt x="4644" y="8660"/>
                      <a:pt x="4348" y="8503"/>
                      <a:pt x="4010" y="8479"/>
                    </a:cubicBezTo>
                    <a:cubicBezTo>
                      <a:pt x="3673" y="8458"/>
                      <a:pt x="3361" y="8575"/>
                      <a:pt x="3124" y="8781"/>
                    </a:cubicBezTo>
                    <a:cubicBezTo>
                      <a:pt x="2921" y="8958"/>
                      <a:pt x="2777" y="9203"/>
                      <a:pt x="2729" y="9482"/>
                    </a:cubicBezTo>
                    <a:cubicBezTo>
                      <a:pt x="3309" y="9719"/>
                      <a:pt x="3936" y="9871"/>
                      <a:pt x="4594" y="9912"/>
                    </a:cubicBezTo>
                    <a:cubicBezTo>
                      <a:pt x="4777" y="9924"/>
                      <a:pt x="4954" y="9926"/>
                      <a:pt x="5131" y="9922"/>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65"/>
              <p:cNvSpPr/>
              <p:nvPr/>
            </p:nvSpPr>
            <p:spPr>
              <a:xfrm>
                <a:off x="6114357" y="3762165"/>
                <a:ext cx="55724" cy="55630"/>
              </a:xfrm>
              <a:custGeom>
                <a:rect b="b" l="l" r="r" t="t"/>
                <a:pathLst>
                  <a:path extrusionOk="0" h="1173" w="1175">
                    <a:moveTo>
                      <a:pt x="626" y="19"/>
                    </a:moveTo>
                    <a:cubicBezTo>
                      <a:pt x="936" y="40"/>
                      <a:pt x="1175" y="309"/>
                      <a:pt x="1154" y="624"/>
                    </a:cubicBezTo>
                    <a:cubicBezTo>
                      <a:pt x="1133" y="934"/>
                      <a:pt x="864" y="1173"/>
                      <a:pt x="552" y="1152"/>
                    </a:cubicBezTo>
                    <a:cubicBezTo>
                      <a:pt x="237" y="1132"/>
                      <a:pt x="0" y="862"/>
                      <a:pt x="21" y="550"/>
                    </a:cubicBezTo>
                    <a:cubicBezTo>
                      <a:pt x="42" y="237"/>
                      <a:pt x="311" y="1"/>
                      <a:pt x="626" y="19"/>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77" name="Google Shape;1177;p65"/>
          <p:cNvSpPr/>
          <p:nvPr/>
        </p:nvSpPr>
        <p:spPr>
          <a:xfrm>
            <a:off x="2586619" y="4361947"/>
            <a:ext cx="168275" cy="168302"/>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65"/>
          <p:cNvSpPr/>
          <p:nvPr/>
        </p:nvSpPr>
        <p:spPr>
          <a:xfrm>
            <a:off x="717614" y="2624730"/>
            <a:ext cx="98328" cy="98344"/>
          </a:xfrm>
          <a:custGeom>
            <a:rect b="b" l="l" r="r" t="t"/>
            <a:pathLst>
              <a:path extrusionOk="0" h="6294" w="6293">
                <a:moveTo>
                  <a:pt x="6293" y="3147"/>
                </a:moveTo>
                <a:cubicBezTo>
                  <a:pt x="6293" y="4885"/>
                  <a:pt x="4882" y="6293"/>
                  <a:pt x="3146" y="6293"/>
                </a:cubicBezTo>
                <a:cubicBezTo>
                  <a:pt x="1409" y="6293"/>
                  <a:pt x="0" y="4885"/>
                  <a:pt x="0" y="3147"/>
                </a:cubicBezTo>
                <a:cubicBezTo>
                  <a:pt x="0" y="1409"/>
                  <a:pt x="1409" y="1"/>
                  <a:pt x="3146" y="1"/>
                </a:cubicBezTo>
                <a:cubicBezTo>
                  <a:pt x="4882" y="1"/>
                  <a:pt x="6293" y="1409"/>
                  <a:pt x="6293" y="3147"/>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65"/>
          <p:cNvSpPr/>
          <p:nvPr/>
        </p:nvSpPr>
        <p:spPr>
          <a:xfrm>
            <a:off x="505190" y="3517916"/>
            <a:ext cx="300164" cy="276795"/>
          </a:xfrm>
          <a:custGeom>
            <a:rect b="b" l="l" r="r" t="t"/>
            <a:pathLst>
              <a:path extrusionOk="0" h="11657" w="11658">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1180" name="Google Shape;1180;p65"/>
          <p:cNvSpPr/>
          <p:nvPr/>
        </p:nvSpPr>
        <p:spPr>
          <a:xfrm rot="834646">
            <a:off x="1234084" y="3792463"/>
            <a:ext cx="300166" cy="276801"/>
          </a:xfrm>
          <a:custGeom>
            <a:rect b="b" l="l" r="r" t="t"/>
            <a:pathLst>
              <a:path extrusionOk="0" h="11657" w="11658">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chemeClr val="dk2"/>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1181" name="Google Shape;1181;p65"/>
          <p:cNvSpPr/>
          <p:nvPr/>
        </p:nvSpPr>
        <p:spPr>
          <a:xfrm>
            <a:off x="1626608" y="4553983"/>
            <a:ext cx="168283" cy="168298"/>
          </a:xfrm>
          <a:custGeom>
            <a:rect b="b" l="l" r="r" t="t"/>
            <a:pathLst>
              <a:path extrusionOk="0" h="11657" w="11658">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8">
                                  <p:stCondLst>
                                    <p:cond delay="0"/>
                                  </p:stCondLst>
                                  <p:childTnLst>
                                    <p:set>
                                      <p:cBhvr>
                                        <p:cTn dur="1" fill="hold">
                                          <p:stCondLst>
                                            <p:cond delay="0"/>
                                          </p:stCondLst>
                                        </p:cTn>
                                        <p:tgtEl>
                                          <p:spTgt spid="1157"/>
                                        </p:tgtEl>
                                        <p:attrNameLst>
                                          <p:attrName>style.visibility</p:attrName>
                                        </p:attrNameLst>
                                      </p:cBhvr>
                                      <p:to>
                                        <p:strVal val="visible"/>
                                      </p:to>
                                    </p:set>
                                    <p:anim calcmode="lin" valueType="num">
                                      <p:cBhvr additive="base">
                                        <p:cTn dur="1000"/>
                                        <p:tgtEl>
                                          <p:spTgt spid="1157"/>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1158"/>
                                        </p:tgtEl>
                                        <p:attrNameLst>
                                          <p:attrName>style.visibility</p:attrName>
                                        </p:attrNameLst>
                                      </p:cBhvr>
                                      <p:to>
                                        <p:strVal val="visible"/>
                                      </p:to>
                                    </p:set>
                                    <p:animEffect filter="fade" transition="in">
                                      <p:cBhvr>
                                        <p:cTn dur="600"/>
                                        <p:tgtEl>
                                          <p:spTgt spid="1158"/>
                                        </p:tgtEl>
                                      </p:cBhvr>
                                    </p:animEffect>
                                  </p:childTnLst>
                                </p:cTn>
                              </p:par>
                              <p:par>
                                <p:cTn fill="hold" nodeType="withEffect" presetClass="entr" presetID="10" presetSubtype="0">
                                  <p:stCondLst>
                                    <p:cond delay="0"/>
                                  </p:stCondLst>
                                  <p:childTnLst>
                                    <p:set>
                                      <p:cBhvr>
                                        <p:cTn dur="1" fill="hold">
                                          <p:stCondLst>
                                            <p:cond delay="0"/>
                                          </p:stCondLst>
                                        </p:cTn>
                                        <p:tgtEl>
                                          <p:spTgt spid="1161"/>
                                        </p:tgtEl>
                                        <p:attrNameLst>
                                          <p:attrName>style.visibility</p:attrName>
                                        </p:attrNameLst>
                                      </p:cBhvr>
                                      <p:to>
                                        <p:strVal val="visible"/>
                                      </p:to>
                                    </p:set>
                                    <p:animEffect filter="fade" transition="in">
                                      <p:cBhvr>
                                        <p:cTn dur="600"/>
                                        <p:tgtEl>
                                          <p:spTgt spid="11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66"/>
          <p:cNvSpPr/>
          <p:nvPr/>
        </p:nvSpPr>
        <p:spPr>
          <a:xfrm>
            <a:off x="2614475" y="3640200"/>
            <a:ext cx="4422600" cy="9633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bin"/>
              <a:ea typeface="Cabin"/>
              <a:cs typeface="Cabin"/>
              <a:sym typeface="Cabin"/>
            </a:endParaRPr>
          </a:p>
        </p:txBody>
      </p:sp>
      <p:sp>
        <p:nvSpPr>
          <p:cNvPr id="1187" name="Google Shape;1187;p66"/>
          <p:cNvSpPr txBox="1"/>
          <p:nvPr>
            <p:ph type="ctrTitle"/>
          </p:nvPr>
        </p:nvSpPr>
        <p:spPr>
          <a:xfrm>
            <a:off x="2571776" y="970275"/>
            <a:ext cx="4000500" cy="1126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Thanks</a:t>
            </a:r>
            <a:r>
              <a:rPr lang="en">
                <a:solidFill>
                  <a:schemeClr val="dk2"/>
                </a:solidFill>
              </a:rPr>
              <a:t>!</a:t>
            </a:r>
            <a:endParaRPr>
              <a:solidFill>
                <a:schemeClr val="dk2"/>
              </a:solidFill>
            </a:endParaRPr>
          </a:p>
        </p:txBody>
      </p:sp>
      <p:sp>
        <p:nvSpPr>
          <p:cNvPr id="1188" name="Google Shape;1188;p66"/>
          <p:cNvSpPr txBox="1"/>
          <p:nvPr>
            <p:ph idx="1" type="subTitle"/>
          </p:nvPr>
        </p:nvSpPr>
        <p:spPr>
          <a:xfrm>
            <a:off x="2679325" y="1960151"/>
            <a:ext cx="3785400" cy="112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900"/>
              <a:t>Does anyone have any questions?</a:t>
            </a:r>
            <a:endParaRPr sz="1900"/>
          </a:p>
          <a:p>
            <a:pPr indent="0" lvl="0" marL="0" rtl="0" algn="ctr">
              <a:spcBef>
                <a:spcPts val="0"/>
              </a:spcBef>
              <a:spcAft>
                <a:spcPts val="0"/>
              </a:spcAft>
              <a:buNone/>
            </a:pPr>
            <a:r>
              <a:rPr lang="en" sz="1700"/>
              <a:t>Feel free to contact me!</a:t>
            </a:r>
            <a:endParaRPr sz="1700"/>
          </a:p>
        </p:txBody>
      </p:sp>
      <p:grpSp>
        <p:nvGrpSpPr>
          <p:cNvPr id="1189" name="Google Shape;1189;p66"/>
          <p:cNvGrpSpPr/>
          <p:nvPr/>
        </p:nvGrpSpPr>
        <p:grpSpPr>
          <a:xfrm>
            <a:off x="3345210" y="3123838"/>
            <a:ext cx="366573" cy="421919"/>
            <a:chOff x="1379798" y="1723250"/>
            <a:chExt cx="397887" cy="397887"/>
          </a:xfrm>
        </p:grpSpPr>
        <p:sp>
          <p:nvSpPr>
            <p:cNvPr id="1190" name="Google Shape;1190;p66"/>
            <p:cNvSpPr/>
            <p:nvPr/>
          </p:nvSpPr>
          <p:spPr>
            <a:xfrm>
              <a:off x="1462169" y="1793977"/>
              <a:ext cx="23354" cy="23312"/>
            </a:xfrm>
            <a:custGeom>
              <a:rect b="b" l="l" r="r" t="t"/>
              <a:pathLst>
                <a:path extrusionOk="0" h="1117" w="1119">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dk2"/>
            </a:solidFill>
            <a:ln>
              <a:noFill/>
            </a:ln>
          </p:spPr>
          <p:txBody>
            <a:bodyPr anchorCtr="0" anchor="ctr" bIns="103175" lIns="103175" spcFirstLastPara="1" rIns="103175" wrap="square" tIns="103175">
              <a:noAutofit/>
            </a:bodyPr>
            <a:lstStyle/>
            <a:p>
              <a:pPr indent="0" lvl="0" marL="0" rtl="0" algn="l">
                <a:spcBef>
                  <a:spcPts val="0"/>
                </a:spcBef>
                <a:spcAft>
                  <a:spcPts val="0"/>
                </a:spcAft>
                <a:buNone/>
              </a:pPr>
              <a:r>
                <a:t/>
              </a:r>
              <a:endParaRPr/>
            </a:p>
          </p:txBody>
        </p:sp>
        <p:sp>
          <p:nvSpPr>
            <p:cNvPr id="1191" name="Google Shape;1191;p66"/>
            <p:cNvSpPr/>
            <p:nvPr/>
          </p:nvSpPr>
          <p:spPr>
            <a:xfrm>
              <a:off x="1379798" y="1723250"/>
              <a:ext cx="397887" cy="397887"/>
            </a:xfrm>
            <a:custGeom>
              <a:rect b="b" l="l" r="r" t="t"/>
              <a:pathLst>
                <a:path extrusionOk="0" h="19065" w="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dk2"/>
            </a:solidFill>
            <a:ln>
              <a:noFill/>
            </a:ln>
          </p:spPr>
          <p:txBody>
            <a:bodyPr anchorCtr="0" anchor="ctr" bIns="103175" lIns="103175" spcFirstLastPara="1" rIns="103175" wrap="square" tIns="103175">
              <a:noAutofit/>
            </a:bodyPr>
            <a:lstStyle/>
            <a:p>
              <a:pPr indent="0" lvl="0" marL="0" rtl="0" algn="l">
                <a:spcBef>
                  <a:spcPts val="0"/>
                </a:spcBef>
                <a:spcAft>
                  <a:spcPts val="0"/>
                </a:spcAft>
                <a:buNone/>
              </a:pPr>
              <a:r>
                <a:t/>
              </a:r>
              <a:endParaRPr/>
            </a:p>
          </p:txBody>
        </p:sp>
        <p:sp>
          <p:nvSpPr>
            <p:cNvPr id="1192" name="Google Shape;1192;p66"/>
            <p:cNvSpPr/>
            <p:nvPr/>
          </p:nvSpPr>
          <p:spPr>
            <a:xfrm>
              <a:off x="1555413" y="1886846"/>
              <a:ext cx="139912" cy="163558"/>
            </a:xfrm>
            <a:custGeom>
              <a:rect b="b" l="l" r="r" t="t"/>
              <a:pathLst>
                <a:path extrusionOk="0" h="7837" w="6704">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dk2"/>
            </a:solidFill>
            <a:ln>
              <a:noFill/>
            </a:ln>
          </p:spPr>
          <p:txBody>
            <a:bodyPr anchorCtr="0" anchor="ctr" bIns="103175" lIns="103175" spcFirstLastPara="1" rIns="103175" wrap="square" tIns="103175">
              <a:noAutofit/>
            </a:bodyPr>
            <a:lstStyle/>
            <a:p>
              <a:pPr indent="0" lvl="0" marL="0" rtl="0" algn="l">
                <a:spcBef>
                  <a:spcPts val="0"/>
                </a:spcBef>
                <a:spcAft>
                  <a:spcPts val="0"/>
                </a:spcAft>
                <a:buNone/>
              </a:pPr>
              <a:r>
                <a:t/>
              </a:r>
              <a:endParaRPr/>
            </a:p>
          </p:txBody>
        </p:sp>
        <p:sp>
          <p:nvSpPr>
            <p:cNvPr id="1193" name="Google Shape;1193;p66"/>
            <p:cNvSpPr/>
            <p:nvPr/>
          </p:nvSpPr>
          <p:spPr>
            <a:xfrm>
              <a:off x="1462169" y="1887200"/>
              <a:ext cx="23354" cy="163203"/>
            </a:xfrm>
            <a:custGeom>
              <a:rect b="b" l="l" r="r" t="t"/>
              <a:pathLst>
                <a:path extrusionOk="0" h="7820" w="1119">
                  <a:moveTo>
                    <a:pt x="0" y="0"/>
                  </a:moveTo>
                  <a:lnTo>
                    <a:pt x="0" y="7819"/>
                  </a:lnTo>
                  <a:lnTo>
                    <a:pt x="1118" y="7819"/>
                  </a:lnTo>
                  <a:lnTo>
                    <a:pt x="1118" y="0"/>
                  </a:lnTo>
                  <a:close/>
                </a:path>
              </a:pathLst>
            </a:custGeom>
            <a:solidFill>
              <a:schemeClr val="dk2"/>
            </a:solidFill>
            <a:ln>
              <a:noFill/>
            </a:ln>
          </p:spPr>
          <p:txBody>
            <a:bodyPr anchorCtr="0" anchor="ctr" bIns="103175" lIns="103175" spcFirstLastPara="1" rIns="103175" wrap="square" tIns="103175">
              <a:noAutofit/>
            </a:bodyPr>
            <a:lstStyle/>
            <a:p>
              <a:pPr indent="0" lvl="0" marL="0" rtl="0" algn="l">
                <a:spcBef>
                  <a:spcPts val="0"/>
                </a:spcBef>
                <a:spcAft>
                  <a:spcPts val="0"/>
                </a:spcAft>
                <a:buNone/>
              </a:pPr>
              <a:r>
                <a:t/>
              </a:r>
              <a:endParaRPr/>
            </a:p>
          </p:txBody>
        </p:sp>
      </p:grpSp>
      <p:sp>
        <p:nvSpPr>
          <p:cNvPr id="1194" name="Google Shape;1194;p66"/>
          <p:cNvSpPr/>
          <p:nvPr/>
        </p:nvSpPr>
        <p:spPr>
          <a:xfrm>
            <a:off x="3711800" y="3154687"/>
            <a:ext cx="2595000" cy="3741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Cabin"/>
                <a:ea typeface="Cabin"/>
                <a:cs typeface="Cabin"/>
                <a:sym typeface="Cabin"/>
              </a:rPr>
              <a:t>linkedin.com/in/dimitris-fotiou/</a:t>
            </a:r>
            <a:endParaRPr>
              <a:solidFill>
                <a:schemeClr val="dk1"/>
              </a:solidFill>
              <a:latin typeface="Cabin"/>
              <a:ea typeface="Cabin"/>
              <a:cs typeface="Cabin"/>
              <a:sym typeface="Cabin"/>
            </a:endParaRPr>
          </a:p>
        </p:txBody>
      </p:sp>
      <p:grpSp>
        <p:nvGrpSpPr>
          <p:cNvPr id="1195" name="Google Shape;1195;p66"/>
          <p:cNvGrpSpPr/>
          <p:nvPr/>
        </p:nvGrpSpPr>
        <p:grpSpPr>
          <a:xfrm>
            <a:off x="3345044" y="3611827"/>
            <a:ext cx="366604" cy="370908"/>
            <a:chOff x="-3030525" y="3973150"/>
            <a:chExt cx="293025" cy="257575"/>
          </a:xfrm>
        </p:grpSpPr>
        <p:sp>
          <p:nvSpPr>
            <p:cNvPr id="1196" name="Google Shape;1196;p66"/>
            <p:cNvSpPr/>
            <p:nvPr/>
          </p:nvSpPr>
          <p:spPr>
            <a:xfrm>
              <a:off x="-3029750" y="3973150"/>
              <a:ext cx="292250" cy="68550"/>
            </a:xfrm>
            <a:custGeom>
              <a:rect b="b" l="l" r="r" t="t"/>
              <a:pathLst>
                <a:path extrusionOk="0" h="2742" w="11690">
                  <a:moveTo>
                    <a:pt x="1702" y="1355"/>
                  </a:moveTo>
                  <a:cubicBezTo>
                    <a:pt x="1891" y="1355"/>
                    <a:pt x="2049" y="1513"/>
                    <a:pt x="2049" y="1702"/>
                  </a:cubicBezTo>
                  <a:cubicBezTo>
                    <a:pt x="2049" y="1922"/>
                    <a:pt x="1891" y="2080"/>
                    <a:pt x="1702" y="2080"/>
                  </a:cubicBezTo>
                  <a:cubicBezTo>
                    <a:pt x="1513" y="2080"/>
                    <a:pt x="1356" y="1922"/>
                    <a:pt x="1356" y="1702"/>
                  </a:cubicBezTo>
                  <a:cubicBezTo>
                    <a:pt x="1356" y="1513"/>
                    <a:pt x="1513" y="1355"/>
                    <a:pt x="1702" y="1355"/>
                  </a:cubicBezTo>
                  <a:close/>
                  <a:moveTo>
                    <a:pt x="3088" y="1355"/>
                  </a:moveTo>
                  <a:cubicBezTo>
                    <a:pt x="3277" y="1355"/>
                    <a:pt x="3435" y="1513"/>
                    <a:pt x="3435" y="1702"/>
                  </a:cubicBezTo>
                  <a:cubicBezTo>
                    <a:pt x="3435" y="1922"/>
                    <a:pt x="3277" y="2080"/>
                    <a:pt x="3088" y="2080"/>
                  </a:cubicBezTo>
                  <a:cubicBezTo>
                    <a:pt x="2868" y="2080"/>
                    <a:pt x="2710" y="1922"/>
                    <a:pt x="2710" y="1702"/>
                  </a:cubicBezTo>
                  <a:cubicBezTo>
                    <a:pt x="2710" y="1513"/>
                    <a:pt x="2868" y="1355"/>
                    <a:pt x="3088" y="1355"/>
                  </a:cubicBezTo>
                  <a:close/>
                  <a:moveTo>
                    <a:pt x="9925" y="1387"/>
                  </a:moveTo>
                  <a:cubicBezTo>
                    <a:pt x="10366" y="1387"/>
                    <a:pt x="10366" y="2080"/>
                    <a:pt x="9925" y="2080"/>
                  </a:cubicBezTo>
                  <a:lnTo>
                    <a:pt x="5829" y="2080"/>
                  </a:lnTo>
                  <a:cubicBezTo>
                    <a:pt x="5388" y="2080"/>
                    <a:pt x="5357" y="1387"/>
                    <a:pt x="5829" y="1387"/>
                  </a:cubicBezTo>
                  <a:close/>
                  <a:moveTo>
                    <a:pt x="1041" y="1"/>
                  </a:moveTo>
                  <a:cubicBezTo>
                    <a:pt x="473" y="1"/>
                    <a:pt x="1" y="473"/>
                    <a:pt x="1" y="1040"/>
                  </a:cubicBezTo>
                  <a:lnTo>
                    <a:pt x="1" y="2741"/>
                  </a:lnTo>
                  <a:lnTo>
                    <a:pt x="11689" y="2741"/>
                  </a:lnTo>
                  <a:lnTo>
                    <a:pt x="11689" y="1040"/>
                  </a:lnTo>
                  <a:cubicBezTo>
                    <a:pt x="11658" y="505"/>
                    <a:pt x="11248" y="1"/>
                    <a:pt x="106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66"/>
            <p:cNvSpPr/>
            <p:nvPr/>
          </p:nvSpPr>
          <p:spPr>
            <a:xfrm>
              <a:off x="-3030525" y="4059000"/>
              <a:ext cx="292225" cy="171725"/>
            </a:xfrm>
            <a:custGeom>
              <a:rect b="b" l="l" r="r" t="t"/>
              <a:pathLst>
                <a:path extrusionOk="0" h="6869" w="11689">
                  <a:moveTo>
                    <a:pt x="3773" y="1366"/>
                  </a:moveTo>
                  <a:cubicBezTo>
                    <a:pt x="4065" y="1366"/>
                    <a:pt x="4260" y="1775"/>
                    <a:pt x="3970" y="1985"/>
                  </a:cubicBezTo>
                  <a:lnTo>
                    <a:pt x="2363" y="3088"/>
                  </a:lnTo>
                  <a:lnTo>
                    <a:pt x="3970" y="4191"/>
                  </a:lnTo>
                  <a:cubicBezTo>
                    <a:pt x="4252" y="4370"/>
                    <a:pt x="4075" y="4801"/>
                    <a:pt x="3795" y="4801"/>
                  </a:cubicBezTo>
                  <a:cubicBezTo>
                    <a:pt x="3731" y="4801"/>
                    <a:pt x="3662" y="4779"/>
                    <a:pt x="3592" y="4726"/>
                  </a:cubicBezTo>
                  <a:lnTo>
                    <a:pt x="1544" y="3372"/>
                  </a:lnTo>
                  <a:cubicBezTo>
                    <a:pt x="1324" y="3246"/>
                    <a:pt x="1324" y="2962"/>
                    <a:pt x="1544" y="2805"/>
                  </a:cubicBezTo>
                  <a:lnTo>
                    <a:pt x="3592" y="1418"/>
                  </a:lnTo>
                  <a:cubicBezTo>
                    <a:pt x="3654" y="1382"/>
                    <a:pt x="3715" y="1366"/>
                    <a:pt x="3773" y="1366"/>
                  </a:cubicBezTo>
                  <a:close/>
                  <a:moveTo>
                    <a:pt x="7912" y="1407"/>
                  </a:moveTo>
                  <a:cubicBezTo>
                    <a:pt x="7979" y="1407"/>
                    <a:pt x="8053" y="1429"/>
                    <a:pt x="8129" y="1481"/>
                  </a:cubicBezTo>
                  <a:lnTo>
                    <a:pt x="10145" y="2836"/>
                  </a:lnTo>
                  <a:cubicBezTo>
                    <a:pt x="10366" y="2962"/>
                    <a:pt x="10366" y="3277"/>
                    <a:pt x="10145" y="3403"/>
                  </a:cubicBezTo>
                  <a:lnTo>
                    <a:pt x="8129" y="4789"/>
                  </a:lnTo>
                  <a:cubicBezTo>
                    <a:pt x="8061" y="4826"/>
                    <a:pt x="7996" y="4841"/>
                    <a:pt x="7935" y="4841"/>
                  </a:cubicBezTo>
                  <a:cubicBezTo>
                    <a:pt x="7624" y="4841"/>
                    <a:pt x="7430" y="4433"/>
                    <a:pt x="7719" y="4222"/>
                  </a:cubicBezTo>
                  <a:lnTo>
                    <a:pt x="9326" y="3120"/>
                  </a:lnTo>
                  <a:lnTo>
                    <a:pt x="7719" y="2017"/>
                  </a:lnTo>
                  <a:cubicBezTo>
                    <a:pt x="7437" y="1837"/>
                    <a:pt x="7615" y="1407"/>
                    <a:pt x="7912" y="1407"/>
                  </a:cubicBezTo>
                  <a:close/>
                  <a:moveTo>
                    <a:pt x="6515" y="714"/>
                  </a:moveTo>
                  <a:cubicBezTo>
                    <a:pt x="6728" y="714"/>
                    <a:pt x="6948" y="909"/>
                    <a:pt x="6868" y="1166"/>
                  </a:cubicBezTo>
                  <a:lnTo>
                    <a:pt x="5482" y="5262"/>
                  </a:lnTo>
                  <a:cubicBezTo>
                    <a:pt x="5434" y="5420"/>
                    <a:pt x="5306" y="5489"/>
                    <a:pt x="5176" y="5489"/>
                  </a:cubicBezTo>
                  <a:cubicBezTo>
                    <a:pt x="4968" y="5489"/>
                    <a:pt x="4755" y="5313"/>
                    <a:pt x="4852" y="5041"/>
                  </a:cubicBezTo>
                  <a:lnTo>
                    <a:pt x="6207" y="946"/>
                  </a:lnTo>
                  <a:cubicBezTo>
                    <a:pt x="6265" y="782"/>
                    <a:pt x="6389" y="714"/>
                    <a:pt x="6515" y="714"/>
                  </a:cubicBezTo>
                  <a:close/>
                  <a:moveTo>
                    <a:pt x="0" y="1"/>
                  </a:moveTo>
                  <a:lnTo>
                    <a:pt x="0" y="5829"/>
                  </a:lnTo>
                  <a:lnTo>
                    <a:pt x="32" y="5829"/>
                  </a:lnTo>
                  <a:cubicBezTo>
                    <a:pt x="32" y="6396"/>
                    <a:pt x="504" y="6869"/>
                    <a:pt x="1072" y="6869"/>
                  </a:cubicBezTo>
                  <a:lnTo>
                    <a:pt x="10681" y="6869"/>
                  </a:lnTo>
                  <a:cubicBezTo>
                    <a:pt x="11216" y="6869"/>
                    <a:pt x="11689" y="6396"/>
                    <a:pt x="11689" y="5829"/>
                  </a:cubicBezTo>
                  <a:lnTo>
                    <a:pt x="116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8" name="Google Shape;1198;p66"/>
          <p:cNvSpPr/>
          <p:nvPr/>
        </p:nvSpPr>
        <p:spPr>
          <a:xfrm>
            <a:off x="3711800" y="3635837"/>
            <a:ext cx="2595000" cy="3741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Cabin"/>
                <a:ea typeface="Cabin"/>
                <a:cs typeface="Cabin"/>
                <a:sym typeface="Cabin"/>
              </a:rPr>
              <a:t>https://github.com/fotioudim</a:t>
            </a:r>
            <a:endParaRPr>
              <a:solidFill>
                <a:schemeClr val="dk1"/>
              </a:solidFill>
              <a:latin typeface="Cabin"/>
              <a:ea typeface="Cabin"/>
              <a:cs typeface="Cabin"/>
              <a:sym typeface="Cabin"/>
            </a:endParaRPr>
          </a:p>
        </p:txBody>
      </p:sp>
      <p:grpSp>
        <p:nvGrpSpPr>
          <p:cNvPr id="1199" name="Google Shape;1199;p66"/>
          <p:cNvGrpSpPr/>
          <p:nvPr/>
        </p:nvGrpSpPr>
        <p:grpSpPr>
          <a:xfrm>
            <a:off x="3345158" y="2760567"/>
            <a:ext cx="366604" cy="297195"/>
            <a:chOff x="-1199300" y="3279250"/>
            <a:chExt cx="293025" cy="206400"/>
          </a:xfrm>
        </p:grpSpPr>
        <p:sp>
          <p:nvSpPr>
            <p:cNvPr id="1200" name="Google Shape;1200;p66"/>
            <p:cNvSpPr/>
            <p:nvPr/>
          </p:nvSpPr>
          <p:spPr>
            <a:xfrm>
              <a:off x="-1183550" y="3395050"/>
              <a:ext cx="261525" cy="90600"/>
            </a:xfrm>
            <a:custGeom>
              <a:rect b="b" l="l" r="r" t="t"/>
              <a:pathLst>
                <a:path extrusionOk="0" h="3624" w="10461">
                  <a:moveTo>
                    <a:pt x="3498" y="0"/>
                  </a:moveTo>
                  <a:lnTo>
                    <a:pt x="1" y="3529"/>
                  </a:lnTo>
                  <a:cubicBezTo>
                    <a:pt x="127" y="3623"/>
                    <a:pt x="284" y="3623"/>
                    <a:pt x="442" y="3623"/>
                  </a:cubicBezTo>
                  <a:lnTo>
                    <a:pt x="10051" y="3623"/>
                  </a:lnTo>
                  <a:cubicBezTo>
                    <a:pt x="10208" y="3623"/>
                    <a:pt x="10366" y="3560"/>
                    <a:pt x="10460" y="3529"/>
                  </a:cubicBezTo>
                  <a:lnTo>
                    <a:pt x="6963" y="0"/>
                  </a:lnTo>
                  <a:lnTo>
                    <a:pt x="5986" y="977"/>
                  </a:lnTo>
                  <a:cubicBezTo>
                    <a:pt x="5797" y="1166"/>
                    <a:pt x="5522" y="1260"/>
                    <a:pt x="5242" y="1260"/>
                  </a:cubicBezTo>
                  <a:cubicBezTo>
                    <a:pt x="4963" y="1260"/>
                    <a:pt x="4679" y="1166"/>
                    <a:pt x="4474" y="977"/>
                  </a:cubicBezTo>
                  <a:lnTo>
                    <a:pt x="349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66"/>
            <p:cNvSpPr/>
            <p:nvPr/>
          </p:nvSpPr>
          <p:spPr>
            <a:xfrm>
              <a:off x="-1184325" y="3279250"/>
              <a:ext cx="261500" cy="129400"/>
            </a:xfrm>
            <a:custGeom>
              <a:rect b="b" l="l" r="r" t="t"/>
              <a:pathLst>
                <a:path extrusionOk="0" h="5176" w="10460">
                  <a:moveTo>
                    <a:pt x="410" y="1"/>
                  </a:moveTo>
                  <a:cubicBezTo>
                    <a:pt x="252" y="1"/>
                    <a:pt x="95" y="64"/>
                    <a:pt x="0" y="95"/>
                  </a:cubicBezTo>
                  <a:lnTo>
                    <a:pt x="3781" y="3876"/>
                  </a:lnTo>
                  <a:lnTo>
                    <a:pt x="4978" y="5105"/>
                  </a:lnTo>
                  <a:cubicBezTo>
                    <a:pt x="5041" y="5152"/>
                    <a:pt x="5143" y="5175"/>
                    <a:pt x="5246" y="5175"/>
                  </a:cubicBezTo>
                  <a:cubicBezTo>
                    <a:pt x="5348" y="5175"/>
                    <a:pt x="5450" y="5152"/>
                    <a:pt x="5513" y="5105"/>
                  </a:cubicBezTo>
                  <a:lnTo>
                    <a:pt x="6711" y="3876"/>
                  </a:lnTo>
                  <a:lnTo>
                    <a:pt x="10460" y="95"/>
                  </a:lnTo>
                  <a:cubicBezTo>
                    <a:pt x="10334" y="1"/>
                    <a:pt x="10176" y="1"/>
                    <a:pt x="100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66"/>
            <p:cNvSpPr/>
            <p:nvPr/>
          </p:nvSpPr>
          <p:spPr>
            <a:xfrm>
              <a:off x="-1199300" y="3294225"/>
              <a:ext cx="90600" cy="175650"/>
            </a:xfrm>
            <a:custGeom>
              <a:rect b="b" l="l" r="r" t="t"/>
              <a:pathLst>
                <a:path extrusionOk="0" h="7026" w="3624">
                  <a:moveTo>
                    <a:pt x="126" y="0"/>
                  </a:moveTo>
                  <a:cubicBezTo>
                    <a:pt x="32" y="126"/>
                    <a:pt x="0" y="284"/>
                    <a:pt x="0" y="441"/>
                  </a:cubicBezTo>
                  <a:lnTo>
                    <a:pt x="0" y="6585"/>
                  </a:lnTo>
                  <a:cubicBezTo>
                    <a:pt x="0" y="6742"/>
                    <a:pt x="32" y="6900"/>
                    <a:pt x="126" y="7026"/>
                  </a:cubicBezTo>
                  <a:lnTo>
                    <a:pt x="3624" y="3466"/>
                  </a:lnTo>
                  <a:lnTo>
                    <a:pt x="12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66"/>
            <p:cNvSpPr/>
            <p:nvPr/>
          </p:nvSpPr>
          <p:spPr>
            <a:xfrm>
              <a:off x="-996875" y="3294225"/>
              <a:ext cx="90600" cy="177225"/>
            </a:xfrm>
            <a:custGeom>
              <a:rect b="b" l="l" r="r" t="t"/>
              <a:pathLst>
                <a:path extrusionOk="0" h="7089" w="3624">
                  <a:moveTo>
                    <a:pt x="3529" y="0"/>
                  </a:moveTo>
                  <a:lnTo>
                    <a:pt x="0" y="3529"/>
                  </a:lnTo>
                  <a:lnTo>
                    <a:pt x="3529" y="7089"/>
                  </a:lnTo>
                  <a:cubicBezTo>
                    <a:pt x="3592" y="6963"/>
                    <a:pt x="3623" y="6805"/>
                    <a:pt x="3623" y="6648"/>
                  </a:cubicBezTo>
                  <a:lnTo>
                    <a:pt x="3623" y="504"/>
                  </a:lnTo>
                  <a:cubicBezTo>
                    <a:pt x="3592" y="284"/>
                    <a:pt x="3560" y="126"/>
                    <a:pt x="35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4" name="Google Shape;1204;p66"/>
          <p:cNvSpPr/>
          <p:nvPr/>
        </p:nvSpPr>
        <p:spPr>
          <a:xfrm>
            <a:off x="3711800" y="2722100"/>
            <a:ext cx="2595000" cy="3741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Cabin"/>
                <a:ea typeface="Cabin"/>
                <a:cs typeface="Cabin"/>
                <a:sym typeface="Cabin"/>
              </a:rPr>
              <a:t>dfotiou.tech@gmail.com</a:t>
            </a:r>
            <a:endParaRPr>
              <a:solidFill>
                <a:schemeClr val="dk1"/>
              </a:solidFill>
              <a:latin typeface="Cabin"/>
              <a:ea typeface="Cabin"/>
              <a:cs typeface="Cabin"/>
              <a:sym typeface="Cabin"/>
            </a:endParaRPr>
          </a:p>
        </p:txBody>
      </p:sp>
      <p:grpSp>
        <p:nvGrpSpPr>
          <p:cNvPr id="1205" name="Google Shape;1205;p66"/>
          <p:cNvGrpSpPr/>
          <p:nvPr/>
        </p:nvGrpSpPr>
        <p:grpSpPr>
          <a:xfrm>
            <a:off x="3344774" y="4051947"/>
            <a:ext cx="366604" cy="419371"/>
            <a:chOff x="-6689825" y="3992050"/>
            <a:chExt cx="293025" cy="291250"/>
          </a:xfrm>
        </p:grpSpPr>
        <p:sp>
          <p:nvSpPr>
            <p:cNvPr id="1206" name="Google Shape;1206;p66"/>
            <p:cNvSpPr/>
            <p:nvPr/>
          </p:nvSpPr>
          <p:spPr>
            <a:xfrm>
              <a:off x="-6547275" y="3992050"/>
              <a:ext cx="30750" cy="65400"/>
            </a:xfrm>
            <a:custGeom>
              <a:rect b="b" l="l" r="r" t="t"/>
              <a:pathLst>
                <a:path extrusionOk="0" h="2616" w="1230">
                  <a:moveTo>
                    <a:pt x="1229" y="1"/>
                  </a:moveTo>
                  <a:cubicBezTo>
                    <a:pt x="757" y="379"/>
                    <a:pt x="284" y="1355"/>
                    <a:pt x="1" y="2616"/>
                  </a:cubicBezTo>
                  <a:lnTo>
                    <a:pt x="1229" y="2616"/>
                  </a:lnTo>
                  <a:lnTo>
                    <a:pt x="12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66"/>
            <p:cNvSpPr/>
            <p:nvPr/>
          </p:nvSpPr>
          <p:spPr>
            <a:xfrm>
              <a:off x="-6547275" y="4143275"/>
              <a:ext cx="30750" cy="64600"/>
            </a:xfrm>
            <a:custGeom>
              <a:rect b="b" l="l" r="r" t="t"/>
              <a:pathLst>
                <a:path extrusionOk="0" h="2584" w="1230">
                  <a:moveTo>
                    <a:pt x="1" y="1"/>
                  </a:moveTo>
                  <a:cubicBezTo>
                    <a:pt x="284" y="1261"/>
                    <a:pt x="757" y="2237"/>
                    <a:pt x="1229" y="2584"/>
                  </a:cubicBezTo>
                  <a:lnTo>
                    <a:pt x="12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66"/>
            <p:cNvSpPr/>
            <p:nvPr/>
          </p:nvSpPr>
          <p:spPr>
            <a:xfrm>
              <a:off x="-6551200" y="4073975"/>
              <a:ext cx="34675" cy="51200"/>
            </a:xfrm>
            <a:custGeom>
              <a:rect b="b" l="l" r="r" t="t"/>
              <a:pathLst>
                <a:path extrusionOk="0" h="2048" w="1387">
                  <a:moveTo>
                    <a:pt x="63" y="0"/>
                  </a:moveTo>
                  <a:cubicBezTo>
                    <a:pt x="0" y="725"/>
                    <a:pt x="0" y="1355"/>
                    <a:pt x="63" y="2048"/>
                  </a:cubicBezTo>
                  <a:lnTo>
                    <a:pt x="1386" y="2048"/>
                  </a:lnTo>
                  <a:lnTo>
                    <a:pt x="138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66"/>
            <p:cNvSpPr/>
            <p:nvPr/>
          </p:nvSpPr>
          <p:spPr>
            <a:xfrm>
              <a:off x="-6475600" y="3994425"/>
              <a:ext cx="70125" cy="63025"/>
            </a:xfrm>
            <a:custGeom>
              <a:rect b="b" l="l" r="r" t="t"/>
              <a:pathLst>
                <a:path extrusionOk="0" h="2521" w="2805">
                  <a:moveTo>
                    <a:pt x="1" y="0"/>
                  </a:moveTo>
                  <a:cubicBezTo>
                    <a:pt x="442" y="630"/>
                    <a:pt x="757" y="1512"/>
                    <a:pt x="946" y="2521"/>
                  </a:cubicBezTo>
                  <a:lnTo>
                    <a:pt x="2805" y="2521"/>
                  </a:lnTo>
                  <a:cubicBezTo>
                    <a:pt x="2301" y="1292"/>
                    <a:pt x="1261" y="347"/>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66"/>
            <p:cNvSpPr/>
            <p:nvPr/>
          </p:nvSpPr>
          <p:spPr>
            <a:xfrm>
              <a:off x="-6449600" y="4073975"/>
              <a:ext cx="52800" cy="51200"/>
            </a:xfrm>
            <a:custGeom>
              <a:rect b="b" l="l" r="r" t="t"/>
              <a:pathLst>
                <a:path extrusionOk="0" h="2048" w="2112">
                  <a:moveTo>
                    <a:pt x="0" y="0"/>
                  </a:moveTo>
                  <a:cubicBezTo>
                    <a:pt x="63" y="725"/>
                    <a:pt x="63" y="1355"/>
                    <a:pt x="0" y="2048"/>
                  </a:cubicBezTo>
                  <a:lnTo>
                    <a:pt x="1954" y="2048"/>
                  </a:lnTo>
                  <a:cubicBezTo>
                    <a:pt x="2048" y="1733"/>
                    <a:pt x="2080" y="1386"/>
                    <a:pt x="2080" y="1040"/>
                  </a:cubicBezTo>
                  <a:cubicBezTo>
                    <a:pt x="2111" y="662"/>
                    <a:pt x="2048" y="347"/>
                    <a:pt x="19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66"/>
            <p:cNvSpPr/>
            <p:nvPr/>
          </p:nvSpPr>
          <p:spPr>
            <a:xfrm>
              <a:off x="-6500000" y="3992050"/>
              <a:ext cx="30725" cy="65400"/>
            </a:xfrm>
            <a:custGeom>
              <a:rect b="b" l="l" r="r" t="t"/>
              <a:pathLst>
                <a:path extrusionOk="0" h="2616" w="1229">
                  <a:moveTo>
                    <a:pt x="0" y="1"/>
                  </a:moveTo>
                  <a:lnTo>
                    <a:pt x="0" y="2616"/>
                  </a:lnTo>
                  <a:lnTo>
                    <a:pt x="1229" y="2616"/>
                  </a:lnTo>
                  <a:cubicBezTo>
                    <a:pt x="977" y="1355"/>
                    <a:pt x="473" y="379"/>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66"/>
            <p:cNvSpPr/>
            <p:nvPr/>
          </p:nvSpPr>
          <p:spPr>
            <a:xfrm>
              <a:off x="-6500000" y="4143275"/>
              <a:ext cx="30725" cy="64600"/>
            </a:xfrm>
            <a:custGeom>
              <a:rect b="b" l="l" r="r" t="t"/>
              <a:pathLst>
                <a:path extrusionOk="0" h="2584" w="1229">
                  <a:moveTo>
                    <a:pt x="0" y="1"/>
                  </a:moveTo>
                  <a:lnTo>
                    <a:pt x="0" y="2584"/>
                  </a:lnTo>
                  <a:cubicBezTo>
                    <a:pt x="473" y="2237"/>
                    <a:pt x="945" y="1261"/>
                    <a:pt x="12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66"/>
            <p:cNvSpPr/>
            <p:nvPr/>
          </p:nvSpPr>
          <p:spPr>
            <a:xfrm>
              <a:off x="-6689825" y="4141700"/>
              <a:ext cx="149675" cy="141600"/>
            </a:xfrm>
            <a:custGeom>
              <a:rect b="b" l="l" r="r" t="t"/>
              <a:pathLst>
                <a:path extrusionOk="0" h="5664" w="5987">
                  <a:moveTo>
                    <a:pt x="3182" y="1"/>
                  </a:moveTo>
                  <a:cubicBezTo>
                    <a:pt x="3371" y="442"/>
                    <a:pt x="3623" y="851"/>
                    <a:pt x="3938" y="1198"/>
                  </a:cubicBezTo>
                  <a:lnTo>
                    <a:pt x="3088" y="2017"/>
                  </a:lnTo>
                  <a:cubicBezTo>
                    <a:pt x="2946" y="1946"/>
                    <a:pt x="2791" y="1911"/>
                    <a:pt x="2638" y="1911"/>
                  </a:cubicBezTo>
                  <a:cubicBezTo>
                    <a:pt x="2382" y="1911"/>
                    <a:pt x="2131" y="2009"/>
                    <a:pt x="1954" y="2206"/>
                  </a:cubicBezTo>
                  <a:lnTo>
                    <a:pt x="378" y="3907"/>
                  </a:lnTo>
                  <a:cubicBezTo>
                    <a:pt x="0" y="4317"/>
                    <a:pt x="0" y="4978"/>
                    <a:pt x="378" y="5356"/>
                  </a:cubicBezTo>
                  <a:cubicBezTo>
                    <a:pt x="583" y="5561"/>
                    <a:pt x="851" y="5664"/>
                    <a:pt x="1115" y="5664"/>
                  </a:cubicBezTo>
                  <a:cubicBezTo>
                    <a:pt x="1379" y="5664"/>
                    <a:pt x="1639" y="5561"/>
                    <a:pt x="1828" y="5356"/>
                  </a:cubicBezTo>
                  <a:lnTo>
                    <a:pt x="3403" y="3687"/>
                  </a:lnTo>
                  <a:cubicBezTo>
                    <a:pt x="3718" y="3372"/>
                    <a:pt x="3781" y="2899"/>
                    <a:pt x="3623" y="2521"/>
                  </a:cubicBezTo>
                  <a:lnTo>
                    <a:pt x="4443" y="1702"/>
                  </a:lnTo>
                  <a:cubicBezTo>
                    <a:pt x="4821" y="2111"/>
                    <a:pt x="5388" y="2426"/>
                    <a:pt x="5986" y="2584"/>
                  </a:cubicBezTo>
                  <a:cubicBezTo>
                    <a:pt x="5545" y="1954"/>
                    <a:pt x="5230" y="1040"/>
                    <a:pt x="50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66"/>
            <p:cNvSpPr/>
            <p:nvPr/>
          </p:nvSpPr>
          <p:spPr>
            <a:xfrm>
              <a:off x="-6475600" y="4141700"/>
              <a:ext cx="70125" cy="64600"/>
            </a:xfrm>
            <a:custGeom>
              <a:rect b="b" l="l" r="r" t="t"/>
              <a:pathLst>
                <a:path extrusionOk="0" h="2584" w="2805">
                  <a:moveTo>
                    <a:pt x="946" y="1"/>
                  </a:moveTo>
                  <a:cubicBezTo>
                    <a:pt x="757" y="1040"/>
                    <a:pt x="442" y="1954"/>
                    <a:pt x="1" y="2584"/>
                  </a:cubicBezTo>
                  <a:cubicBezTo>
                    <a:pt x="1261" y="2174"/>
                    <a:pt x="2301" y="1229"/>
                    <a:pt x="28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66"/>
            <p:cNvSpPr/>
            <p:nvPr/>
          </p:nvSpPr>
          <p:spPr>
            <a:xfrm>
              <a:off x="-6618950" y="4073975"/>
              <a:ext cx="52025" cy="51200"/>
            </a:xfrm>
            <a:custGeom>
              <a:rect b="b" l="l" r="r" t="t"/>
              <a:pathLst>
                <a:path extrusionOk="0" h="2048" w="2081">
                  <a:moveTo>
                    <a:pt x="95" y="0"/>
                  </a:moveTo>
                  <a:cubicBezTo>
                    <a:pt x="32" y="315"/>
                    <a:pt x="1" y="662"/>
                    <a:pt x="1" y="1040"/>
                  </a:cubicBezTo>
                  <a:cubicBezTo>
                    <a:pt x="1" y="1386"/>
                    <a:pt x="32" y="1733"/>
                    <a:pt x="95" y="2048"/>
                  </a:cubicBezTo>
                  <a:lnTo>
                    <a:pt x="2080" y="2048"/>
                  </a:lnTo>
                  <a:cubicBezTo>
                    <a:pt x="1986" y="1355"/>
                    <a:pt x="1986" y="725"/>
                    <a:pt x="2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66"/>
            <p:cNvSpPr/>
            <p:nvPr/>
          </p:nvSpPr>
          <p:spPr>
            <a:xfrm>
              <a:off x="-6610275" y="3992850"/>
              <a:ext cx="70125" cy="63025"/>
            </a:xfrm>
            <a:custGeom>
              <a:rect b="b" l="l" r="r" t="t"/>
              <a:pathLst>
                <a:path extrusionOk="0" h="2521" w="2805">
                  <a:moveTo>
                    <a:pt x="2804" y="0"/>
                  </a:moveTo>
                  <a:lnTo>
                    <a:pt x="2804" y="0"/>
                  </a:lnTo>
                  <a:cubicBezTo>
                    <a:pt x="1544" y="410"/>
                    <a:pt x="504" y="1355"/>
                    <a:pt x="0" y="2521"/>
                  </a:cubicBezTo>
                  <a:lnTo>
                    <a:pt x="1859" y="2521"/>
                  </a:lnTo>
                  <a:cubicBezTo>
                    <a:pt x="2017" y="1575"/>
                    <a:pt x="2363" y="693"/>
                    <a:pt x="28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66"/>
            <p:cNvSpPr/>
            <p:nvPr/>
          </p:nvSpPr>
          <p:spPr>
            <a:xfrm>
              <a:off x="-6500000" y="4073975"/>
              <a:ext cx="35450" cy="51200"/>
            </a:xfrm>
            <a:custGeom>
              <a:rect b="b" l="l" r="r" t="t"/>
              <a:pathLst>
                <a:path extrusionOk="0" h="2048" w="1418">
                  <a:moveTo>
                    <a:pt x="0" y="0"/>
                  </a:moveTo>
                  <a:lnTo>
                    <a:pt x="0" y="2048"/>
                  </a:lnTo>
                  <a:lnTo>
                    <a:pt x="1292" y="2048"/>
                  </a:lnTo>
                  <a:cubicBezTo>
                    <a:pt x="1418" y="1355"/>
                    <a:pt x="1418" y="725"/>
                    <a:pt x="1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18" name="Google Shape;1218;p66"/>
          <p:cNvSpPr/>
          <p:nvPr/>
        </p:nvSpPr>
        <p:spPr>
          <a:xfrm>
            <a:off x="3711800" y="4048786"/>
            <a:ext cx="2595000" cy="3741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Cabin"/>
                <a:ea typeface="Cabin"/>
                <a:cs typeface="Cabin"/>
                <a:sym typeface="Cabin"/>
              </a:rPr>
              <a:t>dfotiou.gr</a:t>
            </a:r>
            <a:endParaRPr>
              <a:solidFill>
                <a:schemeClr val="dk1"/>
              </a:solidFill>
              <a:latin typeface="Cabin"/>
              <a:ea typeface="Cabin"/>
              <a:cs typeface="Cabin"/>
              <a:sym typeface="Cabin"/>
            </a:endParaRPr>
          </a:p>
        </p:txBody>
      </p:sp>
    </p:spTree>
  </p:cSld>
  <p:clrMapOvr>
    <a:masterClrMapping/>
  </p:clrMapOvr>
</p:sld>
</file>

<file path=ppt/theme/theme1.xml><?xml version="1.0" encoding="utf-8"?>
<a:theme xmlns:a="http://schemas.openxmlformats.org/drawingml/2006/main" xmlns:r="http://schemas.openxmlformats.org/officeDocument/2006/relationships" name="Software Development Agency by Slidesgo">
  <a:themeElements>
    <a:clrScheme name="Simple Light">
      <a:dk1>
        <a:srgbClr val="FFFFFF"/>
      </a:dk1>
      <a:lt1>
        <a:srgbClr val="1B222D"/>
      </a:lt1>
      <a:dk2>
        <a:srgbClr val="F8EF5B"/>
      </a:dk2>
      <a:lt2>
        <a:srgbClr val="92D99C"/>
      </a:lt2>
      <a:accent1>
        <a:srgbClr val="6DC797"/>
      </a:accent1>
      <a:accent2>
        <a:srgbClr val="88A6F3"/>
      </a:accent2>
      <a:accent3>
        <a:srgbClr val="6D65E0"/>
      </a:accent3>
      <a:accent4>
        <a:srgbClr val="FF9BDA"/>
      </a:accent4>
      <a:accent5>
        <a:srgbClr val="EB5358"/>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